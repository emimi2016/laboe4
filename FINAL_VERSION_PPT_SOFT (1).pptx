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theme/theme5.xml" ContentType="application/vnd.openxmlformats-officedocument.theme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customXml/itemProps1.xml" ContentType="application/vnd.openxmlformats-officedocument.customXmlPropertie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docProps/custom.xml" ContentType="application/vnd.openxmlformats-officedocument.custom-properties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colors4.xml" ContentType="application/vnd.openxmlformats-officedocument.drawingml.diagramColor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diagrams/quickStyle1.xml" ContentType="application/vnd.openxmlformats-officedocument.drawingml.diagramStyle+xml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diagrams/layout4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data3.xml" ContentType="application/vnd.openxmlformats-officedocument.drawingml.diagramData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2"/>
    <p:sldMasterId id="2147483674" r:id="rId3"/>
    <p:sldMasterId id="2147483679" r:id="rId4"/>
    <p:sldMasterId id="2147483692" r:id="rId5"/>
  </p:sldMasterIdLst>
  <p:notesMasterIdLst>
    <p:notesMasterId r:id="rId43"/>
  </p:notesMasterIdLst>
  <p:sldIdLst>
    <p:sldId id="275" r:id="rId6"/>
    <p:sldId id="269" r:id="rId7"/>
    <p:sldId id="270" r:id="rId8"/>
    <p:sldId id="274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78" r:id="rId19"/>
    <p:sldId id="276" r:id="rId20"/>
    <p:sldId id="277" r:id="rId21"/>
    <p:sldId id="279" r:id="rId22"/>
    <p:sldId id="280" r:id="rId23"/>
    <p:sldId id="283" r:id="rId24"/>
    <p:sldId id="308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9" r:id="rId33"/>
    <p:sldId id="310" r:id="rId34"/>
    <p:sldId id="311" r:id="rId35"/>
    <p:sldId id="312" r:id="rId36"/>
    <p:sldId id="304" r:id="rId37"/>
    <p:sldId id="285" r:id="rId38"/>
    <p:sldId id="284" r:id="rId39"/>
    <p:sldId id="286" r:id="rId40"/>
    <p:sldId id="303" r:id="rId41"/>
    <p:sldId id="305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Style moyen 4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Style à thème 2 - Accentuation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Style à thème 2 - Accentuation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Style à thème 2 - Accentuation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Style léger 1 - Accentuation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50" autoAdjust="0"/>
    <p:restoredTop sz="94660"/>
  </p:normalViewPr>
  <p:slideViewPr>
    <p:cSldViewPr>
      <p:cViewPr varScale="1">
        <p:scale>
          <a:sx n="106" d="100"/>
          <a:sy n="106" d="100"/>
        </p:scale>
        <p:origin x="-100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3" Type="http://schemas.openxmlformats.org/officeDocument/2006/relationships/slideMaster" Target="slideMasters/slideMaster2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4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4C4D33-69AE-4B80-9073-73481168B61A}" type="doc">
      <dgm:prSet loTypeId="urn:microsoft.com/office/officeart/2005/8/layout/vList5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fr-FR"/>
        </a:p>
      </dgm:t>
    </dgm:pt>
    <dgm:pt modelId="{892F8921-FA60-4393-8D58-7C324DCE2FE2}">
      <dgm:prSet phldrT="[Texte]"/>
      <dgm:spPr/>
      <dgm:t>
        <a:bodyPr/>
        <a:lstStyle/>
        <a:p>
          <a:r>
            <a:rPr lang="fr-FR" dirty="0" smtClean="0"/>
            <a:t>Engineering &amp; Management</a:t>
          </a:r>
          <a:endParaRPr lang="fr-FR" dirty="0"/>
        </a:p>
      </dgm:t>
    </dgm:pt>
    <dgm:pt modelId="{CCE287AC-5FB2-4EEB-B44F-537A5EB08144}" type="parTrans" cxnId="{4097BDF2-329C-4846-B971-4560472ED448}">
      <dgm:prSet/>
      <dgm:spPr/>
      <dgm:t>
        <a:bodyPr/>
        <a:lstStyle/>
        <a:p>
          <a:endParaRPr lang="fr-FR"/>
        </a:p>
      </dgm:t>
    </dgm:pt>
    <dgm:pt modelId="{8330CA40-581F-467A-A631-0074E8F6CA24}" type="sibTrans" cxnId="{4097BDF2-329C-4846-B971-4560472ED448}">
      <dgm:prSet/>
      <dgm:spPr/>
      <dgm:t>
        <a:bodyPr/>
        <a:lstStyle/>
        <a:p>
          <a:endParaRPr lang="fr-FR"/>
        </a:p>
      </dgm:t>
    </dgm:pt>
    <dgm:pt modelId="{E8827FF8-8489-48DD-82AD-62F602AE307A}">
      <dgm:prSet phldrT="[Texte]"/>
      <dgm:spPr/>
      <dgm:t>
        <a:bodyPr/>
        <a:lstStyle/>
        <a:p>
          <a:r>
            <a:rPr lang="fr-FR" dirty="0" smtClean="0"/>
            <a:t>Senior</a:t>
          </a:r>
          <a:endParaRPr lang="fr-FR" dirty="0"/>
        </a:p>
      </dgm:t>
    </dgm:pt>
    <dgm:pt modelId="{A9F53B5A-662E-43DB-8A20-EFFE4D0B3D87}" type="parTrans" cxnId="{AA7593F5-A9FF-4F76-8F42-B1F01CAC7B3F}">
      <dgm:prSet/>
      <dgm:spPr/>
      <dgm:t>
        <a:bodyPr/>
        <a:lstStyle/>
        <a:p>
          <a:endParaRPr lang="fr-FR"/>
        </a:p>
      </dgm:t>
    </dgm:pt>
    <dgm:pt modelId="{185935C0-C24B-43FC-855B-507389D36D11}" type="sibTrans" cxnId="{AA7593F5-A9FF-4F76-8F42-B1F01CAC7B3F}">
      <dgm:prSet/>
      <dgm:spPr/>
      <dgm:t>
        <a:bodyPr/>
        <a:lstStyle/>
        <a:p>
          <a:endParaRPr lang="fr-FR"/>
        </a:p>
      </dgm:t>
    </dgm:pt>
    <dgm:pt modelId="{27DA7776-65DB-4FB4-B711-9BB02749C8A7}">
      <dgm:prSet phldrT="[Texte]"/>
      <dgm:spPr/>
      <dgm:t>
        <a:bodyPr/>
        <a:lstStyle/>
        <a:p>
          <a:r>
            <a:rPr lang="fr-FR" dirty="0" err="1" smtClean="0"/>
            <a:t>Ouadie</a:t>
          </a:r>
          <a:r>
            <a:rPr lang="fr-FR" dirty="0" smtClean="0"/>
            <a:t> Limouni</a:t>
          </a:r>
          <a:endParaRPr lang="fr-FR" dirty="0"/>
        </a:p>
      </dgm:t>
    </dgm:pt>
    <dgm:pt modelId="{622D3A33-2C91-4C28-B19E-8171650CED79}" type="parTrans" cxnId="{9FF7618E-2BF9-4BD8-B261-D9A3CCC1EA27}">
      <dgm:prSet/>
      <dgm:spPr/>
      <dgm:t>
        <a:bodyPr/>
        <a:lstStyle/>
        <a:p>
          <a:endParaRPr lang="fr-FR"/>
        </a:p>
      </dgm:t>
    </dgm:pt>
    <dgm:pt modelId="{DE1ACFCB-7606-4F10-9490-C5199919F161}" type="sibTrans" cxnId="{9FF7618E-2BF9-4BD8-B261-D9A3CCC1EA27}">
      <dgm:prSet/>
      <dgm:spPr/>
      <dgm:t>
        <a:bodyPr/>
        <a:lstStyle/>
        <a:p>
          <a:endParaRPr lang="fr-FR"/>
        </a:p>
      </dgm:t>
    </dgm:pt>
    <dgm:pt modelId="{C4EAFE74-6DA0-4AC1-B695-B98C33C3F075}">
      <dgm:prSet phldrT="[Texte]"/>
      <dgm:spPr/>
      <dgm:t>
        <a:bodyPr/>
        <a:lstStyle/>
        <a:p>
          <a:r>
            <a:rPr lang="fr-FR" dirty="0" smtClean="0"/>
            <a:t>Computer Science</a:t>
          </a:r>
          <a:endParaRPr lang="fr-FR" dirty="0"/>
        </a:p>
      </dgm:t>
    </dgm:pt>
    <dgm:pt modelId="{411C8EFC-B047-4DED-9139-401129D09483}" type="parTrans" cxnId="{1083D1E9-FD60-4873-AEB4-2C2952562EBA}">
      <dgm:prSet/>
      <dgm:spPr/>
      <dgm:t>
        <a:bodyPr/>
        <a:lstStyle/>
        <a:p>
          <a:endParaRPr lang="fr-FR"/>
        </a:p>
      </dgm:t>
    </dgm:pt>
    <dgm:pt modelId="{84FD2C02-F904-4BC6-BEC7-9EB81021454D}" type="sibTrans" cxnId="{1083D1E9-FD60-4873-AEB4-2C2952562EBA}">
      <dgm:prSet/>
      <dgm:spPr/>
      <dgm:t>
        <a:bodyPr/>
        <a:lstStyle/>
        <a:p>
          <a:endParaRPr lang="fr-FR"/>
        </a:p>
      </dgm:t>
    </dgm:pt>
    <dgm:pt modelId="{917E9517-6842-464F-9523-CDBEE03C100F}">
      <dgm:prSet phldrT="[Texte]"/>
      <dgm:spPr/>
      <dgm:t>
        <a:bodyPr/>
        <a:lstStyle/>
        <a:p>
          <a:r>
            <a:rPr lang="fr-FR" dirty="0" err="1" smtClean="0"/>
            <a:t>Sophomore</a:t>
          </a:r>
          <a:endParaRPr lang="fr-FR" dirty="0"/>
        </a:p>
      </dgm:t>
    </dgm:pt>
    <dgm:pt modelId="{7EB6091D-6C7E-4840-8DDD-A4CCA05A87FD}" type="parTrans" cxnId="{3C1244E5-BB5F-402E-870B-0AB5984402CA}">
      <dgm:prSet/>
      <dgm:spPr/>
      <dgm:t>
        <a:bodyPr/>
        <a:lstStyle/>
        <a:p>
          <a:endParaRPr lang="fr-FR"/>
        </a:p>
      </dgm:t>
    </dgm:pt>
    <dgm:pt modelId="{E9296BDF-9903-4D61-B41B-0C99A0A666C6}" type="sibTrans" cxnId="{3C1244E5-BB5F-402E-870B-0AB5984402CA}">
      <dgm:prSet/>
      <dgm:spPr/>
      <dgm:t>
        <a:bodyPr/>
        <a:lstStyle/>
        <a:p>
          <a:endParaRPr lang="fr-FR"/>
        </a:p>
      </dgm:t>
    </dgm:pt>
    <dgm:pt modelId="{198F8E43-2503-4EF5-82AB-D7ABD004623E}">
      <dgm:prSet phldrT="[Texte]"/>
      <dgm:spPr/>
      <dgm:t>
        <a:bodyPr/>
        <a:lstStyle/>
        <a:p>
          <a:r>
            <a:rPr lang="fr-FR" dirty="0" err="1" smtClean="0"/>
            <a:t>Achraff</a:t>
          </a:r>
          <a:r>
            <a:rPr lang="fr-FR" dirty="0" smtClean="0"/>
            <a:t>-</a:t>
          </a:r>
          <a:r>
            <a:rPr lang="fr-FR" dirty="0" err="1" smtClean="0"/>
            <a:t>Nour</a:t>
          </a:r>
          <a:r>
            <a:rPr lang="fr-FR" dirty="0" smtClean="0"/>
            <a:t> </a:t>
          </a:r>
          <a:r>
            <a:rPr lang="fr-FR" dirty="0" err="1" smtClean="0"/>
            <a:t>Meski</a:t>
          </a:r>
          <a:endParaRPr lang="fr-FR" dirty="0"/>
        </a:p>
      </dgm:t>
    </dgm:pt>
    <dgm:pt modelId="{C8FA5C4D-DEB4-402E-B408-BEE97D82E412}" type="parTrans" cxnId="{441D2E29-0454-4F9A-88B0-3A756A9D3048}">
      <dgm:prSet/>
      <dgm:spPr/>
      <dgm:t>
        <a:bodyPr/>
        <a:lstStyle/>
        <a:p>
          <a:endParaRPr lang="fr-FR"/>
        </a:p>
      </dgm:t>
    </dgm:pt>
    <dgm:pt modelId="{9E407407-46F0-4BF8-98B3-5120784A6129}" type="sibTrans" cxnId="{441D2E29-0454-4F9A-88B0-3A756A9D3048}">
      <dgm:prSet/>
      <dgm:spPr/>
      <dgm:t>
        <a:bodyPr/>
        <a:lstStyle/>
        <a:p>
          <a:endParaRPr lang="fr-FR"/>
        </a:p>
      </dgm:t>
    </dgm:pt>
    <dgm:pt modelId="{B8170F19-F350-428D-A637-D234FC55BBFC}">
      <dgm:prSet phldrT="[Texte]"/>
      <dgm:spPr/>
      <dgm:t>
        <a:bodyPr/>
        <a:lstStyle/>
        <a:p>
          <a:r>
            <a:rPr lang="fr-FR" dirty="0" smtClean="0"/>
            <a:t>General Engineering</a:t>
          </a:r>
          <a:endParaRPr lang="fr-FR" dirty="0"/>
        </a:p>
      </dgm:t>
    </dgm:pt>
    <dgm:pt modelId="{75D120D3-2564-4DA0-8943-E62D87C6B6E0}" type="parTrans" cxnId="{D0879F3D-DD59-4D12-98A0-C924D4A5F718}">
      <dgm:prSet/>
      <dgm:spPr/>
      <dgm:t>
        <a:bodyPr/>
        <a:lstStyle/>
        <a:p>
          <a:endParaRPr lang="fr-FR"/>
        </a:p>
      </dgm:t>
    </dgm:pt>
    <dgm:pt modelId="{77F77263-EEE8-4657-9CD3-8CE1865FADB1}" type="sibTrans" cxnId="{D0879F3D-DD59-4D12-98A0-C924D4A5F718}">
      <dgm:prSet/>
      <dgm:spPr/>
      <dgm:t>
        <a:bodyPr/>
        <a:lstStyle/>
        <a:p>
          <a:endParaRPr lang="fr-FR"/>
        </a:p>
      </dgm:t>
    </dgm:pt>
    <dgm:pt modelId="{529AA749-C1F3-41C6-9BA7-521076FC4979}">
      <dgm:prSet phldrT="[Texte]"/>
      <dgm:spPr/>
      <dgm:t>
        <a:bodyPr/>
        <a:lstStyle/>
        <a:p>
          <a:r>
            <a:rPr lang="fr-FR" dirty="0" err="1" smtClean="0"/>
            <a:t>Sophomore</a:t>
          </a:r>
          <a:endParaRPr lang="fr-FR" dirty="0"/>
        </a:p>
      </dgm:t>
    </dgm:pt>
    <dgm:pt modelId="{67AD89BC-382D-465E-88B8-7E71584171D6}" type="parTrans" cxnId="{89638C5B-BFF3-43A3-BDED-1BC4A2794776}">
      <dgm:prSet/>
      <dgm:spPr/>
      <dgm:t>
        <a:bodyPr/>
        <a:lstStyle/>
        <a:p>
          <a:endParaRPr lang="fr-FR"/>
        </a:p>
      </dgm:t>
    </dgm:pt>
    <dgm:pt modelId="{A0AC30CE-EC3A-4DC2-8996-8A39D7EB36A7}" type="sibTrans" cxnId="{89638C5B-BFF3-43A3-BDED-1BC4A2794776}">
      <dgm:prSet/>
      <dgm:spPr/>
      <dgm:t>
        <a:bodyPr/>
        <a:lstStyle/>
        <a:p>
          <a:endParaRPr lang="fr-FR"/>
        </a:p>
      </dgm:t>
    </dgm:pt>
    <dgm:pt modelId="{90CEF225-23A8-4C69-B6D4-B525AF83DBD6}">
      <dgm:prSet phldrT="[Texte]"/>
      <dgm:spPr/>
      <dgm:t>
        <a:bodyPr/>
        <a:lstStyle/>
        <a:p>
          <a:r>
            <a:rPr lang="fr-FR" dirty="0" err="1" smtClean="0"/>
            <a:t>Nisrine</a:t>
          </a:r>
          <a:r>
            <a:rPr lang="fr-FR" dirty="0" smtClean="0"/>
            <a:t> </a:t>
          </a:r>
          <a:r>
            <a:rPr lang="fr-FR" dirty="0" err="1" smtClean="0"/>
            <a:t>Bnouhanna</a:t>
          </a:r>
          <a:endParaRPr lang="fr-FR" dirty="0"/>
        </a:p>
      </dgm:t>
    </dgm:pt>
    <dgm:pt modelId="{C9E258FC-92FE-4876-A8FF-7E722A0CFAA9}" type="sibTrans" cxnId="{04783373-98F2-47C8-9006-000CAF73F24B}">
      <dgm:prSet/>
      <dgm:spPr/>
      <dgm:t>
        <a:bodyPr/>
        <a:lstStyle/>
        <a:p>
          <a:endParaRPr lang="fr-FR"/>
        </a:p>
      </dgm:t>
    </dgm:pt>
    <dgm:pt modelId="{3872E7A5-50C7-4AD2-A837-41AA9EEAEC47}" type="parTrans" cxnId="{04783373-98F2-47C8-9006-000CAF73F24B}">
      <dgm:prSet/>
      <dgm:spPr/>
      <dgm:t>
        <a:bodyPr/>
        <a:lstStyle/>
        <a:p>
          <a:endParaRPr lang="fr-FR"/>
        </a:p>
      </dgm:t>
    </dgm:pt>
    <dgm:pt modelId="{4EA81553-BAAC-403C-B5DA-495A598B3625}" type="pres">
      <dgm:prSet presAssocID="{494C4D33-69AE-4B80-9073-73481168B61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2D96D2D5-5802-425F-B771-EB98DC51C300}" type="pres">
      <dgm:prSet presAssocID="{90CEF225-23A8-4C69-B6D4-B525AF83DBD6}" presName="linNode" presStyleCnt="0"/>
      <dgm:spPr/>
      <dgm:t>
        <a:bodyPr/>
        <a:lstStyle/>
        <a:p>
          <a:endParaRPr lang="en-US"/>
        </a:p>
      </dgm:t>
    </dgm:pt>
    <dgm:pt modelId="{C71571B7-C016-4D59-AC9B-A8D64179CE42}" type="pres">
      <dgm:prSet presAssocID="{90CEF225-23A8-4C69-B6D4-B525AF83DBD6}" presName="parentText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20D813E-8899-40BF-BCDC-3D88C69778E7}" type="pres">
      <dgm:prSet presAssocID="{90CEF225-23A8-4C69-B6D4-B525AF83DBD6}" presName="descendantText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9CCF238-E88C-4E94-AC2E-3ECEA12EBD3C}" type="pres">
      <dgm:prSet presAssocID="{C9E258FC-92FE-4876-A8FF-7E722A0CFAA9}" presName="sp" presStyleCnt="0"/>
      <dgm:spPr/>
      <dgm:t>
        <a:bodyPr/>
        <a:lstStyle/>
        <a:p>
          <a:endParaRPr lang="en-US"/>
        </a:p>
      </dgm:t>
    </dgm:pt>
    <dgm:pt modelId="{A3573D53-682B-4ABB-A2DC-9969C7419236}" type="pres">
      <dgm:prSet presAssocID="{27DA7776-65DB-4FB4-B711-9BB02749C8A7}" presName="linNode" presStyleCnt="0"/>
      <dgm:spPr/>
      <dgm:t>
        <a:bodyPr/>
        <a:lstStyle/>
        <a:p>
          <a:endParaRPr lang="en-US"/>
        </a:p>
      </dgm:t>
    </dgm:pt>
    <dgm:pt modelId="{1FA9D815-7CDC-4BEB-89F9-092077C6F6F8}" type="pres">
      <dgm:prSet presAssocID="{27DA7776-65DB-4FB4-B711-9BB02749C8A7}" presName="parentText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06C2079-758E-4F3D-9022-AC09556CB864}" type="pres">
      <dgm:prSet presAssocID="{27DA7776-65DB-4FB4-B711-9BB02749C8A7}" presName="descendantText" presStyleLbl="alignAccFollowNode1" presStyleIdx="1" presStyleCnt="3" custLinFactNeighborX="1717" custLinFactNeighborY="-600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981E770-7670-42E3-B46E-737809405D55}" type="pres">
      <dgm:prSet presAssocID="{DE1ACFCB-7606-4F10-9490-C5199919F161}" presName="sp" presStyleCnt="0"/>
      <dgm:spPr/>
      <dgm:t>
        <a:bodyPr/>
        <a:lstStyle/>
        <a:p>
          <a:endParaRPr lang="en-US"/>
        </a:p>
      </dgm:t>
    </dgm:pt>
    <dgm:pt modelId="{1A89C18B-C32F-4EE7-868F-4EC6BB8E2DBA}" type="pres">
      <dgm:prSet presAssocID="{198F8E43-2503-4EF5-82AB-D7ABD004623E}" presName="linNode" presStyleCnt="0"/>
      <dgm:spPr/>
      <dgm:t>
        <a:bodyPr/>
        <a:lstStyle/>
        <a:p>
          <a:endParaRPr lang="en-US"/>
        </a:p>
      </dgm:t>
    </dgm:pt>
    <dgm:pt modelId="{F9748C88-0B1E-4664-AE1D-9F3D6B6BE52C}" type="pres">
      <dgm:prSet presAssocID="{198F8E43-2503-4EF5-82AB-D7ABD004623E}" presName="parentText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B72E535-307E-4933-9F9D-3F7D3D0F57BC}" type="pres">
      <dgm:prSet presAssocID="{198F8E43-2503-4EF5-82AB-D7ABD004623E}" presName="descendantText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7C845712-6D96-4493-A26A-81D0E841E3F2}" type="presOf" srcId="{27DA7776-65DB-4FB4-B711-9BB02749C8A7}" destId="{1FA9D815-7CDC-4BEB-89F9-092077C6F6F8}" srcOrd="0" destOrd="0" presId="urn:microsoft.com/office/officeart/2005/8/layout/vList5"/>
    <dgm:cxn modelId="{F13FE447-6870-40C6-8921-4D6B07972EBF}" type="presOf" srcId="{494C4D33-69AE-4B80-9073-73481168B61A}" destId="{4EA81553-BAAC-403C-B5DA-495A598B3625}" srcOrd="0" destOrd="0" presId="urn:microsoft.com/office/officeart/2005/8/layout/vList5"/>
    <dgm:cxn modelId="{66611A61-19AC-4D9C-9EAC-1CBE00AF1467}" type="presOf" srcId="{198F8E43-2503-4EF5-82AB-D7ABD004623E}" destId="{F9748C88-0B1E-4664-AE1D-9F3D6B6BE52C}" srcOrd="0" destOrd="0" presId="urn:microsoft.com/office/officeart/2005/8/layout/vList5"/>
    <dgm:cxn modelId="{9DC9B914-CA8E-4279-9BF1-B934F4512BB2}" type="presOf" srcId="{892F8921-FA60-4393-8D58-7C324DCE2FE2}" destId="{220D813E-8899-40BF-BCDC-3D88C69778E7}" srcOrd="0" destOrd="0" presId="urn:microsoft.com/office/officeart/2005/8/layout/vList5"/>
    <dgm:cxn modelId="{FCE6806E-1AA0-45DC-BA74-76A78AA6C3D3}" type="presOf" srcId="{E8827FF8-8489-48DD-82AD-62F602AE307A}" destId="{220D813E-8899-40BF-BCDC-3D88C69778E7}" srcOrd="0" destOrd="1" presId="urn:microsoft.com/office/officeart/2005/8/layout/vList5"/>
    <dgm:cxn modelId="{C78CFBC8-27F1-4480-B7B2-61027D441A0A}" type="presOf" srcId="{B8170F19-F350-428D-A637-D234FC55BBFC}" destId="{5B72E535-307E-4933-9F9D-3F7D3D0F57BC}" srcOrd="0" destOrd="0" presId="urn:microsoft.com/office/officeart/2005/8/layout/vList5"/>
    <dgm:cxn modelId="{CF556448-0B5F-4A35-B136-3BCE5D76B11C}" type="presOf" srcId="{90CEF225-23A8-4C69-B6D4-B525AF83DBD6}" destId="{C71571B7-C016-4D59-AC9B-A8D64179CE42}" srcOrd="0" destOrd="0" presId="urn:microsoft.com/office/officeart/2005/8/layout/vList5"/>
    <dgm:cxn modelId="{4097BDF2-329C-4846-B971-4560472ED448}" srcId="{90CEF225-23A8-4C69-B6D4-B525AF83DBD6}" destId="{892F8921-FA60-4393-8D58-7C324DCE2FE2}" srcOrd="0" destOrd="0" parTransId="{CCE287AC-5FB2-4EEB-B44F-537A5EB08144}" sibTransId="{8330CA40-581F-467A-A631-0074E8F6CA24}"/>
    <dgm:cxn modelId="{89638C5B-BFF3-43A3-BDED-1BC4A2794776}" srcId="{198F8E43-2503-4EF5-82AB-D7ABD004623E}" destId="{529AA749-C1F3-41C6-9BA7-521076FC4979}" srcOrd="1" destOrd="0" parTransId="{67AD89BC-382D-465E-88B8-7E71584171D6}" sibTransId="{A0AC30CE-EC3A-4DC2-8996-8A39D7EB36A7}"/>
    <dgm:cxn modelId="{1083D1E9-FD60-4873-AEB4-2C2952562EBA}" srcId="{27DA7776-65DB-4FB4-B711-9BB02749C8A7}" destId="{C4EAFE74-6DA0-4AC1-B695-B98C33C3F075}" srcOrd="0" destOrd="0" parTransId="{411C8EFC-B047-4DED-9139-401129D09483}" sibTransId="{84FD2C02-F904-4BC6-BEC7-9EB81021454D}"/>
    <dgm:cxn modelId="{04783373-98F2-47C8-9006-000CAF73F24B}" srcId="{494C4D33-69AE-4B80-9073-73481168B61A}" destId="{90CEF225-23A8-4C69-B6D4-B525AF83DBD6}" srcOrd="0" destOrd="0" parTransId="{3872E7A5-50C7-4AD2-A837-41AA9EEAEC47}" sibTransId="{C9E258FC-92FE-4876-A8FF-7E722A0CFAA9}"/>
    <dgm:cxn modelId="{441D2E29-0454-4F9A-88B0-3A756A9D3048}" srcId="{494C4D33-69AE-4B80-9073-73481168B61A}" destId="{198F8E43-2503-4EF5-82AB-D7ABD004623E}" srcOrd="2" destOrd="0" parTransId="{C8FA5C4D-DEB4-402E-B408-BEE97D82E412}" sibTransId="{9E407407-46F0-4BF8-98B3-5120784A6129}"/>
    <dgm:cxn modelId="{3C1244E5-BB5F-402E-870B-0AB5984402CA}" srcId="{27DA7776-65DB-4FB4-B711-9BB02749C8A7}" destId="{917E9517-6842-464F-9523-CDBEE03C100F}" srcOrd="1" destOrd="0" parTransId="{7EB6091D-6C7E-4840-8DDD-A4CCA05A87FD}" sibTransId="{E9296BDF-9903-4D61-B41B-0C99A0A666C6}"/>
    <dgm:cxn modelId="{AF966C01-78CD-43ED-B264-BC2FEEAC3DDC}" type="presOf" srcId="{917E9517-6842-464F-9523-CDBEE03C100F}" destId="{D06C2079-758E-4F3D-9022-AC09556CB864}" srcOrd="0" destOrd="1" presId="urn:microsoft.com/office/officeart/2005/8/layout/vList5"/>
    <dgm:cxn modelId="{AB653047-45E1-42A2-B926-57BD3730A1D6}" type="presOf" srcId="{529AA749-C1F3-41C6-9BA7-521076FC4979}" destId="{5B72E535-307E-4933-9F9D-3F7D3D0F57BC}" srcOrd="0" destOrd="1" presId="urn:microsoft.com/office/officeart/2005/8/layout/vList5"/>
    <dgm:cxn modelId="{AA7593F5-A9FF-4F76-8F42-B1F01CAC7B3F}" srcId="{90CEF225-23A8-4C69-B6D4-B525AF83DBD6}" destId="{E8827FF8-8489-48DD-82AD-62F602AE307A}" srcOrd="1" destOrd="0" parTransId="{A9F53B5A-662E-43DB-8A20-EFFE4D0B3D87}" sibTransId="{185935C0-C24B-43FC-855B-507389D36D11}"/>
    <dgm:cxn modelId="{9FF7618E-2BF9-4BD8-B261-D9A3CCC1EA27}" srcId="{494C4D33-69AE-4B80-9073-73481168B61A}" destId="{27DA7776-65DB-4FB4-B711-9BB02749C8A7}" srcOrd="1" destOrd="0" parTransId="{622D3A33-2C91-4C28-B19E-8171650CED79}" sibTransId="{DE1ACFCB-7606-4F10-9490-C5199919F161}"/>
    <dgm:cxn modelId="{D0879F3D-DD59-4D12-98A0-C924D4A5F718}" srcId="{198F8E43-2503-4EF5-82AB-D7ABD004623E}" destId="{B8170F19-F350-428D-A637-D234FC55BBFC}" srcOrd="0" destOrd="0" parTransId="{75D120D3-2564-4DA0-8943-E62D87C6B6E0}" sibTransId="{77F77263-EEE8-4657-9CD3-8CE1865FADB1}"/>
    <dgm:cxn modelId="{11036491-5589-4A5F-9C5D-1B2077186360}" type="presOf" srcId="{C4EAFE74-6DA0-4AC1-B695-B98C33C3F075}" destId="{D06C2079-758E-4F3D-9022-AC09556CB864}" srcOrd="0" destOrd="0" presId="urn:microsoft.com/office/officeart/2005/8/layout/vList5"/>
    <dgm:cxn modelId="{882D43C6-5B61-44C3-B5B8-F7E281EE0F94}" type="presParOf" srcId="{4EA81553-BAAC-403C-B5DA-495A598B3625}" destId="{2D96D2D5-5802-425F-B771-EB98DC51C300}" srcOrd="0" destOrd="0" presId="urn:microsoft.com/office/officeart/2005/8/layout/vList5"/>
    <dgm:cxn modelId="{014475C5-3853-4ECF-8DEA-CFC0451BD71D}" type="presParOf" srcId="{2D96D2D5-5802-425F-B771-EB98DC51C300}" destId="{C71571B7-C016-4D59-AC9B-A8D64179CE42}" srcOrd="0" destOrd="0" presId="urn:microsoft.com/office/officeart/2005/8/layout/vList5"/>
    <dgm:cxn modelId="{44D709E6-3483-461C-BDEA-274F55E60CCE}" type="presParOf" srcId="{2D96D2D5-5802-425F-B771-EB98DC51C300}" destId="{220D813E-8899-40BF-BCDC-3D88C69778E7}" srcOrd="1" destOrd="0" presId="urn:microsoft.com/office/officeart/2005/8/layout/vList5"/>
    <dgm:cxn modelId="{1C657852-DB5B-43B5-A7DD-37F553B0A5DF}" type="presParOf" srcId="{4EA81553-BAAC-403C-B5DA-495A598B3625}" destId="{29CCF238-E88C-4E94-AC2E-3ECEA12EBD3C}" srcOrd="1" destOrd="0" presId="urn:microsoft.com/office/officeart/2005/8/layout/vList5"/>
    <dgm:cxn modelId="{B34C6F57-0CB1-4BC5-B1F7-1F094884DBBE}" type="presParOf" srcId="{4EA81553-BAAC-403C-B5DA-495A598B3625}" destId="{A3573D53-682B-4ABB-A2DC-9969C7419236}" srcOrd="2" destOrd="0" presId="urn:microsoft.com/office/officeart/2005/8/layout/vList5"/>
    <dgm:cxn modelId="{CF1DD33C-8AB6-425E-B92F-22F5DC123246}" type="presParOf" srcId="{A3573D53-682B-4ABB-A2DC-9969C7419236}" destId="{1FA9D815-7CDC-4BEB-89F9-092077C6F6F8}" srcOrd="0" destOrd="0" presId="urn:microsoft.com/office/officeart/2005/8/layout/vList5"/>
    <dgm:cxn modelId="{546BB6AA-6386-475C-B418-4E7D0FBBD283}" type="presParOf" srcId="{A3573D53-682B-4ABB-A2DC-9969C7419236}" destId="{D06C2079-758E-4F3D-9022-AC09556CB864}" srcOrd="1" destOrd="0" presId="urn:microsoft.com/office/officeart/2005/8/layout/vList5"/>
    <dgm:cxn modelId="{E835CB78-065A-49CD-BFF0-0BE9D873870D}" type="presParOf" srcId="{4EA81553-BAAC-403C-B5DA-495A598B3625}" destId="{1981E770-7670-42E3-B46E-737809405D55}" srcOrd="3" destOrd="0" presId="urn:microsoft.com/office/officeart/2005/8/layout/vList5"/>
    <dgm:cxn modelId="{0636C9FD-329E-4820-B92C-EB05CED9854C}" type="presParOf" srcId="{4EA81553-BAAC-403C-B5DA-495A598B3625}" destId="{1A89C18B-C32F-4EE7-868F-4EC6BB8E2DBA}" srcOrd="4" destOrd="0" presId="urn:microsoft.com/office/officeart/2005/8/layout/vList5"/>
    <dgm:cxn modelId="{4FDADC9B-8F94-4590-A9D6-76E2DE876A61}" type="presParOf" srcId="{1A89C18B-C32F-4EE7-868F-4EC6BB8E2DBA}" destId="{F9748C88-0B1E-4664-AE1D-9F3D6B6BE52C}" srcOrd="0" destOrd="0" presId="urn:microsoft.com/office/officeart/2005/8/layout/vList5"/>
    <dgm:cxn modelId="{A30025F9-656B-4AE5-9D4D-8D22E1C77413}" type="presParOf" srcId="{1A89C18B-C32F-4EE7-868F-4EC6BB8E2DBA}" destId="{5B72E535-307E-4933-9F9D-3F7D3D0F57B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150FDC4-C919-42F9-9611-7DFD4D6F9699}" type="doc">
      <dgm:prSet loTypeId="urn:microsoft.com/office/officeart/2005/8/layout/arrow2" loCatId="process" qsTypeId="urn:microsoft.com/office/officeart/2005/8/quickstyle/3d3" qsCatId="3D" csTypeId="urn:microsoft.com/office/officeart/2005/8/colors/accent1_4" csCatId="accent1" phldr="1"/>
      <dgm:spPr/>
    </dgm:pt>
    <dgm:pt modelId="{4A1DE36B-51FD-4842-B6D6-2A3B6CFA833E}">
      <dgm:prSet phldrT="[Text]" custT="1"/>
      <dgm:spPr/>
      <dgm:t>
        <a:bodyPr/>
        <a:lstStyle/>
        <a:p>
          <a:r>
            <a:rPr lang="en-US" sz="1800" b="1" dirty="0" smtClean="0"/>
            <a:t>Collecting</a:t>
          </a:r>
          <a:endParaRPr lang="en-US" sz="1800" b="1" dirty="0"/>
        </a:p>
      </dgm:t>
    </dgm:pt>
    <dgm:pt modelId="{6BDAA074-BAF2-477C-AF87-867183494C7A}" type="parTrans" cxnId="{C876CA7E-69BF-4E2F-A0E3-4F051E5DB6DD}">
      <dgm:prSet/>
      <dgm:spPr/>
      <dgm:t>
        <a:bodyPr/>
        <a:lstStyle/>
        <a:p>
          <a:endParaRPr lang="en-US"/>
        </a:p>
      </dgm:t>
    </dgm:pt>
    <dgm:pt modelId="{3B07FB62-CDFF-4A90-8D58-3CF7C74623CE}" type="sibTrans" cxnId="{C876CA7E-69BF-4E2F-A0E3-4F051E5DB6DD}">
      <dgm:prSet/>
      <dgm:spPr/>
      <dgm:t>
        <a:bodyPr/>
        <a:lstStyle/>
        <a:p>
          <a:endParaRPr lang="en-US"/>
        </a:p>
      </dgm:t>
    </dgm:pt>
    <dgm:pt modelId="{12BF31B4-6350-44FB-A068-735B4A34C7CC}">
      <dgm:prSet phldrT="[Text]" custT="1"/>
      <dgm:spPr/>
      <dgm:t>
        <a:bodyPr/>
        <a:lstStyle/>
        <a:p>
          <a:r>
            <a:rPr lang="en-US" sz="1800" b="1" dirty="0" smtClean="0"/>
            <a:t>Validating</a:t>
          </a:r>
          <a:endParaRPr lang="en-US" sz="1800" b="1" dirty="0"/>
        </a:p>
      </dgm:t>
    </dgm:pt>
    <dgm:pt modelId="{C26E0EA3-2F7C-45F2-B0DF-CC784F530F63}" type="parTrans" cxnId="{489DF4E4-CA07-488F-8C71-C26FC9FE7D76}">
      <dgm:prSet/>
      <dgm:spPr/>
      <dgm:t>
        <a:bodyPr/>
        <a:lstStyle/>
        <a:p>
          <a:endParaRPr lang="en-US"/>
        </a:p>
      </dgm:t>
    </dgm:pt>
    <dgm:pt modelId="{9477D714-9FF7-4B41-A506-1122F218CBC7}" type="sibTrans" cxnId="{489DF4E4-CA07-488F-8C71-C26FC9FE7D76}">
      <dgm:prSet/>
      <dgm:spPr/>
      <dgm:t>
        <a:bodyPr/>
        <a:lstStyle/>
        <a:p>
          <a:endParaRPr lang="en-US"/>
        </a:p>
      </dgm:t>
    </dgm:pt>
    <dgm:pt modelId="{D51F0F16-BD57-45A8-AB6B-7C6D6CB8C40B}">
      <dgm:prSet phldrT="[Text]" custT="1"/>
      <dgm:spPr/>
      <dgm:t>
        <a:bodyPr/>
        <a:lstStyle/>
        <a:p>
          <a:r>
            <a:rPr lang="en-US" sz="1800" b="1" dirty="0" smtClean="0"/>
            <a:t>Producing the requirement document</a:t>
          </a:r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endParaRPr lang="en-US" sz="1800" b="1" dirty="0" smtClean="0"/>
        </a:p>
        <a:p>
          <a:r>
            <a:rPr lang="en-US" sz="1800" b="1" dirty="0" err="1" smtClean="0"/>
            <a:t>ucing</a:t>
          </a:r>
          <a:r>
            <a:rPr lang="en-US" sz="1800" b="1" dirty="0" smtClean="0"/>
            <a:t> the Requirements Documents</a:t>
          </a:r>
          <a:endParaRPr lang="en-US" sz="1800" b="1" dirty="0"/>
        </a:p>
      </dgm:t>
    </dgm:pt>
    <dgm:pt modelId="{46F381E1-1A41-4896-A2F6-9EAF13C7A891}" type="parTrans" cxnId="{793E3C25-78CB-4585-AA38-6C204736DCCF}">
      <dgm:prSet/>
      <dgm:spPr/>
      <dgm:t>
        <a:bodyPr/>
        <a:lstStyle/>
        <a:p>
          <a:endParaRPr lang="en-US"/>
        </a:p>
      </dgm:t>
    </dgm:pt>
    <dgm:pt modelId="{4419CB09-7A94-4260-B7C0-967BFD66D72F}" type="sibTrans" cxnId="{793E3C25-78CB-4585-AA38-6C204736DCCF}">
      <dgm:prSet/>
      <dgm:spPr/>
      <dgm:t>
        <a:bodyPr/>
        <a:lstStyle/>
        <a:p>
          <a:endParaRPr lang="en-US"/>
        </a:p>
      </dgm:t>
    </dgm:pt>
    <dgm:pt modelId="{3F08138C-497D-4DEA-9C0F-2ED9E48D11E1}">
      <dgm:prSet phldrT="[Text]" custT="1"/>
      <dgm:spPr/>
      <dgm:t>
        <a:bodyPr/>
        <a:lstStyle/>
        <a:p>
          <a:r>
            <a:rPr lang="en-US" sz="1800" b="1" dirty="0" smtClean="0"/>
            <a:t>Specifying</a:t>
          </a:r>
          <a:endParaRPr lang="en-US" sz="1800" b="1" dirty="0"/>
        </a:p>
      </dgm:t>
    </dgm:pt>
    <dgm:pt modelId="{281D5F8E-22DD-4DA5-B889-1B0824DA6BCE}" type="parTrans" cxnId="{446649E2-FB31-4F66-A026-1C6A1254A633}">
      <dgm:prSet/>
      <dgm:spPr/>
      <dgm:t>
        <a:bodyPr/>
        <a:lstStyle/>
        <a:p>
          <a:endParaRPr lang="en-US"/>
        </a:p>
      </dgm:t>
    </dgm:pt>
    <dgm:pt modelId="{0D50A01C-DA6B-4E0C-B33C-4802A0F0BAFD}" type="sibTrans" cxnId="{446649E2-FB31-4F66-A026-1C6A1254A633}">
      <dgm:prSet/>
      <dgm:spPr/>
      <dgm:t>
        <a:bodyPr/>
        <a:lstStyle/>
        <a:p>
          <a:endParaRPr lang="en-US"/>
        </a:p>
      </dgm:t>
    </dgm:pt>
    <dgm:pt modelId="{D4C39904-2EBA-4177-B500-9463C1728FF9}">
      <dgm:prSet phldrT="[Text]"/>
      <dgm:spPr/>
      <dgm:t>
        <a:bodyPr/>
        <a:lstStyle/>
        <a:p>
          <a:r>
            <a:rPr lang="en-US" b="1" dirty="0" smtClean="0"/>
            <a:t>Analyzing</a:t>
          </a:r>
          <a:endParaRPr lang="en-US" b="1" dirty="0"/>
        </a:p>
      </dgm:t>
    </dgm:pt>
    <dgm:pt modelId="{861D71D4-0BF8-4AF2-88A9-8C1F7DE5B422}" type="parTrans" cxnId="{7B54DAD1-5860-48E5-9C5A-9C1B23D20274}">
      <dgm:prSet/>
      <dgm:spPr/>
      <dgm:t>
        <a:bodyPr/>
        <a:lstStyle/>
        <a:p>
          <a:endParaRPr lang="en-US"/>
        </a:p>
      </dgm:t>
    </dgm:pt>
    <dgm:pt modelId="{F2B34C8C-0D8D-409E-A5C4-F107207056C5}" type="sibTrans" cxnId="{7B54DAD1-5860-48E5-9C5A-9C1B23D20274}">
      <dgm:prSet/>
      <dgm:spPr/>
      <dgm:t>
        <a:bodyPr/>
        <a:lstStyle/>
        <a:p>
          <a:endParaRPr lang="en-US"/>
        </a:p>
      </dgm:t>
    </dgm:pt>
    <dgm:pt modelId="{AA8ECD4A-9F01-4EA7-9C71-9D6F5CD0FF23}" type="pres">
      <dgm:prSet presAssocID="{A150FDC4-C919-42F9-9611-7DFD4D6F9699}" presName="arrowDiagram" presStyleCnt="0">
        <dgm:presLayoutVars>
          <dgm:chMax val="5"/>
          <dgm:dir/>
          <dgm:resizeHandles val="exact"/>
        </dgm:presLayoutVars>
      </dgm:prSet>
      <dgm:spPr/>
    </dgm:pt>
    <dgm:pt modelId="{E52A664E-C096-4885-8B15-E2BD93CC1C0F}" type="pres">
      <dgm:prSet presAssocID="{A150FDC4-C919-42F9-9611-7DFD4D6F9699}" presName="arrow" presStyleLbl="bgShp" presStyleIdx="0" presStyleCnt="1" custLinFactNeighborX="13831"/>
      <dgm:spPr/>
    </dgm:pt>
    <dgm:pt modelId="{E126137D-020C-42D6-ACC2-CF3D20C8E8EE}" type="pres">
      <dgm:prSet presAssocID="{A150FDC4-C919-42F9-9611-7DFD4D6F9699}" presName="arrowDiagram5" presStyleCnt="0"/>
      <dgm:spPr/>
    </dgm:pt>
    <dgm:pt modelId="{338D7754-CEFB-4421-9151-E0AF268F6A6C}" type="pres">
      <dgm:prSet presAssocID="{4A1DE36B-51FD-4842-B6D6-2A3B6CFA833E}" presName="bullet5a" presStyleLbl="node1" presStyleIdx="0" presStyleCnt="5" custLinFactX="100000" custLinFactNeighborX="165189" custLinFactNeighborY="51935"/>
      <dgm:spPr/>
    </dgm:pt>
    <dgm:pt modelId="{8BAAB5BB-3150-4D0C-B3C0-750E2AEA4024}" type="pres">
      <dgm:prSet presAssocID="{4A1DE36B-51FD-4842-B6D6-2A3B6CFA833E}" presName="textBox5a" presStyleLbl="revTx" presStyleIdx="0" presStyleCnt="5" custScaleX="151908" custLinFactNeighborX="79908" custLinFactNeighborY="14542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2AC6AAD-5EA4-4AE1-A4DE-418C458047EA}" type="pres">
      <dgm:prSet presAssocID="{D4C39904-2EBA-4177-B500-9463C1728FF9}" presName="bullet5b" presStyleLbl="node1" presStyleIdx="1" presStyleCnt="5" custLinFactX="47275" custLinFactNeighborX="100000" custLinFactNeighborY="12365"/>
      <dgm:spPr/>
    </dgm:pt>
    <dgm:pt modelId="{DC5B7E6E-6FFB-4CF9-BAB2-9C420A5F8ACE}" type="pres">
      <dgm:prSet presAssocID="{D4C39904-2EBA-4177-B500-9463C1728FF9}" presName="textBox5b" presStyleLbl="revTx" presStyleIdx="1" presStyleCnt="5" custScaleY="31556" custLinFactNeighborX="17444" custLinFactNeighborY="-2910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543737-2E4B-4F9A-873D-DE9D13CED91D}" type="pres">
      <dgm:prSet presAssocID="{12BF31B4-6350-44FB-A068-735B4A34C7CC}" presName="bullet5c" presStyleLbl="node1" presStyleIdx="2" presStyleCnt="5" custLinFactNeighborX="86092" custLinFactNeighborY="-12721"/>
      <dgm:spPr/>
    </dgm:pt>
    <dgm:pt modelId="{95672420-BBC7-4AAE-8777-AB936ACCCF81}" type="pres">
      <dgm:prSet presAssocID="{12BF31B4-6350-44FB-A068-735B4A34C7CC}" presName="textBox5c" presStyleLbl="revTx" presStyleIdx="2" presStyleCnt="5" custScaleY="21571" custLinFactNeighborX="9323" custLinFactNeighborY="-32026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F79D7D1-F46F-4C75-BEE7-0A7C7E445B25}" type="pres">
      <dgm:prSet presAssocID="{3F08138C-497D-4DEA-9C0F-2ED9E48D11E1}" presName="bullet5d" presStyleLbl="node1" presStyleIdx="3" presStyleCnt="5" custLinFactNeighborX="40025" custLinFactNeighborY="-9288"/>
      <dgm:spPr/>
    </dgm:pt>
    <dgm:pt modelId="{28355015-F44A-4B5C-9BF2-2A10B96C52F2}" type="pres">
      <dgm:prSet presAssocID="{3F08138C-497D-4DEA-9C0F-2ED9E48D11E1}" presName="textBox5d" presStyleLbl="revTx" presStyleIdx="3" presStyleCnt="5" custScaleX="105441" custScaleY="39088" custLinFactNeighborX="-10965" custLinFactNeighborY="-21526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0EFE2F2-FAF1-4176-AAA5-9AFA73224AE4}" type="pres">
      <dgm:prSet presAssocID="{D51F0F16-BD57-45A8-AB6B-7C6D6CB8C40B}" presName="bullet5e" presStyleLbl="node1" presStyleIdx="4" presStyleCnt="5" custLinFactNeighborX="30372" custLinFactNeighborY="-24769"/>
      <dgm:spPr/>
    </dgm:pt>
    <dgm:pt modelId="{398B11EA-6FE0-4034-9158-3A175D54430E}" type="pres">
      <dgm:prSet presAssocID="{D51F0F16-BD57-45A8-AB6B-7C6D6CB8C40B}" presName="textBox5e" presStyleLbl="revTx" presStyleIdx="4" presStyleCnt="5" custScaleX="139326" custScaleY="44730" custLinFactNeighborX="22503" custLinFactNeighborY="-2205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446649E2-FB31-4F66-A026-1C6A1254A633}" srcId="{A150FDC4-C919-42F9-9611-7DFD4D6F9699}" destId="{3F08138C-497D-4DEA-9C0F-2ED9E48D11E1}" srcOrd="3" destOrd="0" parTransId="{281D5F8E-22DD-4DA5-B889-1B0824DA6BCE}" sibTransId="{0D50A01C-DA6B-4E0C-B33C-4802A0F0BAFD}"/>
    <dgm:cxn modelId="{9C9FBF44-4B66-4529-9FB3-DDE631C8321E}" type="presOf" srcId="{4A1DE36B-51FD-4842-B6D6-2A3B6CFA833E}" destId="{8BAAB5BB-3150-4D0C-B3C0-750E2AEA4024}" srcOrd="0" destOrd="0" presId="urn:microsoft.com/office/officeart/2005/8/layout/arrow2"/>
    <dgm:cxn modelId="{26B4EFD3-60BB-4E83-9672-390EF8746507}" type="presOf" srcId="{12BF31B4-6350-44FB-A068-735B4A34C7CC}" destId="{95672420-BBC7-4AAE-8777-AB936ACCCF81}" srcOrd="0" destOrd="0" presId="urn:microsoft.com/office/officeart/2005/8/layout/arrow2"/>
    <dgm:cxn modelId="{0B58C75E-6593-4BED-A39A-C986CF359EC1}" type="presOf" srcId="{D51F0F16-BD57-45A8-AB6B-7C6D6CB8C40B}" destId="{398B11EA-6FE0-4034-9158-3A175D54430E}" srcOrd="0" destOrd="0" presId="urn:microsoft.com/office/officeart/2005/8/layout/arrow2"/>
    <dgm:cxn modelId="{3412B444-E41B-4F50-B937-D47AA39845C6}" type="presOf" srcId="{A150FDC4-C919-42F9-9611-7DFD4D6F9699}" destId="{AA8ECD4A-9F01-4EA7-9C71-9D6F5CD0FF23}" srcOrd="0" destOrd="0" presId="urn:microsoft.com/office/officeart/2005/8/layout/arrow2"/>
    <dgm:cxn modelId="{647DABB7-105F-4B58-87B9-91C38B9470E6}" type="presOf" srcId="{3F08138C-497D-4DEA-9C0F-2ED9E48D11E1}" destId="{28355015-F44A-4B5C-9BF2-2A10B96C52F2}" srcOrd="0" destOrd="0" presId="urn:microsoft.com/office/officeart/2005/8/layout/arrow2"/>
    <dgm:cxn modelId="{489DF4E4-CA07-488F-8C71-C26FC9FE7D76}" srcId="{A150FDC4-C919-42F9-9611-7DFD4D6F9699}" destId="{12BF31B4-6350-44FB-A068-735B4A34C7CC}" srcOrd="2" destOrd="0" parTransId="{C26E0EA3-2F7C-45F2-B0DF-CC784F530F63}" sibTransId="{9477D714-9FF7-4B41-A506-1122F218CBC7}"/>
    <dgm:cxn modelId="{793E3C25-78CB-4585-AA38-6C204736DCCF}" srcId="{A150FDC4-C919-42F9-9611-7DFD4D6F9699}" destId="{D51F0F16-BD57-45A8-AB6B-7C6D6CB8C40B}" srcOrd="4" destOrd="0" parTransId="{46F381E1-1A41-4896-A2F6-9EAF13C7A891}" sibTransId="{4419CB09-7A94-4260-B7C0-967BFD66D72F}"/>
    <dgm:cxn modelId="{7B54DAD1-5860-48E5-9C5A-9C1B23D20274}" srcId="{A150FDC4-C919-42F9-9611-7DFD4D6F9699}" destId="{D4C39904-2EBA-4177-B500-9463C1728FF9}" srcOrd="1" destOrd="0" parTransId="{861D71D4-0BF8-4AF2-88A9-8C1F7DE5B422}" sibTransId="{F2B34C8C-0D8D-409E-A5C4-F107207056C5}"/>
    <dgm:cxn modelId="{C876CA7E-69BF-4E2F-A0E3-4F051E5DB6DD}" srcId="{A150FDC4-C919-42F9-9611-7DFD4D6F9699}" destId="{4A1DE36B-51FD-4842-B6D6-2A3B6CFA833E}" srcOrd="0" destOrd="0" parTransId="{6BDAA074-BAF2-477C-AF87-867183494C7A}" sibTransId="{3B07FB62-CDFF-4A90-8D58-3CF7C74623CE}"/>
    <dgm:cxn modelId="{E39CA541-34D0-40F0-8EE1-DE0415BF8BCA}" type="presOf" srcId="{D4C39904-2EBA-4177-B500-9463C1728FF9}" destId="{DC5B7E6E-6FFB-4CF9-BAB2-9C420A5F8ACE}" srcOrd="0" destOrd="0" presId="urn:microsoft.com/office/officeart/2005/8/layout/arrow2"/>
    <dgm:cxn modelId="{04152770-ECE2-4DA2-8C88-818B5C0192E3}" type="presParOf" srcId="{AA8ECD4A-9F01-4EA7-9C71-9D6F5CD0FF23}" destId="{E52A664E-C096-4885-8B15-E2BD93CC1C0F}" srcOrd="0" destOrd="0" presId="urn:microsoft.com/office/officeart/2005/8/layout/arrow2"/>
    <dgm:cxn modelId="{4E6BB7E9-FC7D-42DE-982C-F7A097E382D0}" type="presParOf" srcId="{AA8ECD4A-9F01-4EA7-9C71-9D6F5CD0FF23}" destId="{E126137D-020C-42D6-ACC2-CF3D20C8E8EE}" srcOrd="1" destOrd="0" presId="urn:microsoft.com/office/officeart/2005/8/layout/arrow2"/>
    <dgm:cxn modelId="{CC9CE37B-74EB-4E21-9C4C-371D160632AB}" type="presParOf" srcId="{E126137D-020C-42D6-ACC2-CF3D20C8E8EE}" destId="{338D7754-CEFB-4421-9151-E0AF268F6A6C}" srcOrd="0" destOrd="0" presId="urn:microsoft.com/office/officeart/2005/8/layout/arrow2"/>
    <dgm:cxn modelId="{10C85720-504F-47AD-9407-25B3C6CD4224}" type="presParOf" srcId="{E126137D-020C-42D6-ACC2-CF3D20C8E8EE}" destId="{8BAAB5BB-3150-4D0C-B3C0-750E2AEA4024}" srcOrd="1" destOrd="0" presId="urn:microsoft.com/office/officeart/2005/8/layout/arrow2"/>
    <dgm:cxn modelId="{FB193D1F-A96A-4000-9B2E-DF000CD65213}" type="presParOf" srcId="{E126137D-020C-42D6-ACC2-CF3D20C8E8EE}" destId="{22AC6AAD-5EA4-4AE1-A4DE-418C458047EA}" srcOrd="2" destOrd="0" presId="urn:microsoft.com/office/officeart/2005/8/layout/arrow2"/>
    <dgm:cxn modelId="{2915BFA1-49C4-47FE-AE46-9C7B07F84500}" type="presParOf" srcId="{E126137D-020C-42D6-ACC2-CF3D20C8E8EE}" destId="{DC5B7E6E-6FFB-4CF9-BAB2-9C420A5F8ACE}" srcOrd="3" destOrd="0" presId="urn:microsoft.com/office/officeart/2005/8/layout/arrow2"/>
    <dgm:cxn modelId="{A068789D-1C79-4739-8E08-CAEAC4D66384}" type="presParOf" srcId="{E126137D-020C-42D6-ACC2-CF3D20C8E8EE}" destId="{29543737-2E4B-4F9A-873D-DE9D13CED91D}" srcOrd="4" destOrd="0" presId="urn:microsoft.com/office/officeart/2005/8/layout/arrow2"/>
    <dgm:cxn modelId="{BCB70B97-47C2-4814-B7B4-CB63C43A75BB}" type="presParOf" srcId="{E126137D-020C-42D6-ACC2-CF3D20C8E8EE}" destId="{95672420-BBC7-4AAE-8777-AB936ACCCF81}" srcOrd="5" destOrd="0" presId="urn:microsoft.com/office/officeart/2005/8/layout/arrow2"/>
    <dgm:cxn modelId="{C78640E2-3590-4013-9699-A78F0874A37C}" type="presParOf" srcId="{E126137D-020C-42D6-ACC2-CF3D20C8E8EE}" destId="{0F79D7D1-F46F-4C75-BEE7-0A7C7E445B25}" srcOrd="6" destOrd="0" presId="urn:microsoft.com/office/officeart/2005/8/layout/arrow2"/>
    <dgm:cxn modelId="{0FFF88E2-2663-478A-AF72-8FA1596FBA86}" type="presParOf" srcId="{E126137D-020C-42D6-ACC2-CF3D20C8E8EE}" destId="{28355015-F44A-4B5C-9BF2-2A10B96C52F2}" srcOrd="7" destOrd="0" presId="urn:microsoft.com/office/officeart/2005/8/layout/arrow2"/>
    <dgm:cxn modelId="{992AFE05-B826-4600-95D8-39B767C3FF2A}" type="presParOf" srcId="{E126137D-020C-42D6-ACC2-CF3D20C8E8EE}" destId="{C0EFE2F2-FAF1-4176-AAA5-9AFA73224AE4}" srcOrd="8" destOrd="0" presId="urn:microsoft.com/office/officeart/2005/8/layout/arrow2"/>
    <dgm:cxn modelId="{1B68F6CB-AA96-45FE-A3B1-2AE88424A630}" type="presParOf" srcId="{E126137D-020C-42D6-ACC2-CF3D20C8E8EE}" destId="{398B11EA-6FE0-4034-9158-3A175D54430E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83665B4-E2FB-43EA-AE9D-1C08D453929B}" type="doc">
      <dgm:prSet loTypeId="urn:microsoft.com/office/officeart/2005/8/layout/orgChart1" loCatId="hierarchy" qsTypeId="urn:microsoft.com/office/officeart/2005/8/quickstyle/simple3" qsCatId="simple" csTypeId="urn:microsoft.com/office/officeart/2005/8/colors/accent0_1" csCatId="mainScheme" phldr="1"/>
      <dgm:spPr/>
    </dgm:pt>
    <dgm:pt modelId="{B2929EAC-8DE9-4B7A-906E-40D0F9F826C3}">
      <dgm:prSet custT="1"/>
      <dgm:spPr/>
      <dgm:t>
        <a:bodyPr/>
        <a:lstStyle/>
        <a:p>
          <a:pPr marR="0" algn="ctr" rtl="0"/>
          <a:r>
            <a:rPr lang="fr-FR" sz="800" b="0" i="0" u="none" strike="noStrike" baseline="0" dirty="0" err="1" smtClean="0">
              <a:latin typeface="Calibri"/>
            </a:rPr>
            <a:t>Doctor's</a:t>
          </a:r>
          <a:r>
            <a:rPr lang="fr-FR" sz="800" b="0" i="0" u="none" strike="noStrike" baseline="0" dirty="0" smtClean="0">
              <a:latin typeface="Calibri"/>
            </a:rPr>
            <a:t> Office</a:t>
          </a:r>
          <a:endParaRPr lang="en-US" sz="800" dirty="0" smtClean="0"/>
        </a:p>
      </dgm:t>
    </dgm:pt>
    <dgm:pt modelId="{F879B916-353B-4DE8-989C-491B346C7D77}" type="parTrans" cxnId="{A6FE01E2-8E2B-4EB8-A306-9B9BA72D34DC}">
      <dgm:prSet/>
      <dgm:spPr/>
      <dgm:t>
        <a:bodyPr/>
        <a:lstStyle/>
        <a:p>
          <a:endParaRPr lang="en-US"/>
        </a:p>
      </dgm:t>
    </dgm:pt>
    <dgm:pt modelId="{5439EFBE-0C95-4159-82D9-7FEF274E60F2}" type="sibTrans" cxnId="{A6FE01E2-8E2B-4EB8-A306-9B9BA72D34DC}">
      <dgm:prSet/>
      <dgm:spPr/>
      <dgm:t>
        <a:bodyPr/>
        <a:lstStyle/>
        <a:p>
          <a:endParaRPr lang="en-US"/>
        </a:p>
      </dgm:t>
    </dgm:pt>
    <dgm:pt modelId="{D7DF4688-E163-4CDC-A617-3675861EA87A}">
      <dgm:prSet custT="1"/>
      <dgm:spPr/>
      <dgm:t>
        <a:bodyPr/>
        <a:lstStyle/>
        <a:p>
          <a:r>
            <a:rPr lang="en-US" sz="800" dirty="0" smtClean="0"/>
            <a:t>Manage Patients</a:t>
          </a:r>
        </a:p>
      </dgm:t>
    </dgm:pt>
    <dgm:pt modelId="{DED4C3A8-AE35-4D28-9EBA-AD2A0D4E6263}" type="parTrans" cxnId="{24E1DB63-447E-4895-9FE8-92685052E4EB}">
      <dgm:prSet/>
      <dgm:spPr/>
      <dgm:t>
        <a:bodyPr/>
        <a:lstStyle/>
        <a:p>
          <a:endParaRPr lang="en-US"/>
        </a:p>
      </dgm:t>
    </dgm:pt>
    <dgm:pt modelId="{3A7E0A0E-73AF-4C7F-951B-76B0DB97B145}" type="sibTrans" cxnId="{24E1DB63-447E-4895-9FE8-92685052E4EB}">
      <dgm:prSet/>
      <dgm:spPr/>
      <dgm:t>
        <a:bodyPr/>
        <a:lstStyle/>
        <a:p>
          <a:endParaRPr lang="en-US"/>
        </a:p>
      </dgm:t>
    </dgm:pt>
    <dgm:pt modelId="{31BB7C06-AE54-4B47-80B2-DC2DC1715586}">
      <dgm:prSet custT="1"/>
      <dgm:spPr/>
      <dgm:t>
        <a:bodyPr/>
        <a:lstStyle/>
        <a:p>
          <a:r>
            <a:rPr lang="en-US" sz="800" dirty="0" smtClean="0"/>
            <a:t>Explore Patients</a:t>
          </a:r>
        </a:p>
      </dgm:t>
    </dgm:pt>
    <dgm:pt modelId="{5832A334-DD0E-4D3A-893D-EEDFEF504D24}" type="parTrans" cxnId="{3D45FC4D-4D24-41B4-A527-82A6F17C54F3}">
      <dgm:prSet/>
      <dgm:spPr/>
      <dgm:t>
        <a:bodyPr/>
        <a:lstStyle/>
        <a:p>
          <a:endParaRPr lang="en-US"/>
        </a:p>
      </dgm:t>
    </dgm:pt>
    <dgm:pt modelId="{BA86BECC-00FE-485F-8E8C-231800558495}" type="sibTrans" cxnId="{3D45FC4D-4D24-41B4-A527-82A6F17C54F3}">
      <dgm:prSet/>
      <dgm:spPr/>
      <dgm:t>
        <a:bodyPr/>
        <a:lstStyle/>
        <a:p>
          <a:endParaRPr lang="en-US"/>
        </a:p>
      </dgm:t>
    </dgm:pt>
    <dgm:pt modelId="{F07D97B5-437C-45BF-BCD9-40866BC209FE}">
      <dgm:prSet custT="1"/>
      <dgm:spPr/>
      <dgm:t>
        <a:bodyPr/>
        <a:lstStyle/>
        <a:p>
          <a:r>
            <a:rPr lang="en-US" sz="800" dirty="0" smtClean="0"/>
            <a:t>Exploit Employees</a:t>
          </a:r>
        </a:p>
      </dgm:t>
    </dgm:pt>
    <dgm:pt modelId="{BD405836-0A46-433E-808F-76524F616875}" type="parTrans" cxnId="{4D3D584E-A907-4682-888E-80092EDC1DD9}">
      <dgm:prSet/>
      <dgm:spPr/>
      <dgm:t>
        <a:bodyPr/>
        <a:lstStyle/>
        <a:p>
          <a:endParaRPr lang="en-US"/>
        </a:p>
      </dgm:t>
    </dgm:pt>
    <dgm:pt modelId="{F49957E3-EEA4-4872-B85B-86557AD0B4BA}" type="sibTrans" cxnId="{4D3D584E-A907-4682-888E-80092EDC1DD9}">
      <dgm:prSet/>
      <dgm:spPr/>
      <dgm:t>
        <a:bodyPr/>
        <a:lstStyle/>
        <a:p>
          <a:endParaRPr lang="en-US"/>
        </a:p>
      </dgm:t>
    </dgm:pt>
    <dgm:pt modelId="{15E419CA-3128-430B-A066-5837363FA3B5}">
      <dgm:prSet custT="1"/>
      <dgm:spPr/>
      <dgm:t>
        <a:bodyPr/>
        <a:lstStyle/>
        <a:p>
          <a:r>
            <a:rPr lang="en-US" sz="800" dirty="0" smtClean="0"/>
            <a:t>Add Employee</a:t>
          </a:r>
        </a:p>
      </dgm:t>
    </dgm:pt>
    <dgm:pt modelId="{F4C4564D-0F94-4A63-B51C-FBE886FEFC1D}" type="parTrans" cxnId="{7BEEA218-6A41-4915-B834-D024325570B0}">
      <dgm:prSet/>
      <dgm:spPr/>
      <dgm:t>
        <a:bodyPr/>
        <a:lstStyle/>
        <a:p>
          <a:endParaRPr lang="en-US"/>
        </a:p>
      </dgm:t>
    </dgm:pt>
    <dgm:pt modelId="{EF5DE427-8CB4-4766-BB7C-649D893F0A04}" type="sibTrans" cxnId="{7BEEA218-6A41-4915-B834-D024325570B0}">
      <dgm:prSet/>
      <dgm:spPr/>
      <dgm:t>
        <a:bodyPr/>
        <a:lstStyle/>
        <a:p>
          <a:endParaRPr lang="en-US"/>
        </a:p>
      </dgm:t>
    </dgm:pt>
    <dgm:pt modelId="{102C8CB4-14E8-4614-9F6D-EA368684EB87}">
      <dgm:prSet custT="1"/>
      <dgm:spPr/>
      <dgm:t>
        <a:bodyPr/>
        <a:lstStyle/>
        <a:p>
          <a:r>
            <a:rPr lang="en-US" sz="800" dirty="0" smtClean="0"/>
            <a:t>Remove Employee</a:t>
          </a:r>
        </a:p>
      </dgm:t>
    </dgm:pt>
    <dgm:pt modelId="{C8D70983-D0BB-460F-81B1-5D1E2F562CFE}" type="parTrans" cxnId="{7BA6A774-C8CB-4C5B-8BCD-F45685B70131}">
      <dgm:prSet/>
      <dgm:spPr/>
      <dgm:t>
        <a:bodyPr/>
        <a:lstStyle/>
        <a:p>
          <a:endParaRPr lang="en-US"/>
        </a:p>
      </dgm:t>
    </dgm:pt>
    <dgm:pt modelId="{5673B8AC-CEEB-437A-9B3F-924E5C687F3C}" type="sibTrans" cxnId="{7BA6A774-C8CB-4C5B-8BCD-F45685B70131}">
      <dgm:prSet/>
      <dgm:spPr/>
      <dgm:t>
        <a:bodyPr/>
        <a:lstStyle/>
        <a:p>
          <a:endParaRPr lang="en-US"/>
        </a:p>
      </dgm:t>
    </dgm:pt>
    <dgm:pt modelId="{6B387347-AC9A-435C-85CA-5E3444E491B1}">
      <dgm:prSet custT="1"/>
      <dgm:spPr/>
      <dgm:t>
        <a:bodyPr/>
        <a:lstStyle/>
        <a:p>
          <a:r>
            <a:rPr lang="en-US" sz="800" dirty="0" smtClean="0"/>
            <a:t>Explore Employees</a:t>
          </a:r>
        </a:p>
      </dgm:t>
    </dgm:pt>
    <dgm:pt modelId="{73A1F2C3-1448-4163-88F2-F156A5C3E408}" type="parTrans" cxnId="{4470D9E0-8096-4CA8-B3EC-D81F963E1B68}">
      <dgm:prSet/>
      <dgm:spPr/>
      <dgm:t>
        <a:bodyPr/>
        <a:lstStyle/>
        <a:p>
          <a:endParaRPr lang="en-US"/>
        </a:p>
      </dgm:t>
    </dgm:pt>
    <dgm:pt modelId="{6ABB0E81-F06F-4CB5-97B1-05B679FF003C}" type="sibTrans" cxnId="{4470D9E0-8096-4CA8-B3EC-D81F963E1B68}">
      <dgm:prSet/>
      <dgm:spPr/>
      <dgm:t>
        <a:bodyPr/>
        <a:lstStyle/>
        <a:p>
          <a:endParaRPr lang="en-US"/>
        </a:p>
      </dgm:t>
    </dgm:pt>
    <dgm:pt modelId="{231A87A2-B4E1-48A2-BD46-A85831118F52}">
      <dgm:prSet custT="1"/>
      <dgm:spPr/>
      <dgm:t>
        <a:bodyPr/>
        <a:lstStyle/>
        <a:p>
          <a:r>
            <a:rPr lang="en-US" sz="800" dirty="0" smtClean="0"/>
            <a:t>View Employee</a:t>
          </a:r>
        </a:p>
      </dgm:t>
    </dgm:pt>
    <dgm:pt modelId="{8B646AD2-D485-4066-B5CF-6C46CA260681}" type="parTrans" cxnId="{98B567A3-5327-4573-9507-518D9FCB1500}">
      <dgm:prSet/>
      <dgm:spPr/>
      <dgm:t>
        <a:bodyPr/>
        <a:lstStyle/>
        <a:p>
          <a:endParaRPr lang="en-US"/>
        </a:p>
      </dgm:t>
    </dgm:pt>
    <dgm:pt modelId="{2BEED9E9-F7EC-4F4C-8C8E-A5A48EC7DD41}" type="sibTrans" cxnId="{98B567A3-5327-4573-9507-518D9FCB1500}">
      <dgm:prSet/>
      <dgm:spPr/>
      <dgm:t>
        <a:bodyPr/>
        <a:lstStyle/>
        <a:p>
          <a:endParaRPr lang="en-US"/>
        </a:p>
      </dgm:t>
    </dgm:pt>
    <dgm:pt modelId="{09CDE622-2B1D-4310-890C-5822E4E0D993}">
      <dgm:prSet custT="1"/>
      <dgm:spPr/>
      <dgm:t>
        <a:bodyPr/>
        <a:lstStyle/>
        <a:p>
          <a:r>
            <a:rPr lang="en-US" sz="800" dirty="0" smtClean="0"/>
            <a:t>Search for Employee</a:t>
          </a:r>
        </a:p>
      </dgm:t>
    </dgm:pt>
    <dgm:pt modelId="{14C00EF4-6A46-4045-8B2F-16F2D3D88949}" type="parTrans" cxnId="{DBC601AD-92FE-4B41-8FB3-C8C1FFBE6D6C}">
      <dgm:prSet/>
      <dgm:spPr/>
      <dgm:t>
        <a:bodyPr/>
        <a:lstStyle/>
        <a:p>
          <a:endParaRPr lang="en-US"/>
        </a:p>
      </dgm:t>
    </dgm:pt>
    <dgm:pt modelId="{A3960787-F273-4152-8E6A-F780D9F80CA2}" type="sibTrans" cxnId="{DBC601AD-92FE-4B41-8FB3-C8C1FFBE6D6C}">
      <dgm:prSet/>
      <dgm:spPr/>
      <dgm:t>
        <a:bodyPr/>
        <a:lstStyle/>
        <a:p>
          <a:endParaRPr lang="en-US"/>
        </a:p>
      </dgm:t>
    </dgm:pt>
    <dgm:pt modelId="{2520BE00-CDC2-4A01-86CC-5F4B249C70E3}">
      <dgm:prSet custT="1"/>
      <dgm:spPr/>
      <dgm:t>
        <a:bodyPr/>
        <a:lstStyle/>
        <a:p>
          <a:r>
            <a:rPr lang="en-US" sz="800" dirty="0" smtClean="0"/>
            <a:t>Manage Statistics</a:t>
          </a:r>
        </a:p>
      </dgm:t>
    </dgm:pt>
    <dgm:pt modelId="{744F96BD-B6EF-42CE-8C2B-AB4099E2CFB0}" type="parTrans" cxnId="{4F7B7AAD-7315-4FE5-B4E0-35B77AB87746}">
      <dgm:prSet/>
      <dgm:spPr/>
      <dgm:t>
        <a:bodyPr/>
        <a:lstStyle/>
        <a:p>
          <a:endParaRPr lang="en-US"/>
        </a:p>
      </dgm:t>
    </dgm:pt>
    <dgm:pt modelId="{3DEBB9D7-6E83-4DC3-B69D-55EAF76FC736}" type="sibTrans" cxnId="{4F7B7AAD-7315-4FE5-B4E0-35B77AB87746}">
      <dgm:prSet/>
      <dgm:spPr/>
      <dgm:t>
        <a:bodyPr/>
        <a:lstStyle/>
        <a:p>
          <a:endParaRPr lang="en-US"/>
        </a:p>
      </dgm:t>
    </dgm:pt>
    <dgm:pt modelId="{4746F7E2-BED9-4FA9-95CD-E452A8096535}">
      <dgm:prSet custT="1"/>
      <dgm:spPr/>
      <dgm:t>
        <a:bodyPr/>
        <a:lstStyle/>
        <a:p>
          <a:r>
            <a:rPr lang="en-US" sz="800" dirty="0" smtClean="0"/>
            <a:t>View Statistics</a:t>
          </a:r>
        </a:p>
      </dgm:t>
    </dgm:pt>
    <dgm:pt modelId="{AE062D71-62B2-445E-8C0D-3F7D5264F594}" type="parTrans" cxnId="{A56623EE-1707-417D-ABE5-636A15FE5534}">
      <dgm:prSet/>
      <dgm:spPr/>
      <dgm:t>
        <a:bodyPr/>
        <a:lstStyle/>
        <a:p>
          <a:endParaRPr lang="en-US"/>
        </a:p>
      </dgm:t>
    </dgm:pt>
    <dgm:pt modelId="{7BF4DE6C-DA6B-4149-B523-68057688CC93}" type="sibTrans" cxnId="{A56623EE-1707-417D-ABE5-636A15FE5534}">
      <dgm:prSet/>
      <dgm:spPr/>
      <dgm:t>
        <a:bodyPr/>
        <a:lstStyle/>
        <a:p>
          <a:endParaRPr lang="en-US"/>
        </a:p>
      </dgm:t>
    </dgm:pt>
    <dgm:pt modelId="{78D98E0E-2B19-4201-A587-B74E3B63C902}">
      <dgm:prSet custT="1"/>
      <dgm:spPr/>
      <dgm:t>
        <a:bodyPr/>
        <a:lstStyle/>
        <a:p>
          <a:r>
            <a:rPr lang="en-US" sz="800" dirty="0" smtClean="0"/>
            <a:t>Create Statistics </a:t>
          </a:r>
        </a:p>
      </dgm:t>
    </dgm:pt>
    <dgm:pt modelId="{3C83D2BE-0B6D-4EE6-B2E8-746AC89AA05F}" type="parTrans" cxnId="{C2AF30CF-31D3-4293-8EEB-7920CB471151}">
      <dgm:prSet/>
      <dgm:spPr/>
      <dgm:t>
        <a:bodyPr/>
        <a:lstStyle/>
        <a:p>
          <a:endParaRPr lang="en-US"/>
        </a:p>
      </dgm:t>
    </dgm:pt>
    <dgm:pt modelId="{3CDC2BAC-9D19-4A28-B0A1-4BDF09E6E1CF}" type="sibTrans" cxnId="{C2AF30CF-31D3-4293-8EEB-7920CB471151}">
      <dgm:prSet/>
      <dgm:spPr/>
      <dgm:t>
        <a:bodyPr/>
        <a:lstStyle/>
        <a:p>
          <a:endParaRPr lang="en-US"/>
        </a:p>
      </dgm:t>
    </dgm:pt>
    <dgm:pt modelId="{260CA0D4-82C8-4921-BFD6-5683420ACBCD}">
      <dgm:prSet custT="1"/>
      <dgm:spPr/>
      <dgm:t>
        <a:bodyPr/>
        <a:lstStyle/>
        <a:p>
          <a:r>
            <a:rPr lang="en-US" sz="800" dirty="0" smtClean="0"/>
            <a:t>Delete Statistics </a:t>
          </a:r>
        </a:p>
      </dgm:t>
    </dgm:pt>
    <dgm:pt modelId="{5EEBA779-0FE5-49A3-8506-1D1568C020A3}" type="parTrans" cxnId="{7E624344-373F-4F6E-950E-B9449BEF4F21}">
      <dgm:prSet/>
      <dgm:spPr/>
      <dgm:t>
        <a:bodyPr/>
        <a:lstStyle/>
        <a:p>
          <a:endParaRPr lang="en-US"/>
        </a:p>
      </dgm:t>
    </dgm:pt>
    <dgm:pt modelId="{2FFB3ED4-CB9D-459F-82AB-C0A1361DA4CE}" type="sibTrans" cxnId="{7E624344-373F-4F6E-950E-B9449BEF4F21}">
      <dgm:prSet/>
      <dgm:spPr/>
      <dgm:t>
        <a:bodyPr/>
        <a:lstStyle/>
        <a:p>
          <a:endParaRPr lang="en-US"/>
        </a:p>
      </dgm:t>
    </dgm:pt>
    <dgm:pt modelId="{7B9C90C0-F27F-4F49-872C-9DC4E6619F1D}">
      <dgm:prSet custT="1"/>
      <dgm:spPr/>
      <dgm:t>
        <a:bodyPr/>
        <a:lstStyle/>
        <a:p>
          <a:r>
            <a:rPr lang="en-US" sz="800" smtClean="0"/>
            <a:t>Update Statistics</a:t>
          </a:r>
        </a:p>
      </dgm:t>
    </dgm:pt>
    <dgm:pt modelId="{6993853A-9943-48DA-A641-28C94185D3C7}" type="parTrans" cxnId="{3B523776-B589-4904-AF0E-974550115E01}">
      <dgm:prSet/>
      <dgm:spPr/>
      <dgm:t>
        <a:bodyPr/>
        <a:lstStyle/>
        <a:p>
          <a:endParaRPr lang="en-US"/>
        </a:p>
      </dgm:t>
    </dgm:pt>
    <dgm:pt modelId="{FE7664EB-33A2-4CBD-A73F-551BC08F8366}" type="sibTrans" cxnId="{3B523776-B589-4904-AF0E-974550115E01}">
      <dgm:prSet/>
      <dgm:spPr/>
      <dgm:t>
        <a:bodyPr/>
        <a:lstStyle/>
        <a:p>
          <a:endParaRPr lang="en-US"/>
        </a:p>
      </dgm:t>
    </dgm:pt>
    <dgm:pt modelId="{E936E952-6141-4821-9BF8-D39DF6B2931D}">
      <dgm:prSet custT="1"/>
      <dgm:spPr/>
      <dgm:t>
        <a:bodyPr/>
        <a:lstStyle/>
        <a:p>
          <a:r>
            <a:rPr lang="en-US" sz="800" smtClean="0"/>
            <a:t>Search Stats</a:t>
          </a:r>
        </a:p>
      </dgm:t>
    </dgm:pt>
    <dgm:pt modelId="{D6CA6909-3BDB-4D1E-BECB-302CA17B0621}" type="parTrans" cxnId="{A5622E46-1D50-4351-BC19-019CE6C0E07A}">
      <dgm:prSet/>
      <dgm:spPr/>
      <dgm:t>
        <a:bodyPr/>
        <a:lstStyle/>
        <a:p>
          <a:endParaRPr lang="en-US"/>
        </a:p>
      </dgm:t>
    </dgm:pt>
    <dgm:pt modelId="{CBF0686A-B91B-4A51-B879-74ED7AE62105}" type="sibTrans" cxnId="{A5622E46-1D50-4351-BC19-019CE6C0E07A}">
      <dgm:prSet/>
      <dgm:spPr/>
      <dgm:t>
        <a:bodyPr/>
        <a:lstStyle/>
        <a:p>
          <a:endParaRPr lang="en-US"/>
        </a:p>
      </dgm:t>
    </dgm:pt>
    <dgm:pt modelId="{9D369B91-5D86-4908-9D18-30D18713E15D}">
      <dgm:prSet custT="1"/>
      <dgm:spPr/>
      <dgm:t>
        <a:bodyPr/>
        <a:lstStyle/>
        <a:p>
          <a:r>
            <a:rPr lang="en-US" sz="800" dirty="0" smtClean="0"/>
            <a:t>Manage Accounting Transactions</a:t>
          </a:r>
        </a:p>
      </dgm:t>
    </dgm:pt>
    <dgm:pt modelId="{8A9621D7-1917-4A33-BA86-E5FEDB1D7309}" type="parTrans" cxnId="{29D89A9E-E4DF-42D7-AF60-9BBE1D05B842}">
      <dgm:prSet/>
      <dgm:spPr/>
      <dgm:t>
        <a:bodyPr/>
        <a:lstStyle/>
        <a:p>
          <a:endParaRPr lang="en-US"/>
        </a:p>
      </dgm:t>
    </dgm:pt>
    <dgm:pt modelId="{B0FABB18-C0AA-4E3B-B24B-751C5FAF4C0D}" type="sibTrans" cxnId="{29D89A9E-E4DF-42D7-AF60-9BBE1D05B842}">
      <dgm:prSet/>
      <dgm:spPr/>
      <dgm:t>
        <a:bodyPr/>
        <a:lstStyle/>
        <a:p>
          <a:endParaRPr lang="en-US"/>
        </a:p>
      </dgm:t>
    </dgm:pt>
    <dgm:pt modelId="{6CBF03C6-78E2-4011-A34C-1B7DF4F0546F}">
      <dgm:prSet custT="1"/>
      <dgm:spPr/>
      <dgm:t>
        <a:bodyPr/>
        <a:lstStyle/>
        <a:p>
          <a:r>
            <a:rPr lang="en-US" sz="800" dirty="0" smtClean="0"/>
            <a:t>List of Expenses</a:t>
          </a:r>
        </a:p>
      </dgm:t>
    </dgm:pt>
    <dgm:pt modelId="{72318D4F-49C5-4899-A8F7-E7EB646D89A2}" type="parTrans" cxnId="{F0CB3039-579B-4F08-9DA2-5F4456CF664A}">
      <dgm:prSet/>
      <dgm:spPr/>
      <dgm:t>
        <a:bodyPr/>
        <a:lstStyle/>
        <a:p>
          <a:endParaRPr lang="en-US"/>
        </a:p>
      </dgm:t>
    </dgm:pt>
    <dgm:pt modelId="{A2BECD50-A20A-45D2-8FEF-38E433A3C38F}" type="sibTrans" cxnId="{F0CB3039-579B-4F08-9DA2-5F4456CF664A}">
      <dgm:prSet/>
      <dgm:spPr/>
      <dgm:t>
        <a:bodyPr/>
        <a:lstStyle/>
        <a:p>
          <a:endParaRPr lang="en-US"/>
        </a:p>
      </dgm:t>
    </dgm:pt>
    <dgm:pt modelId="{D0F4C588-FEB0-4711-9295-8330A9C480B2}">
      <dgm:prSet custT="1"/>
      <dgm:spPr/>
      <dgm:t>
        <a:bodyPr/>
        <a:lstStyle/>
        <a:p>
          <a:r>
            <a:rPr lang="en-US" sz="800" dirty="0" smtClean="0"/>
            <a:t>List of Revenues</a:t>
          </a:r>
        </a:p>
      </dgm:t>
    </dgm:pt>
    <dgm:pt modelId="{7F8C94F8-F38F-43EC-9443-4527360159FD}" type="parTrans" cxnId="{AA4B2958-4623-44E6-ADA4-B9C550A72B88}">
      <dgm:prSet/>
      <dgm:spPr/>
      <dgm:t>
        <a:bodyPr/>
        <a:lstStyle/>
        <a:p>
          <a:endParaRPr lang="en-US"/>
        </a:p>
      </dgm:t>
    </dgm:pt>
    <dgm:pt modelId="{F05F149A-5078-469D-A11A-0639C08B2AD0}" type="sibTrans" cxnId="{AA4B2958-4623-44E6-ADA4-B9C550A72B88}">
      <dgm:prSet/>
      <dgm:spPr/>
      <dgm:t>
        <a:bodyPr/>
        <a:lstStyle/>
        <a:p>
          <a:endParaRPr lang="en-US"/>
        </a:p>
      </dgm:t>
    </dgm:pt>
    <dgm:pt modelId="{5C3E0FBF-B5BE-4A57-801D-BE418F397A52}">
      <dgm:prSet custT="1"/>
      <dgm:spPr/>
      <dgm:t>
        <a:bodyPr/>
        <a:lstStyle/>
        <a:p>
          <a:r>
            <a:rPr lang="en-US" sz="800" dirty="0" smtClean="0"/>
            <a:t>Manage Expenses</a:t>
          </a:r>
        </a:p>
      </dgm:t>
    </dgm:pt>
    <dgm:pt modelId="{CAB7E457-18DF-4CE7-92D9-3FE733F5F3F9}" type="parTrans" cxnId="{55046955-02B6-4E6A-955A-128B88B71264}">
      <dgm:prSet/>
      <dgm:spPr/>
      <dgm:t>
        <a:bodyPr/>
        <a:lstStyle/>
        <a:p>
          <a:endParaRPr lang="en-US"/>
        </a:p>
      </dgm:t>
    </dgm:pt>
    <dgm:pt modelId="{735B811B-CD7D-4DB3-B6CD-168E01D9C395}" type="sibTrans" cxnId="{55046955-02B6-4E6A-955A-128B88B71264}">
      <dgm:prSet/>
      <dgm:spPr/>
      <dgm:t>
        <a:bodyPr/>
        <a:lstStyle/>
        <a:p>
          <a:endParaRPr lang="en-US"/>
        </a:p>
      </dgm:t>
    </dgm:pt>
    <dgm:pt modelId="{A403D237-29B3-432B-9966-461C3A4DAF55}">
      <dgm:prSet custT="1"/>
      <dgm:spPr/>
      <dgm:t>
        <a:bodyPr/>
        <a:lstStyle/>
        <a:p>
          <a:r>
            <a:rPr lang="en-US" sz="800" dirty="0" smtClean="0"/>
            <a:t>Manage Revenues</a:t>
          </a:r>
        </a:p>
      </dgm:t>
    </dgm:pt>
    <dgm:pt modelId="{BB20B9C8-06B7-4DAC-893D-F94D9EF46CDD}" type="parTrans" cxnId="{4DDD224B-C1B5-483C-849A-9455D80D64D1}">
      <dgm:prSet/>
      <dgm:spPr/>
      <dgm:t>
        <a:bodyPr/>
        <a:lstStyle/>
        <a:p>
          <a:endParaRPr lang="en-US"/>
        </a:p>
      </dgm:t>
    </dgm:pt>
    <dgm:pt modelId="{DE8511C8-CCB2-4435-BE9D-B18F84CE7137}" type="sibTrans" cxnId="{4DDD224B-C1B5-483C-849A-9455D80D64D1}">
      <dgm:prSet/>
      <dgm:spPr/>
      <dgm:t>
        <a:bodyPr/>
        <a:lstStyle/>
        <a:p>
          <a:endParaRPr lang="en-US"/>
        </a:p>
      </dgm:t>
    </dgm:pt>
    <dgm:pt modelId="{069676CE-B74A-43D1-A40F-D158602AB497}">
      <dgm:prSet custT="1"/>
      <dgm:spPr/>
      <dgm:t>
        <a:bodyPr/>
        <a:lstStyle/>
        <a:p>
          <a:r>
            <a:rPr lang="en-US" sz="800" dirty="0" smtClean="0"/>
            <a:t>Manage Appointments</a:t>
          </a:r>
        </a:p>
      </dgm:t>
    </dgm:pt>
    <dgm:pt modelId="{4C5EFC5A-F1C2-40C8-B50B-E211CF98095B}" type="parTrans" cxnId="{3314CFEC-A4F1-4790-9D05-50911ACC7B10}">
      <dgm:prSet/>
      <dgm:spPr/>
      <dgm:t>
        <a:bodyPr/>
        <a:lstStyle/>
        <a:p>
          <a:endParaRPr lang="en-US"/>
        </a:p>
      </dgm:t>
    </dgm:pt>
    <dgm:pt modelId="{0FCC8CD0-59AA-4AD1-9457-921C22565AC2}" type="sibTrans" cxnId="{3314CFEC-A4F1-4790-9D05-50911ACC7B10}">
      <dgm:prSet/>
      <dgm:spPr/>
      <dgm:t>
        <a:bodyPr/>
        <a:lstStyle/>
        <a:p>
          <a:endParaRPr lang="en-US"/>
        </a:p>
      </dgm:t>
    </dgm:pt>
    <dgm:pt modelId="{4A3F33F6-06AC-4C0E-AEE4-A25AD7156BE2}">
      <dgm:prSet custT="1"/>
      <dgm:spPr/>
      <dgm:t>
        <a:bodyPr/>
        <a:lstStyle/>
        <a:p>
          <a:r>
            <a:rPr lang="en-US" sz="800" dirty="0" smtClean="0"/>
            <a:t>Add Appointment</a:t>
          </a:r>
        </a:p>
      </dgm:t>
    </dgm:pt>
    <dgm:pt modelId="{3FD5C3A5-7E4D-425E-A3BD-A2577FA82DF0}" type="parTrans" cxnId="{A3511659-2514-4E68-83C8-6941220690D6}">
      <dgm:prSet/>
      <dgm:spPr/>
      <dgm:t>
        <a:bodyPr/>
        <a:lstStyle/>
        <a:p>
          <a:endParaRPr lang="en-US"/>
        </a:p>
      </dgm:t>
    </dgm:pt>
    <dgm:pt modelId="{6D0A8082-F4E3-42B3-8485-F29E83717EB6}" type="sibTrans" cxnId="{A3511659-2514-4E68-83C8-6941220690D6}">
      <dgm:prSet/>
      <dgm:spPr/>
      <dgm:t>
        <a:bodyPr/>
        <a:lstStyle/>
        <a:p>
          <a:endParaRPr lang="en-US"/>
        </a:p>
      </dgm:t>
    </dgm:pt>
    <dgm:pt modelId="{F44A34CF-79FB-480E-8C4B-6A6F9F3B28C0}">
      <dgm:prSet custT="1"/>
      <dgm:spPr/>
      <dgm:t>
        <a:bodyPr/>
        <a:lstStyle/>
        <a:p>
          <a:r>
            <a:rPr lang="en-US" sz="800" dirty="0" smtClean="0"/>
            <a:t>Manage Prescriptions</a:t>
          </a:r>
        </a:p>
      </dgm:t>
    </dgm:pt>
    <dgm:pt modelId="{F2911C5D-ACD0-4A42-802B-0E8E4FBBF57D}" type="parTrans" cxnId="{A4C10ACD-9AEA-437C-BFA6-70B8A97B6F1E}">
      <dgm:prSet/>
      <dgm:spPr/>
      <dgm:t>
        <a:bodyPr/>
        <a:lstStyle/>
        <a:p>
          <a:endParaRPr lang="en-US"/>
        </a:p>
      </dgm:t>
    </dgm:pt>
    <dgm:pt modelId="{101C41F9-D512-42D3-A85A-CA1E40FD272B}" type="sibTrans" cxnId="{A4C10ACD-9AEA-437C-BFA6-70B8A97B6F1E}">
      <dgm:prSet/>
      <dgm:spPr/>
      <dgm:t>
        <a:bodyPr/>
        <a:lstStyle/>
        <a:p>
          <a:endParaRPr lang="en-US"/>
        </a:p>
      </dgm:t>
    </dgm:pt>
    <dgm:pt modelId="{174B56BB-2605-4734-8AD4-3AE0F7E710FD}">
      <dgm:prSet custT="1"/>
      <dgm:spPr/>
      <dgm:t>
        <a:bodyPr/>
        <a:lstStyle/>
        <a:p>
          <a:r>
            <a:rPr lang="en-US" sz="800" dirty="0" smtClean="0"/>
            <a:t>Exploit Prescriptions</a:t>
          </a:r>
        </a:p>
      </dgm:t>
    </dgm:pt>
    <dgm:pt modelId="{83FEBC18-D170-42AC-82AF-56BA96644507}" type="parTrans" cxnId="{62345343-0A08-4EEF-A6C8-73FD38F968F8}">
      <dgm:prSet/>
      <dgm:spPr/>
      <dgm:t>
        <a:bodyPr/>
        <a:lstStyle/>
        <a:p>
          <a:endParaRPr lang="en-US"/>
        </a:p>
      </dgm:t>
    </dgm:pt>
    <dgm:pt modelId="{547E1403-35F0-487E-B5CB-468DDFD9ED5F}" type="sibTrans" cxnId="{62345343-0A08-4EEF-A6C8-73FD38F968F8}">
      <dgm:prSet/>
      <dgm:spPr/>
      <dgm:t>
        <a:bodyPr/>
        <a:lstStyle/>
        <a:p>
          <a:endParaRPr lang="en-US"/>
        </a:p>
      </dgm:t>
    </dgm:pt>
    <dgm:pt modelId="{04216307-56DB-45E9-9DBC-9D53D1379D4D}">
      <dgm:prSet custT="1"/>
      <dgm:spPr/>
      <dgm:t>
        <a:bodyPr/>
        <a:lstStyle/>
        <a:p>
          <a:r>
            <a:rPr lang="en-US" sz="800" smtClean="0"/>
            <a:t>Explore Prescriptions</a:t>
          </a:r>
        </a:p>
      </dgm:t>
    </dgm:pt>
    <dgm:pt modelId="{F87F17F9-3F45-4691-8298-CE725E591C99}" type="parTrans" cxnId="{3A6A280A-BE36-436E-AF61-E73E11197155}">
      <dgm:prSet/>
      <dgm:spPr/>
      <dgm:t>
        <a:bodyPr/>
        <a:lstStyle/>
        <a:p>
          <a:endParaRPr lang="en-US"/>
        </a:p>
      </dgm:t>
    </dgm:pt>
    <dgm:pt modelId="{47C7A272-E0AA-41A5-9E73-4663C444A8EE}" type="sibTrans" cxnId="{3A6A280A-BE36-436E-AF61-E73E11197155}">
      <dgm:prSet/>
      <dgm:spPr/>
      <dgm:t>
        <a:bodyPr/>
        <a:lstStyle/>
        <a:p>
          <a:endParaRPr lang="en-US"/>
        </a:p>
      </dgm:t>
    </dgm:pt>
    <dgm:pt modelId="{05528C33-3482-47F1-A862-88DD0442B480}">
      <dgm:prSet custT="1"/>
      <dgm:spPr/>
      <dgm:t>
        <a:bodyPr/>
        <a:lstStyle/>
        <a:p>
          <a:r>
            <a:rPr lang="en-US" sz="800" smtClean="0"/>
            <a:t>Search for prescription</a:t>
          </a:r>
        </a:p>
      </dgm:t>
    </dgm:pt>
    <dgm:pt modelId="{1F378F30-9C7F-4715-B41A-1B255F13F6B8}" type="parTrans" cxnId="{75AD777C-3DA6-4A74-B1B9-1211ECD4FF58}">
      <dgm:prSet/>
      <dgm:spPr/>
      <dgm:t>
        <a:bodyPr/>
        <a:lstStyle/>
        <a:p>
          <a:endParaRPr lang="en-US"/>
        </a:p>
      </dgm:t>
    </dgm:pt>
    <dgm:pt modelId="{DE85DC8C-E466-4B92-9A2C-6F1C73D94668}" type="sibTrans" cxnId="{75AD777C-3DA6-4A74-B1B9-1211ECD4FF58}">
      <dgm:prSet/>
      <dgm:spPr/>
      <dgm:t>
        <a:bodyPr/>
        <a:lstStyle/>
        <a:p>
          <a:endParaRPr lang="en-US"/>
        </a:p>
      </dgm:t>
    </dgm:pt>
    <dgm:pt modelId="{7D86BE87-35BB-4DE6-996B-6E3139D23B17}">
      <dgm:prSet custT="1"/>
      <dgm:spPr/>
      <dgm:t>
        <a:bodyPr/>
        <a:lstStyle/>
        <a:p>
          <a:r>
            <a:rPr lang="en-US" sz="800" smtClean="0"/>
            <a:t>Display Prescription</a:t>
          </a:r>
        </a:p>
      </dgm:t>
    </dgm:pt>
    <dgm:pt modelId="{8538252F-4306-4E61-8712-EACFD51EAD8D}" type="parTrans" cxnId="{4BE4B114-6AA8-43C0-A9B2-1A2A99C29A85}">
      <dgm:prSet/>
      <dgm:spPr/>
      <dgm:t>
        <a:bodyPr/>
        <a:lstStyle/>
        <a:p>
          <a:endParaRPr lang="en-US"/>
        </a:p>
      </dgm:t>
    </dgm:pt>
    <dgm:pt modelId="{C83C893B-B434-4433-9DA4-0CCA6F8F2664}" type="sibTrans" cxnId="{4BE4B114-6AA8-43C0-A9B2-1A2A99C29A85}">
      <dgm:prSet/>
      <dgm:spPr/>
      <dgm:t>
        <a:bodyPr/>
        <a:lstStyle/>
        <a:p>
          <a:endParaRPr lang="en-US"/>
        </a:p>
      </dgm:t>
    </dgm:pt>
    <dgm:pt modelId="{9662E0F7-4385-4865-AF8E-44DF63516637}">
      <dgm:prSet custT="1"/>
      <dgm:spPr/>
      <dgm:t>
        <a:bodyPr/>
        <a:lstStyle/>
        <a:p>
          <a:r>
            <a:rPr lang="en-US" sz="800" dirty="0" smtClean="0"/>
            <a:t>Exploit Patients</a:t>
          </a:r>
        </a:p>
      </dgm:t>
    </dgm:pt>
    <dgm:pt modelId="{038EB869-761E-4534-9EE9-E454B21F70FC}" type="parTrans" cxnId="{5721EAEC-5ED5-4F18-8A15-4A5A83AFD9C7}">
      <dgm:prSet/>
      <dgm:spPr/>
      <dgm:t>
        <a:bodyPr/>
        <a:lstStyle/>
        <a:p>
          <a:endParaRPr lang="en-US"/>
        </a:p>
      </dgm:t>
    </dgm:pt>
    <dgm:pt modelId="{5401B4EF-2651-46CD-BEB4-5710C56DFC0B}" type="sibTrans" cxnId="{5721EAEC-5ED5-4F18-8A15-4A5A83AFD9C7}">
      <dgm:prSet/>
      <dgm:spPr/>
      <dgm:t>
        <a:bodyPr/>
        <a:lstStyle/>
        <a:p>
          <a:endParaRPr lang="en-US"/>
        </a:p>
      </dgm:t>
    </dgm:pt>
    <dgm:pt modelId="{CA80E9DB-8085-4754-84F3-841E44726D3D}">
      <dgm:prSet custT="1"/>
      <dgm:spPr/>
      <dgm:t>
        <a:bodyPr/>
        <a:lstStyle/>
        <a:p>
          <a:r>
            <a:rPr lang="en-US" sz="800" dirty="0" smtClean="0"/>
            <a:t>Manage Employees</a:t>
          </a:r>
        </a:p>
      </dgm:t>
    </dgm:pt>
    <dgm:pt modelId="{1793C7BB-9934-48DB-A224-458942133EF7}" type="sibTrans" cxnId="{0F122D7B-A26E-40D4-B99B-03D8A0BDD3D3}">
      <dgm:prSet/>
      <dgm:spPr/>
      <dgm:t>
        <a:bodyPr/>
        <a:lstStyle/>
        <a:p>
          <a:endParaRPr lang="en-US"/>
        </a:p>
      </dgm:t>
    </dgm:pt>
    <dgm:pt modelId="{54733463-486C-4E45-9DCE-4E46DB3881AA}" type="parTrans" cxnId="{0F122D7B-A26E-40D4-B99B-03D8A0BDD3D3}">
      <dgm:prSet/>
      <dgm:spPr/>
      <dgm:t>
        <a:bodyPr/>
        <a:lstStyle/>
        <a:p>
          <a:endParaRPr lang="en-US"/>
        </a:p>
      </dgm:t>
    </dgm:pt>
    <dgm:pt modelId="{46C6E020-3B22-4A44-80EE-ED9D082E6EEF}">
      <dgm:prSet custT="1"/>
      <dgm:spPr/>
      <dgm:t>
        <a:bodyPr/>
        <a:lstStyle/>
        <a:p>
          <a:r>
            <a:rPr lang="en-US" sz="800" dirty="0" smtClean="0"/>
            <a:t>View patient</a:t>
          </a:r>
        </a:p>
      </dgm:t>
    </dgm:pt>
    <dgm:pt modelId="{438D0B35-23FC-4EBC-8EAF-D054BF4910CD}" type="sibTrans" cxnId="{AE15A4D7-361B-4F28-A305-DBE3A94B2D73}">
      <dgm:prSet/>
      <dgm:spPr/>
      <dgm:t>
        <a:bodyPr/>
        <a:lstStyle/>
        <a:p>
          <a:endParaRPr lang="en-US"/>
        </a:p>
      </dgm:t>
    </dgm:pt>
    <dgm:pt modelId="{B6B80867-8C0A-41CB-85D5-DB8A9EC3C1A2}" type="parTrans" cxnId="{AE15A4D7-361B-4F28-A305-DBE3A94B2D73}">
      <dgm:prSet/>
      <dgm:spPr/>
      <dgm:t>
        <a:bodyPr/>
        <a:lstStyle/>
        <a:p>
          <a:endParaRPr lang="en-US"/>
        </a:p>
      </dgm:t>
    </dgm:pt>
    <dgm:pt modelId="{CE10267B-6E32-4790-B2AD-AA1CF06D4834}">
      <dgm:prSet custT="1"/>
      <dgm:spPr/>
      <dgm:t>
        <a:bodyPr/>
        <a:lstStyle/>
        <a:p>
          <a:r>
            <a:rPr lang="en-US" sz="800" smtClean="0"/>
            <a:t>Add Patient</a:t>
          </a:r>
        </a:p>
      </dgm:t>
    </dgm:pt>
    <dgm:pt modelId="{4B22474E-4226-4139-9CE8-38ABDE1407DF}" type="parTrans" cxnId="{38F2678C-839D-48C1-9ED2-EBE0739CF577}">
      <dgm:prSet/>
      <dgm:spPr/>
      <dgm:t>
        <a:bodyPr/>
        <a:lstStyle/>
        <a:p>
          <a:endParaRPr lang="en-US"/>
        </a:p>
      </dgm:t>
    </dgm:pt>
    <dgm:pt modelId="{DC9D0397-5C51-4F9E-8F6B-7F5E8422366A}" type="sibTrans" cxnId="{38F2678C-839D-48C1-9ED2-EBE0739CF577}">
      <dgm:prSet/>
      <dgm:spPr/>
      <dgm:t>
        <a:bodyPr/>
        <a:lstStyle/>
        <a:p>
          <a:endParaRPr lang="en-US"/>
        </a:p>
      </dgm:t>
    </dgm:pt>
    <dgm:pt modelId="{EEDA4850-3D91-4FD8-BE72-89FD56ACA1BB}">
      <dgm:prSet custT="1"/>
      <dgm:spPr/>
      <dgm:t>
        <a:bodyPr/>
        <a:lstStyle/>
        <a:p>
          <a:r>
            <a:rPr lang="en-US" sz="800" dirty="0" smtClean="0"/>
            <a:t>Remove Patient</a:t>
          </a:r>
        </a:p>
      </dgm:t>
    </dgm:pt>
    <dgm:pt modelId="{4504A0F3-DD59-47BE-A961-A53B2925E1F4}" type="parTrans" cxnId="{FECACDB7-1D44-4A22-839D-887779FC1519}">
      <dgm:prSet/>
      <dgm:spPr/>
      <dgm:t>
        <a:bodyPr/>
        <a:lstStyle/>
        <a:p>
          <a:endParaRPr lang="en-US"/>
        </a:p>
      </dgm:t>
    </dgm:pt>
    <dgm:pt modelId="{A6034BEB-DF47-4608-BA23-1DA08B7AF45D}" type="sibTrans" cxnId="{FECACDB7-1D44-4A22-839D-887779FC1519}">
      <dgm:prSet/>
      <dgm:spPr/>
      <dgm:t>
        <a:bodyPr/>
        <a:lstStyle/>
        <a:p>
          <a:endParaRPr lang="en-US"/>
        </a:p>
      </dgm:t>
    </dgm:pt>
    <dgm:pt modelId="{984785CD-64BD-4711-9CE5-C6F1A4C1D5EC}">
      <dgm:prSet custT="1"/>
      <dgm:spPr/>
      <dgm:t>
        <a:bodyPr/>
        <a:lstStyle/>
        <a:p>
          <a:r>
            <a:rPr lang="en-US" sz="800" dirty="0" smtClean="0"/>
            <a:t>Modify Patient</a:t>
          </a:r>
        </a:p>
      </dgm:t>
    </dgm:pt>
    <dgm:pt modelId="{A5CCD15D-CBFC-4CD1-B0A3-912B0FC809D1}" type="parTrans" cxnId="{520B7E49-EA85-4A8B-B173-8F7FA5F75917}">
      <dgm:prSet/>
      <dgm:spPr/>
      <dgm:t>
        <a:bodyPr/>
        <a:lstStyle/>
        <a:p>
          <a:endParaRPr lang="en-US"/>
        </a:p>
      </dgm:t>
    </dgm:pt>
    <dgm:pt modelId="{CC821DB7-27B4-4A01-8F8B-6985F737C159}" type="sibTrans" cxnId="{520B7E49-EA85-4A8B-B173-8F7FA5F75917}">
      <dgm:prSet/>
      <dgm:spPr/>
      <dgm:t>
        <a:bodyPr/>
        <a:lstStyle/>
        <a:p>
          <a:endParaRPr lang="en-US"/>
        </a:p>
      </dgm:t>
    </dgm:pt>
    <dgm:pt modelId="{B8533B69-05DC-45EF-82FE-F1A91BB1D025}">
      <dgm:prSet custT="1"/>
      <dgm:spPr/>
      <dgm:t>
        <a:bodyPr/>
        <a:lstStyle/>
        <a:p>
          <a:r>
            <a:rPr lang="en-US" sz="800" dirty="0" smtClean="0"/>
            <a:t>Sort Patient</a:t>
          </a:r>
        </a:p>
      </dgm:t>
    </dgm:pt>
    <dgm:pt modelId="{00F3A398-410E-4835-A33F-34BBF0F337DE}" type="sibTrans" cxnId="{66143868-97F6-4874-A3D3-15D0643F6C62}">
      <dgm:prSet/>
      <dgm:spPr/>
      <dgm:t>
        <a:bodyPr/>
        <a:lstStyle/>
        <a:p>
          <a:endParaRPr lang="en-US"/>
        </a:p>
      </dgm:t>
    </dgm:pt>
    <dgm:pt modelId="{D45CF031-31BC-448B-9216-0A8F85634BEA}" type="parTrans" cxnId="{66143868-97F6-4874-A3D3-15D0643F6C62}">
      <dgm:prSet/>
      <dgm:spPr/>
      <dgm:t>
        <a:bodyPr/>
        <a:lstStyle/>
        <a:p>
          <a:endParaRPr lang="en-US"/>
        </a:p>
      </dgm:t>
    </dgm:pt>
    <dgm:pt modelId="{27EBC27F-7618-4DD1-982F-29B910C4DD63}">
      <dgm:prSet custT="1"/>
      <dgm:spPr/>
      <dgm:t>
        <a:bodyPr/>
        <a:lstStyle/>
        <a:p>
          <a:r>
            <a:rPr lang="en-US" sz="800" dirty="0" smtClean="0"/>
            <a:t>View all Patients </a:t>
          </a:r>
        </a:p>
      </dgm:t>
    </dgm:pt>
    <dgm:pt modelId="{7829AD67-9E94-4F21-9D85-F94C1F3DD47B}" type="parTrans" cxnId="{4B392AD1-0498-4588-ACBF-0018E1B9555A}">
      <dgm:prSet/>
      <dgm:spPr/>
      <dgm:t>
        <a:bodyPr/>
        <a:lstStyle/>
        <a:p>
          <a:endParaRPr lang="en-US"/>
        </a:p>
      </dgm:t>
    </dgm:pt>
    <dgm:pt modelId="{8E769918-0A71-49BA-A607-5B58FDB54963}" type="sibTrans" cxnId="{4B392AD1-0498-4588-ACBF-0018E1B9555A}">
      <dgm:prSet/>
      <dgm:spPr/>
      <dgm:t>
        <a:bodyPr/>
        <a:lstStyle/>
        <a:p>
          <a:endParaRPr lang="en-US"/>
        </a:p>
      </dgm:t>
    </dgm:pt>
    <dgm:pt modelId="{569CA4B5-99C0-4993-B1BB-463919492D27}">
      <dgm:prSet custT="1"/>
      <dgm:spPr/>
      <dgm:t>
        <a:bodyPr/>
        <a:lstStyle/>
        <a:p>
          <a:r>
            <a:rPr lang="en-US" sz="800" dirty="0" smtClean="0"/>
            <a:t>Search for Patient</a:t>
          </a:r>
        </a:p>
      </dgm:t>
    </dgm:pt>
    <dgm:pt modelId="{BDAB2EE8-7999-4EEC-8228-C642AF0FBC76}" type="parTrans" cxnId="{C86022EA-9573-4788-AFFF-F715BFF6B974}">
      <dgm:prSet/>
      <dgm:spPr/>
      <dgm:t>
        <a:bodyPr/>
        <a:lstStyle/>
        <a:p>
          <a:endParaRPr lang="en-US"/>
        </a:p>
      </dgm:t>
    </dgm:pt>
    <dgm:pt modelId="{1FF6AB28-4B5D-4225-8132-F7B194FA394F}" type="sibTrans" cxnId="{C86022EA-9573-4788-AFFF-F715BFF6B974}">
      <dgm:prSet/>
      <dgm:spPr/>
      <dgm:t>
        <a:bodyPr/>
        <a:lstStyle/>
        <a:p>
          <a:endParaRPr lang="en-US"/>
        </a:p>
      </dgm:t>
    </dgm:pt>
    <dgm:pt modelId="{D381C1E2-1D27-425B-ABD6-E0D91B62A718}">
      <dgm:prSet custT="1"/>
      <dgm:spPr/>
      <dgm:t>
        <a:bodyPr/>
        <a:lstStyle/>
        <a:p>
          <a:r>
            <a:rPr lang="en-US" sz="800" dirty="0" smtClean="0"/>
            <a:t>Modify Employee</a:t>
          </a:r>
        </a:p>
      </dgm:t>
    </dgm:pt>
    <dgm:pt modelId="{D9265ABD-B979-4516-A5B3-6CE6D8F946FA}" type="parTrans" cxnId="{9238A789-FFFF-4E4C-9696-F03761054E32}">
      <dgm:prSet/>
      <dgm:spPr/>
      <dgm:t>
        <a:bodyPr/>
        <a:lstStyle/>
        <a:p>
          <a:endParaRPr lang="en-US"/>
        </a:p>
      </dgm:t>
    </dgm:pt>
    <dgm:pt modelId="{3D5292C0-FC15-44A2-A8D0-055A2AEE761A}" type="sibTrans" cxnId="{9238A789-FFFF-4E4C-9696-F03761054E32}">
      <dgm:prSet/>
      <dgm:spPr/>
      <dgm:t>
        <a:bodyPr/>
        <a:lstStyle/>
        <a:p>
          <a:endParaRPr lang="en-US"/>
        </a:p>
      </dgm:t>
    </dgm:pt>
    <dgm:pt modelId="{5B24CCA6-6C6F-4137-9727-5434ACD16B44}">
      <dgm:prSet custT="1"/>
      <dgm:spPr/>
      <dgm:t>
        <a:bodyPr/>
        <a:lstStyle/>
        <a:p>
          <a:r>
            <a:rPr lang="en-US" sz="800" dirty="0" smtClean="0"/>
            <a:t>Sort Employee</a:t>
          </a:r>
        </a:p>
      </dgm:t>
    </dgm:pt>
    <dgm:pt modelId="{6BAF62C2-A10E-4849-91A7-E090225089D3}" type="parTrans" cxnId="{77928A9C-2586-4569-8AAE-ACA922F9AEDB}">
      <dgm:prSet/>
      <dgm:spPr/>
      <dgm:t>
        <a:bodyPr/>
        <a:lstStyle/>
        <a:p>
          <a:endParaRPr lang="en-US"/>
        </a:p>
      </dgm:t>
    </dgm:pt>
    <dgm:pt modelId="{10B90AFA-4108-43CA-9CD3-80350BABD9CB}" type="sibTrans" cxnId="{77928A9C-2586-4569-8AAE-ACA922F9AEDB}">
      <dgm:prSet/>
      <dgm:spPr/>
      <dgm:t>
        <a:bodyPr/>
        <a:lstStyle/>
        <a:p>
          <a:endParaRPr lang="en-US"/>
        </a:p>
      </dgm:t>
    </dgm:pt>
    <dgm:pt modelId="{873339AF-D5BB-4DC6-9A03-60AB002B3B43}">
      <dgm:prSet custT="1"/>
      <dgm:spPr/>
      <dgm:t>
        <a:bodyPr/>
        <a:lstStyle/>
        <a:p>
          <a:r>
            <a:rPr lang="en-US" sz="800" dirty="0" smtClean="0"/>
            <a:t>View all Employees</a:t>
          </a:r>
        </a:p>
      </dgm:t>
    </dgm:pt>
    <dgm:pt modelId="{5F38E0A1-5758-4A11-AB38-617DA4AF184A}" type="parTrans" cxnId="{9E507F91-E395-4F17-9BC3-01D5D84BA625}">
      <dgm:prSet/>
      <dgm:spPr/>
      <dgm:t>
        <a:bodyPr/>
        <a:lstStyle/>
        <a:p>
          <a:endParaRPr lang="en-US"/>
        </a:p>
      </dgm:t>
    </dgm:pt>
    <dgm:pt modelId="{66E68E34-4CB0-4A01-971C-0E46AEEA908A}" type="sibTrans" cxnId="{9E507F91-E395-4F17-9BC3-01D5D84BA625}">
      <dgm:prSet/>
      <dgm:spPr/>
      <dgm:t>
        <a:bodyPr/>
        <a:lstStyle/>
        <a:p>
          <a:endParaRPr lang="en-US"/>
        </a:p>
      </dgm:t>
    </dgm:pt>
    <dgm:pt modelId="{BB9A29B5-9CD3-412B-B1E3-A51AEEE5F4D8}">
      <dgm:prSet custT="1"/>
      <dgm:spPr/>
      <dgm:t>
        <a:bodyPr/>
        <a:lstStyle/>
        <a:p>
          <a:r>
            <a:rPr lang="en-US" sz="800" dirty="0" smtClean="0"/>
            <a:t>Search Stats</a:t>
          </a:r>
        </a:p>
      </dgm:t>
    </dgm:pt>
    <dgm:pt modelId="{CF6BE040-4E90-46AD-9C0E-DF4404FCFC0D}" type="parTrans" cxnId="{3475DB7D-0C64-4DB8-B531-CD842CAAF556}">
      <dgm:prSet/>
      <dgm:spPr/>
      <dgm:t>
        <a:bodyPr/>
        <a:lstStyle/>
        <a:p>
          <a:endParaRPr lang="en-US"/>
        </a:p>
      </dgm:t>
    </dgm:pt>
    <dgm:pt modelId="{6EF3FC17-04D3-40B9-991A-5D2E6539C79F}" type="sibTrans" cxnId="{3475DB7D-0C64-4DB8-B531-CD842CAAF556}">
      <dgm:prSet/>
      <dgm:spPr/>
      <dgm:t>
        <a:bodyPr/>
        <a:lstStyle/>
        <a:p>
          <a:endParaRPr lang="en-US"/>
        </a:p>
      </dgm:t>
    </dgm:pt>
    <dgm:pt modelId="{AEEA4AF6-7AB3-4E4C-95CE-1821C5BDCA5F}">
      <dgm:prSet custT="1"/>
      <dgm:spPr/>
      <dgm:t>
        <a:bodyPr/>
        <a:lstStyle/>
        <a:p>
          <a:r>
            <a:rPr lang="en-US" sz="800" dirty="0" smtClean="0"/>
            <a:t>Clients' Stats</a:t>
          </a:r>
        </a:p>
      </dgm:t>
    </dgm:pt>
    <dgm:pt modelId="{8A7A0798-BD39-4EEF-A8DD-EFF62620006A}" type="parTrans" cxnId="{D5801246-6E12-449A-A679-BF090CE54E5B}">
      <dgm:prSet/>
      <dgm:spPr/>
      <dgm:t>
        <a:bodyPr/>
        <a:lstStyle/>
        <a:p>
          <a:endParaRPr lang="en-US"/>
        </a:p>
      </dgm:t>
    </dgm:pt>
    <dgm:pt modelId="{7BB0C97E-003D-4FD5-B544-F949244B3F06}" type="sibTrans" cxnId="{D5801246-6E12-449A-A679-BF090CE54E5B}">
      <dgm:prSet/>
      <dgm:spPr/>
      <dgm:t>
        <a:bodyPr/>
        <a:lstStyle/>
        <a:p>
          <a:endParaRPr lang="en-US"/>
        </a:p>
      </dgm:t>
    </dgm:pt>
    <dgm:pt modelId="{54664CB6-C676-4AD6-A207-F933C3DD998C}">
      <dgm:prSet custT="1"/>
      <dgm:spPr/>
      <dgm:t>
        <a:bodyPr/>
        <a:lstStyle/>
        <a:p>
          <a:r>
            <a:rPr lang="en-US" sz="800" dirty="0" smtClean="0"/>
            <a:t>Search Stats</a:t>
          </a:r>
        </a:p>
      </dgm:t>
    </dgm:pt>
    <dgm:pt modelId="{6F8D08DC-0B43-4616-92D5-431F53B9AAD2}" type="parTrans" cxnId="{F37746A1-CACA-4E65-ADF1-3727349D11C1}">
      <dgm:prSet/>
      <dgm:spPr/>
      <dgm:t>
        <a:bodyPr/>
        <a:lstStyle/>
        <a:p>
          <a:endParaRPr lang="en-US"/>
        </a:p>
      </dgm:t>
    </dgm:pt>
    <dgm:pt modelId="{BFD799C6-2EC7-436B-B316-D165EAB80071}" type="sibTrans" cxnId="{F37746A1-CACA-4E65-ADF1-3727349D11C1}">
      <dgm:prSet/>
      <dgm:spPr/>
      <dgm:t>
        <a:bodyPr/>
        <a:lstStyle/>
        <a:p>
          <a:endParaRPr lang="en-US"/>
        </a:p>
      </dgm:t>
    </dgm:pt>
    <dgm:pt modelId="{7021443D-F151-4888-A026-C5ECD823DBFD}">
      <dgm:prSet custT="1"/>
      <dgm:spPr/>
      <dgm:t>
        <a:bodyPr/>
        <a:lstStyle/>
        <a:p>
          <a:r>
            <a:rPr lang="en-US" sz="800" smtClean="0"/>
            <a:t>Display Stats</a:t>
          </a:r>
        </a:p>
      </dgm:t>
    </dgm:pt>
    <dgm:pt modelId="{DBE4F237-2BFC-4945-ABC4-5A841299A321}" type="parTrans" cxnId="{CB84B466-B94B-440C-AA12-D84D3B978FCA}">
      <dgm:prSet/>
      <dgm:spPr/>
      <dgm:t>
        <a:bodyPr/>
        <a:lstStyle/>
        <a:p>
          <a:endParaRPr lang="en-US"/>
        </a:p>
      </dgm:t>
    </dgm:pt>
    <dgm:pt modelId="{0AFB7B89-5A9B-4182-A70F-DE678D6ED296}" type="sibTrans" cxnId="{CB84B466-B94B-440C-AA12-D84D3B978FCA}">
      <dgm:prSet/>
      <dgm:spPr/>
      <dgm:t>
        <a:bodyPr/>
        <a:lstStyle/>
        <a:p>
          <a:endParaRPr lang="en-US"/>
        </a:p>
      </dgm:t>
    </dgm:pt>
    <dgm:pt modelId="{77F6FA16-62D1-4EB2-A4CA-D6F34A6F593E}">
      <dgm:prSet custT="1"/>
      <dgm:spPr/>
      <dgm:t>
        <a:bodyPr/>
        <a:lstStyle/>
        <a:p>
          <a:r>
            <a:rPr lang="en-US" sz="800" smtClean="0"/>
            <a:t>Sort Stats</a:t>
          </a:r>
        </a:p>
      </dgm:t>
    </dgm:pt>
    <dgm:pt modelId="{9D5461D1-086F-45E9-A32A-FEF5FAB9637F}" type="parTrans" cxnId="{D1E7487A-4FD9-48F7-ADB9-F746B0E81068}">
      <dgm:prSet/>
      <dgm:spPr/>
      <dgm:t>
        <a:bodyPr/>
        <a:lstStyle/>
        <a:p>
          <a:endParaRPr lang="en-US"/>
        </a:p>
      </dgm:t>
    </dgm:pt>
    <dgm:pt modelId="{3065F393-124F-4936-9AF7-6582867B1CB5}" type="sibTrans" cxnId="{D1E7487A-4FD9-48F7-ADB9-F746B0E81068}">
      <dgm:prSet/>
      <dgm:spPr/>
      <dgm:t>
        <a:bodyPr/>
        <a:lstStyle/>
        <a:p>
          <a:endParaRPr lang="en-US"/>
        </a:p>
      </dgm:t>
    </dgm:pt>
    <dgm:pt modelId="{7E6D48AF-37AF-4DCE-A275-FECE8BF7E5A1}">
      <dgm:prSet custT="1"/>
      <dgm:spPr/>
      <dgm:t>
        <a:bodyPr/>
        <a:lstStyle/>
        <a:p>
          <a:r>
            <a:rPr lang="en-US" sz="800" dirty="0" smtClean="0"/>
            <a:t>Sells' Stats</a:t>
          </a:r>
        </a:p>
      </dgm:t>
    </dgm:pt>
    <dgm:pt modelId="{8DEE3F21-1111-4BB5-BF12-E7F6340AA662}" type="parTrans" cxnId="{97CBE2E6-E147-4EE9-AF2F-C5AD5EE93BE5}">
      <dgm:prSet/>
      <dgm:spPr/>
      <dgm:t>
        <a:bodyPr/>
        <a:lstStyle/>
        <a:p>
          <a:endParaRPr lang="en-US"/>
        </a:p>
      </dgm:t>
    </dgm:pt>
    <dgm:pt modelId="{15FE53C5-C1C2-478C-AA02-AFBD552D6231}" type="sibTrans" cxnId="{97CBE2E6-E147-4EE9-AF2F-C5AD5EE93BE5}">
      <dgm:prSet/>
      <dgm:spPr/>
      <dgm:t>
        <a:bodyPr/>
        <a:lstStyle/>
        <a:p>
          <a:endParaRPr lang="en-US"/>
        </a:p>
      </dgm:t>
    </dgm:pt>
    <dgm:pt modelId="{DDC71503-6983-4E6C-A4DD-6A0654B40D72}">
      <dgm:prSet custT="1"/>
      <dgm:spPr/>
      <dgm:t>
        <a:bodyPr/>
        <a:lstStyle/>
        <a:p>
          <a:r>
            <a:rPr lang="en-US" sz="800" dirty="0" smtClean="0"/>
            <a:t>Expenses' Stats</a:t>
          </a:r>
        </a:p>
      </dgm:t>
    </dgm:pt>
    <dgm:pt modelId="{7B8739B2-C80C-4E8C-ABC9-CEDC41B98FC2}" type="parTrans" cxnId="{F96A60FD-60E1-44B5-9388-41BEC04C35C4}">
      <dgm:prSet/>
      <dgm:spPr/>
      <dgm:t>
        <a:bodyPr/>
        <a:lstStyle/>
        <a:p>
          <a:endParaRPr lang="en-US"/>
        </a:p>
      </dgm:t>
    </dgm:pt>
    <dgm:pt modelId="{067D66CB-D0E2-4452-AB33-E3CB4ADDFCBD}" type="sibTrans" cxnId="{F96A60FD-60E1-44B5-9388-41BEC04C35C4}">
      <dgm:prSet/>
      <dgm:spPr/>
      <dgm:t>
        <a:bodyPr/>
        <a:lstStyle/>
        <a:p>
          <a:endParaRPr lang="en-US"/>
        </a:p>
      </dgm:t>
    </dgm:pt>
    <dgm:pt modelId="{2C21BEA9-D215-4614-9A21-EB32EF9FD417}">
      <dgm:prSet custT="1"/>
      <dgm:spPr/>
      <dgm:t>
        <a:bodyPr/>
        <a:lstStyle/>
        <a:p>
          <a:r>
            <a:rPr lang="en-US" sz="800" smtClean="0"/>
            <a:t>Sort Stats</a:t>
          </a:r>
        </a:p>
      </dgm:t>
    </dgm:pt>
    <dgm:pt modelId="{A6F03098-FBEE-45DB-9170-75070FEF069C}" type="parTrans" cxnId="{58548B60-2889-4E1B-95DC-8BB6D58C3E9B}">
      <dgm:prSet/>
      <dgm:spPr/>
      <dgm:t>
        <a:bodyPr/>
        <a:lstStyle/>
        <a:p>
          <a:endParaRPr lang="en-US"/>
        </a:p>
      </dgm:t>
    </dgm:pt>
    <dgm:pt modelId="{1544978D-A611-42D4-BE6A-9DBF8D404205}" type="sibTrans" cxnId="{58548B60-2889-4E1B-95DC-8BB6D58C3E9B}">
      <dgm:prSet/>
      <dgm:spPr/>
      <dgm:t>
        <a:bodyPr/>
        <a:lstStyle/>
        <a:p>
          <a:endParaRPr lang="en-US"/>
        </a:p>
      </dgm:t>
    </dgm:pt>
    <dgm:pt modelId="{F895B2A6-16D5-47D2-A86E-4807F5DF6D62}">
      <dgm:prSet custT="1"/>
      <dgm:spPr/>
      <dgm:t>
        <a:bodyPr/>
        <a:lstStyle/>
        <a:p>
          <a:r>
            <a:rPr lang="en-US" sz="800" smtClean="0"/>
            <a:t>Delete Stats</a:t>
          </a:r>
        </a:p>
      </dgm:t>
    </dgm:pt>
    <dgm:pt modelId="{B23444D8-4877-4B2A-942E-CE3F3BA66D87}" type="parTrans" cxnId="{44CF8987-24F2-49E0-920B-B86C12BDB2B5}">
      <dgm:prSet/>
      <dgm:spPr/>
      <dgm:t>
        <a:bodyPr/>
        <a:lstStyle/>
        <a:p>
          <a:endParaRPr lang="en-US"/>
        </a:p>
      </dgm:t>
    </dgm:pt>
    <dgm:pt modelId="{DBBECE1A-499D-4984-849E-2A217FBB8070}" type="sibTrans" cxnId="{44CF8987-24F2-49E0-920B-B86C12BDB2B5}">
      <dgm:prSet/>
      <dgm:spPr/>
      <dgm:t>
        <a:bodyPr/>
        <a:lstStyle/>
        <a:p>
          <a:endParaRPr lang="en-US"/>
        </a:p>
      </dgm:t>
    </dgm:pt>
    <dgm:pt modelId="{4E71E8CC-3512-4E27-B809-6113A0CC2D7F}">
      <dgm:prSet custT="1"/>
      <dgm:spPr/>
      <dgm:t>
        <a:bodyPr/>
        <a:lstStyle/>
        <a:p>
          <a:r>
            <a:rPr lang="en-US" sz="800" smtClean="0"/>
            <a:t>Modify Stats</a:t>
          </a:r>
        </a:p>
      </dgm:t>
    </dgm:pt>
    <dgm:pt modelId="{690508D8-2689-4B73-9038-9910AC6B6CEA}" type="parTrans" cxnId="{AB85C887-B820-4243-912E-A062A7CFE145}">
      <dgm:prSet/>
      <dgm:spPr/>
      <dgm:t>
        <a:bodyPr/>
        <a:lstStyle/>
        <a:p>
          <a:endParaRPr lang="en-US"/>
        </a:p>
      </dgm:t>
    </dgm:pt>
    <dgm:pt modelId="{260FFF5A-A10D-40CF-80AB-3D70A9041B4A}" type="sibTrans" cxnId="{AB85C887-B820-4243-912E-A062A7CFE145}">
      <dgm:prSet/>
      <dgm:spPr/>
      <dgm:t>
        <a:bodyPr/>
        <a:lstStyle/>
        <a:p>
          <a:endParaRPr lang="en-US"/>
        </a:p>
      </dgm:t>
    </dgm:pt>
    <dgm:pt modelId="{49E745AC-5F03-4B2F-9E15-A95F34DEA6DC}">
      <dgm:prSet custT="1"/>
      <dgm:spPr/>
      <dgm:t>
        <a:bodyPr/>
        <a:lstStyle/>
        <a:p>
          <a:r>
            <a:rPr lang="en-US" sz="800" smtClean="0"/>
            <a:t>Modify Stats</a:t>
          </a:r>
        </a:p>
      </dgm:t>
    </dgm:pt>
    <dgm:pt modelId="{ED90B2C5-CD5D-4819-97E5-65DA174D85E8}" type="parTrans" cxnId="{CD34520B-79CB-44E1-9649-BBE4185F6AE5}">
      <dgm:prSet/>
      <dgm:spPr/>
      <dgm:t>
        <a:bodyPr/>
        <a:lstStyle/>
        <a:p>
          <a:endParaRPr lang="en-US"/>
        </a:p>
      </dgm:t>
    </dgm:pt>
    <dgm:pt modelId="{1EB7F16D-C8A6-4E13-B1F0-E0C015882D71}" type="sibTrans" cxnId="{CD34520B-79CB-44E1-9649-BBE4185F6AE5}">
      <dgm:prSet/>
      <dgm:spPr/>
      <dgm:t>
        <a:bodyPr/>
        <a:lstStyle/>
        <a:p>
          <a:endParaRPr lang="en-US"/>
        </a:p>
      </dgm:t>
    </dgm:pt>
    <dgm:pt modelId="{5EB3B9ED-0A7F-4930-8C58-9BF8C6AEC0D6}">
      <dgm:prSet custT="1"/>
      <dgm:spPr/>
      <dgm:t>
        <a:bodyPr/>
        <a:lstStyle/>
        <a:p>
          <a:r>
            <a:rPr lang="en-US" sz="800" dirty="0" smtClean="0"/>
            <a:t>Monthly</a:t>
          </a:r>
        </a:p>
      </dgm:t>
    </dgm:pt>
    <dgm:pt modelId="{4A45E9B9-CBB5-4547-821A-EA5B2C0B6A6D}" type="parTrans" cxnId="{DA05A50E-922D-42EE-9A90-885D9E9E617A}">
      <dgm:prSet/>
      <dgm:spPr/>
      <dgm:t>
        <a:bodyPr/>
        <a:lstStyle/>
        <a:p>
          <a:endParaRPr lang="en-US"/>
        </a:p>
      </dgm:t>
    </dgm:pt>
    <dgm:pt modelId="{126FCE06-0990-480A-B673-3B1D1F0353FC}" type="sibTrans" cxnId="{DA05A50E-922D-42EE-9A90-885D9E9E617A}">
      <dgm:prSet/>
      <dgm:spPr/>
      <dgm:t>
        <a:bodyPr/>
        <a:lstStyle/>
        <a:p>
          <a:endParaRPr lang="en-US"/>
        </a:p>
      </dgm:t>
    </dgm:pt>
    <dgm:pt modelId="{2899175B-B0B8-41DC-B182-BA636DD82563}">
      <dgm:prSet custT="1"/>
      <dgm:spPr/>
      <dgm:t>
        <a:bodyPr/>
        <a:lstStyle/>
        <a:p>
          <a:r>
            <a:rPr lang="en-US" sz="800" smtClean="0"/>
            <a:t>Weekly</a:t>
          </a:r>
        </a:p>
      </dgm:t>
    </dgm:pt>
    <dgm:pt modelId="{385A27B8-4ADA-45B0-B8E8-32244AE08812}" type="parTrans" cxnId="{A30829C5-2E91-45EE-9C22-D0AB8E5284F9}">
      <dgm:prSet/>
      <dgm:spPr/>
      <dgm:t>
        <a:bodyPr/>
        <a:lstStyle/>
        <a:p>
          <a:endParaRPr lang="en-US"/>
        </a:p>
      </dgm:t>
    </dgm:pt>
    <dgm:pt modelId="{DB64EE4D-7C9D-49BA-B063-730E8DE8E2F9}" type="sibTrans" cxnId="{A30829C5-2E91-45EE-9C22-D0AB8E5284F9}">
      <dgm:prSet/>
      <dgm:spPr/>
      <dgm:t>
        <a:bodyPr/>
        <a:lstStyle/>
        <a:p>
          <a:endParaRPr lang="en-US"/>
        </a:p>
      </dgm:t>
    </dgm:pt>
    <dgm:pt modelId="{265B80C5-3368-4907-A953-954B48890AD5}">
      <dgm:prSet custT="1"/>
      <dgm:spPr/>
      <dgm:t>
        <a:bodyPr/>
        <a:lstStyle/>
        <a:p>
          <a:r>
            <a:rPr lang="en-US" sz="800" dirty="0" smtClean="0"/>
            <a:t>Monthly </a:t>
          </a:r>
        </a:p>
      </dgm:t>
    </dgm:pt>
    <dgm:pt modelId="{86016C3C-FE75-45C3-89E1-3C440C785AEF}" type="parTrans" cxnId="{E833F8DA-A406-4ADF-A117-0FAE8FD33DC4}">
      <dgm:prSet/>
      <dgm:spPr/>
      <dgm:t>
        <a:bodyPr/>
        <a:lstStyle/>
        <a:p>
          <a:endParaRPr lang="en-US"/>
        </a:p>
      </dgm:t>
    </dgm:pt>
    <dgm:pt modelId="{46FD630F-2FAA-4561-9905-56A612679A02}" type="sibTrans" cxnId="{E833F8DA-A406-4ADF-A117-0FAE8FD33DC4}">
      <dgm:prSet/>
      <dgm:spPr/>
      <dgm:t>
        <a:bodyPr/>
        <a:lstStyle/>
        <a:p>
          <a:endParaRPr lang="en-US"/>
        </a:p>
      </dgm:t>
    </dgm:pt>
    <dgm:pt modelId="{C0CDD9D0-C244-4041-843A-C567C974B7BB}">
      <dgm:prSet custT="1"/>
      <dgm:spPr/>
      <dgm:t>
        <a:bodyPr/>
        <a:lstStyle/>
        <a:p>
          <a:r>
            <a:rPr lang="en-US" sz="800" smtClean="0"/>
            <a:t>Weekly</a:t>
          </a:r>
        </a:p>
      </dgm:t>
    </dgm:pt>
    <dgm:pt modelId="{0D6DF832-D814-47E1-BEB8-AF9B98FBB143}" type="parTrans" cxnId="{89D4ED7E-B408-41BF-A81C-5E32CB4C4AD2}">
      <dgm:prSet/>
      <dgm:spPr/>
      <dgm:t>
        <a:bodyPr/>
        <a:lstStyle/>
        <a:p>
          <a:endParaRPr lang="en-US"/>
        </a:p>
      </dgm:t>
    </dgm:pt>
    <dgm:pt modelId="{B4AD634B-C8DC-4565-A75E-8707E36C0C8F}" type="sibTrans" cxnId="{89D4ED7E-B408-41BF-A81C-5E32CB4C4AD2}">
      <dgm:prSet/>
      <dgm:spPr/>
      <dgm:t>
        <a:bodyPr/>
        <a:lstStyle/>
        <a:p>
          <a:endParaRPr lang="en-US"/>
        </a:p>
      </dgm:t>
    </dgm:pt>
    <dgm:pt modelId="{BF245360-E70F-4503-A75C-449E9C4363F5}">
      <dgm:prSet custT="1"/>
      <dgm:spPr/>
      <dgm:t>
        <a:bodyPr/>
        <a:lstStyle/>
        <a:p>
          <a:r>
            <a:rPr lang="en-US" sz="800" smtClean="0"/>
            <a:t>Monthly </a:t>
          </a:r>
        </a:p>
      </dgm:t>
    </dgm:pt>
    <dgm:pt modelId="{8D74A626-C244-42D2-8173-737C29742A85}" type="parTrans" cxnId="{CCAD7988-6F57-41DC-9D95-7A4D44F845F4}">
      <dgm:prSet/>
      <dgm:spPr/>
      <dgm:t>
        <a:bodyPr/>
        <a:lstStyle/>
        <a:p>
          <a:endParaRPr lang="en-US"/>
        </a:p>
      </dgm:t>
    </dgm:pt>
    <dgm:pt modelId="{0DE773C5-6137-4126-936D-55208B490704}" type="sibTrans" cxnId="{CCAD7988-6F57-41DC-9D95-7A4D44F845F4}">
      <dgm:prSet/>
      <dgm:spPr/>
      <dgm:t>
        <a:bodyPr/>
        <a:lstStyle/>
        <a:p>
          <a:endParaRPr lang="en-US"/>
        </a:p>
      </dgm:t>
    </dgm:pt>
    <dgm:pt modelId="{FEE641D1-E00A-49A3-9E26-AD6109049734}">
      <dgm:prSet custT="1"/>
      <dgm:spPr/>
      <dgm:t>
        <a:bodyPr/>
        <a:lstStyle/>
        <a:p>
          <a:r>
            <a:rPr lang="en-US" sz="800" smtClean="0"/>
            <a:t>Weekly</a:t>
          </a:r>
        </a:p>
      </dgm:t>
    </dgm:pt>
    <dgm:pt modelId="{BA44A716-CB42-4503-B305-8DBAB3FC504D}" type="parTrans" cxnId="{0758CE4A-4251-4975-9976-BD4502F48A29}">
      <dgm:prSet/>
      <dgm:spPr/>
      <dgm:t>
        <a:bodyPr/>
        <a:lstStyle/>
        <a:p>
          <a:endParaRPr lang="en-US"/>
        </a:p>
      </dgm:t>
    </dgm:pt>
    <dgm:pt modelId="{C1A27114-DCEB-4B25-AE00-51FA42793F76}" type="sibTrans" cxnId="{0758CE4A-4251-4975-9976-BD4502F48A29}">
      <dgm:prSet/>
      <dgm:spPr/>
      <dgm:t>
        <a:bodyPr/>
        <a:lstStyle/>
        <a:p>
          <a:endParaRPr lang="en-US"/>
        </a:p>
      </dgm:t>
    </dgm:pt>
    <dgm:pt modelId="{80524780-4C38-480E-82E4-01D55777AC98}">
      <dgm:prSet custT="1"/>
      <dgm:spPr/>
      <dgm:t>
        <a:bodyPr/>
        <a:lstStyle/>
        <a:p>
          <a:r>
            <a:rPr lang="en-US" sz="800" dirty="0" smtClean="0"/>
            <a:t>Monthly Expenses</a:t>
          </a:r>
        </a:p>
      </dgm:t>
    </dgm:pt>
    <dgm:pt modelId="{8948A364-BBAA-488F-9BF6-339EA703A693}" type="parTrans" cxnId="{852EE0FD-C3D7-4707-B64F-F69E6E8FE9D6}">
      <dgm:prSet/>
      <dgm:spPr/>
      <dgm:t>
        <a:bodyPr/>
        <a:lstStyle/>
        <a:p>
          <a:endParaRPr lang="en-US"/>
        </a:p>
      </dgm:t>
    </dgm:pt>
    <dgm:pt modelId="{AC6CEA79-2627-45BD-AA56-BFC7149C7129}" type="sibTrans" cxnId="{852EE0FD-C3D7-4707-B64F-F69E6E8FE9D6}">
      <dgm:prSet/>
      <dgm:spPr/>
      <dgm:t>
        <a:bodyPr/>
        <a:lstStyle/>
        <a:p>
          <a:endParaRPr lang="en-US"/>
        </a:p>
      </dgm:t>
    </dgm:pt>
    <dgm:pt modelId="{F07EA0A6-0807-4ADE-94DE-A1729F1A0E53}">
      <dgm:prSet custT="1"/>
      <dgm:spPr/>
      <dgm:t>
        <a:bodyPr/>
        <a:lstStyle/>
        <a:p>
          <a:r>
            <a:rPr lang="en-US" sz="800" dirty="0" smtClean="0"/>
            <a:t>Monthly Revenues</a:t>
          </a:r>
        </a:p>
      </dgm:t>
    </dgm:pt>
    <dgm:pt modelId="{1C5BAAD8-2453-4FEF-B522-98C30376ADEA}" type="parTrans" cxnId="{BE834BE0-0F74-4F4C-A2F9-6993A665232A}">
      <dgm:prSet/>
      <dgm:spPr/>
      <dgm:t>
        <a:bodyPr/>
        <a:lstStyle/>
        <a:p>
          <a:endParaRPr lang="en-US"/>
        </a:p>
      </dgm:t>
    </dgm:pt>
    <dgm:pt modelId="{7F67B60C-FAD6-4576-B7E2-DBDC38C560B9}" type="sibTrans" cxnId="{BE834BE0-0F74-4F4C-A2F9-6993A665232A}">
      <dgm:prSet/>
      <dgm:spPr/>
      <dgm:t>
        <a:bodyPr/>
        <a:lstStyle/>
        <a:p>
          <a:endParaRPr lang="en-US"/>
        </a:p>
      </dgm:t>
    </dgm:pt>
    <dgm:pt modelId="{B16C916F-BF30-457C-9388-C6DDA3BA32DF}">
      <dgm:prSet custT="1"/>
      <dgm:spPr/>
      <dgm:t>
        <a:bodyPr/>
        <a:lstStyle/>
        <a:p>
          <a:r>
            <a:rPr lang="en-US" sz="800" dirty="0" smtClean="0"/>
            <a:t>Add Expenses </a:t>
          </a:r>
        </a:p>
      </dgm:t>
    </dgm:pt>
    <dgm:pt modelId="{2507E107-C7FB-4F14-8E6D-D32A97E14679}" type="parTrans" cxnId="{575B9418-0E86-4E2F-AEE7-CD67132AA45B}">
      <dgm:prSet/>
      <dgm:spPr/>
      <dgm:t>
        <a:bodyPr/>
        <a:lstStyle/>
        <a:p>
          <a:endParaRPr lang="en-US"/>
        </a:p>
      </dgm:t>
    </dgm:pt>
    <dgm:pt modelId="{F0455CF6-0331-43CD-ADED-6FCC3AD71E43}" type="sibTrans" cxnId="{575B9418-0E86-4E2F-AEE7-CD67132AA45B}">
      <dgm:prSet/>
      <dgm:spPr/>
      <dgm:t>
        <a:bodyPr/>
        <a:lstStyle/>
        <a:p>
          <a:endParaRPr lang="en-US"/>
        </a:p>
      </dgm:t>
    </dgm:pt>
    <dgm:pt modelId="{85622847-7394-49A9-B5D2-8F23E08340E6}">
      <dgm:prSet custT="1"/>
      <dgm:spPr/>
      <dgm:t>
        <a:bodyPr/>
        <a:lstStyle/>
        <a:p>
          <a:r>
            <a:rPr lang="en-US" sz="800" dirty="0" smtClean="0"/>
            <a:t>Add Expenses</a:t>
          </a:r>
        </a:p>
      </dgm:t>
    </dgm:pt>
    <dgm:pt modelId="{68A16D13-E2B5-45D1-AB98-B58E0FD26003}" type="parTrans" cxnId="{3AB52449-B702-4F9F-97BF-A90B5A7F59C9}">
      <dgm:prSet/>
      <dgm:spPr/>
      <dgm:t>
        <a:bodyPr/>
        <a:lstStyle/>
        <a:p>
          <a:endParaRPr lang="en-US"/>
        </a:p>
      </dgm:t>
    </dgm:pt>
    <dgm:pt modelId="{0DCEE01A-37B4-4636-9E9C-D745DD4C9211}" type="sibTrans" cxnId="{3AB52449-B702-4F9F-97BF-A90B5A7F59C9}">
      <dgm:prSet/>
      <dgm:spPr/>
      <dgm:t>
        <a:bodyPr/>
        <a:lstStyle/>
        <a:p>
          <a:endParaRPr lang="en-US"/>
        </a:p>
      </dgm:t>
    </dgm:pt>
    <dgm:pt modelId="{9462B842-BAA7-4E4B-8E8A-F311369A7A0E}">
      <dgm:prSet custT="1"/>
      <dgm:spPr/>
      <dgm:t>
        <a:bodyPr/>
        <a:lstStyle/>
        <a:p>
          <a:r>
            <a:rPr lang="en-US" sz="800" dirty="0" err="1" smtClean="0"/>
            <a:t>Semestrial</a:t>
          </a:r>
          <a:r>
            <a:rPr lang="en-US" sz="800" dirty="0" smtClean="0"/>
            <a:t> Expenses</a:t>
          </a:r>
        </a:p>
      </dgm:t>
    </dgm:pt>
    <dgm:pt modelId="{EEE2EFA2-7D3F-45EE-980A-44F3DE5BB01D}" type="parTrans" cxnId="{C09F74E0-BA53-41C0-A077-4E1933446623}">
      <dgm:prSet/>
      <dgm:spPr/>
      <dgm:t>
        <a:bodyPr/>
        <a:lstStyle/>
        <a:p>
          <a:endParaRPr lang="en-US"/>
        </a:p>
      </dgm:t>
    </dgm:pt>
    <dgm:pt modelId="{EAFB6529-F018-4889-91D1-407BA7299764}" type="sibTrans" cxnId="{C09F74E0-BA53-41C0-A077-4E1933446623}">
      <dgm:prSet/>
      <dgm:spPr/>
      <dgm:t>
        <a:bodyPr/>
        <a:lstStyle/>
        <a:p>
          <a:endParaRPr lang="en-US"/>
        </a:p>
      </dgm:t>
    </dgm:pt>
    <dgm:pt modelId="{C2ED9EF7-AEBD-4F5B-A99C-BDA282334720}">
      <dgm:prSet custT="1"/>
      <dgm:spPr/>
      <dgm:t>
        <a:bodyPr/>
        <a:lstStyle/>
        <a:p>
          <a:r>
            <a:rPr lang="en-US" sz="800" dirty="0" err="1" smtClean="0"/>
            <a:t>Semestrial</a:t>
          </a:r>
          <a:r>
            <a:rPr lang="en-US" sz="800" dirty="0" smtClean="0"/>
            <a:t> Revenues</a:t>
          </a:r>
        </a:p>
      </dgm:t>
    </dgm:pt>
    <dgm:pt modelId="{BCBD8BD5-9065-42D6-99D8-BBEDAFE7A4B2}" type="parTrans" cxnId="{338FA047-4F0A-4158-9EF7-7E1B19C76653}">
      <dgm:prSet/>
      <dgm:spPr/>
      <dgm:t>
        <a:bodyPr/>
        <a:lstStyle/>
        <a:p>
          <a:endParaRPr lang="en-US"/>
        </a:p>
      </dgm:t>
    </dgm:pt>
    <dgm:pt modelId="{178C83FA-74C5-43C6-B8BE-6C2A261162EC}" type="sibTrans" cxnId="{338FA047-4F0A-4158-9EF7-7E1B19C76653}">
      <dgm:prSet/>
      <dgm:spPr/>
      <dgm:t>
        <a:bodyPr/>
        <a:lstStyle/>
        <a:p>
          <a:endParaRPr lang="en-US"/>
        </a:p>
      </dgm:t>
    </dgm:pt>
    <dgm:pt modelId="{8CA95CC8-A7DE-4757-80B1-F420D4E8D16B}">
      <dgm:prSet custT="1"/>
      <dgm:spPr/>
      <dgm:t>
        <a:bodyPr/>
        <a:lstStyle/>
        <a:p>
          <a:r>
            <a:rPr lang="en-US" sz="800" dirty="0" smtClean="0"/>
            <a:t>Modify Expenses</a:t>
          </a:r>
        </a:p>
      </dgm:t>
    </dgm:pt>
    <dgm:pt modelId="{E3A01405-3D7F-4403-A221-1976452C89C2}" type="parTrans" cxnId="{C6D7906A-ACF8-4F52-A47F-B5E76BFBC057}">
      <dgm:prSet/>
      <dgm:spPr/>
      <dgm:t>
        <a:bodyPr/>
        <a:lstStyle/>
        <a:p>
          <a:endParaRPr lang="en-US"/>
        </a:p>
      </dgm:t>
    </dgm:pt>
    <dgm:pt modelId="{F22208BE-FEB6-4E97-A2E4-FBDA3D61F392}" type="sibTrans" cxnId="{C6D7906A-ACF8-4F52-A47F-B5E76BFBC057}">
      <dgm:prSet/>
      <dgm:spPr/>
      <dgm:t>
        <a:bodyPr/>
        <a:lstStyle/>
        <a:p>
          <a:endParaRPr lang="en-US"/>
        </a:p>
      </dgm:t>
    </dgm:pt>
    <dgm:pt modelId="{4F3B58B0-CE6A-4FAE-B26C-275E119E5929}">
      <dgm:prSet custT="1"/>
      <dgm:spPr/>
      <dgm:t>
        <a:bodyPr/>
        <a:lstStyle/>
        <a:p>
          <a:r>
            <a:rPr lang="en-US" sz="800" dirty="0" smtClean="0"/>
            <a:t>Delete Expenses</a:t>
          </a:r>
        </a:p>
      </dgm:t>
    </dgm:pt>
    <dgm:pt modelId="{ACFC9FFF-4E1E-4BDF-AB8A-56427BE74DCE}" type="parTrans" cxnId="{1BB973C9-DCDF-403F-AEA8-BEECD563A13E}">
      <dgm:prSet/>
      <dgm:spPr/>
      <dgm:t>
        <a:bodyPr/>
        <a:lstStyle/>
        <a:p>
          <a:endParaRPr lang="en-US"/>
        </a:p>
      </dgm:t>
    </dgm:pt>
    <dgm:pt modelId="{07D3459A-6462-4414-A57D-5C6ABF253337}" type="sibTrans" cxnId="{1BB973C9-DCDF-403F-AEA8-BEECD563A13E}">
      <dgm:prSet/>
      <dgm:spPr/>
      <dgm:t>
        <a:bodyPr/>
        <a:lstStyle/>
        <a:p>
          <a:endParaRPr lang="en-US"/>
        </a:p>
      </dgm:t>
    </dgm:pt>
    <dgm:pt modelId="{B1D17722-0B8E-4653-81BA-1CB4DFCB54FA}">
      <dgm:prSet custT="1"/>
      <dgm:spPr/>
      <dgm:t>
        <a:bodyPr/>
        <a:lstStyle/>
        <a:p>
          <a:r>
            <a:rPr lang="en-US" sz="800" dirty="0" smtClean="0"/>
            <a:t>Delete Expenses</a:t>
          </a:r>
        </a:p>
      </dgm:t>
    </dgm:pt>
    <dgm:pt modelId="{F143706D-EBDD-40CA-BD7B-CCE024D27C0B}" type="parTrans" cxnId="{FC8D7AE8-0C89-463E-99B9-82AFC88AA14C}">
      <dgm:prSet/>
      <dgm:spPr/>
      <dgm:t>
        <a:bodyPr/>
        <a:lstStyle/>
        <a:p>
          <a:endParaRPr lang="en-US"/>
        </a:p>
      </dgm:t>
    </dgm:pt>
    <dgm:pt modelId="{514B98A7-E0B6-49A2-B35A-CCDF99CBDE04}" type="sibTrans" cxnId="{FC8D7AE8-0C89-463E-99B9-82AFC88AA14C}">
      <dgm:prSet/>
      <dgm:spPr/>
      <dgm:t>
        <a:bodyPr/>
        <a:lstStyle/>
        <a:p>
          <a:endParaRPr lang="en-US"/>
        </a:p>
      </dgm:t>
    </dgm:pt>
    <dgm:pt modelId="{4CDBFB27-0375-4FC1-9200-16E2C3BA6704}">
      <dgm:prSet custT="1"/>
      <dgm:spPr/>
      <dgm:t>
        <a:bodyPr/>
        <a:lstStyle/>
        <a:p>
          <a:r>
            <a:rPr lang="en-US" sz="800" dirty="0" smtClean="0"/>
            <a:t>Modify Expenses</a:t>
          </a:r>
        </a:p>
      </dgm:t>
    </dgm:pt>
    <dgm:pt modelId="{2414B048-04E8-4F18-ADEF-8C0D9CBFDF34}" type="parTrans" cxnId="{C57F724F-3125-4249-8001-717794742096}">
      <dgm:prSet/>
      <dgm:spPr/>
      <dgm:t>
        <a:bodyPr/>
        <a:lstStyle/>
        <a:p>
          <a:endParaRPr lang="en-US"/>
        </a:p>
      </dgm:t>
    </dgm:pt>
    <dgm:pt modelId="{1E9EFE6B-9509-4E0D-A8C9-F92F2FBAAEF9}" type="sibTrans" cxnId="{C57F724F-3125-4249-8001-717794742096}">
      <dgm:prSet/>
      <dgm:spPr/>
      <dgm:t>
        <a:bodyPr/>
        <a:lstStyle/>
        <a:p>
          <a:endParaRPr lang="en-US"/>
        </a:p>
      </dgm:t>
    </dgm:pt>
    <dgm:pt modelId="{AA55C651-6563-4C43-90C4-1B8F71B93842}">
      <dgm:prSet custT="1"/>
      <dgm:spPr/>
      <dgm:t>
        <a:bodyPr/>
        <a:lstStyle/>
        <a:p>
          <a:r>
            <a:rPr lang="en-US" sz="800" dirty="0" smtClean="0"/>
            <a:t>Modify Appointment</a:t>
          </a:r>
        </a:p>
      </dgm:t>
    </dgm:pt>
    <dgm:pt modelId="{CBE2800D-58A4-47D0-82AF-9C43067044C5}" type="parTrans" cxnId="{55C97D2E-0902-4E22-BEB4-30C6EF12A597}">
      <dgm:prSet/>
      <dgm:spPr/>
      <dgm:t>
        <a:bodyPr/>
        <a:lstStyle/>
        <a:p>
          <a:endParaRPr lang="en-US"/>
        </a:p>
      </dgm:t>
    </dgm:pt>
    <dgm:pt modelId="{EB2F99D4-D6B6-4478-BA37-6F7E05368F64}" type="sibTrans" cxnId="{55C97D2E-0902-4E22-BEB4-30C6EF12A597}">
      <dgm:prSet/>
      <dgm:spPr/>
      <dgm:t>
        <a:bodyPr/>
        <a:lstStyle/>
        <a:p>
          <a:endParaRPr lang="en-US"/>
        </a:p>
      </dgm:t>
    </dgm:pt>
    <dgm:pt modelId="{0EC21043-F251-4C8D-975E-E02A695161E5}">
      <dgm:prSet custT="1"/>
      <dgm:spPr/>
      <dgm:t>
        <a:bodyPr/>
        <a:lstStyle/>
        <a:p>
          <a:r>
            <a:rPr lang="en-US" sz="800" dirty="0" smtClean="0"/>
            <a:t>Delete Appointment</a:t>
          </a:r>
        </a:p>
      </dgm:t>
    </dgm:pt>
    <dgm:pt modelId="{450E86EA-2B72-4A7F-B847-CB27CAEA213C}" type="parTrans" cxnId="{C97AB133-BA2F-441D-92FB-A7EFC3771702}">
      <dgm:prSet/>
      <dgm:spPr/>
      <dgm:t>
        <a:bodyPr/>
        <a:lstStyle/>
        <a:p>
          <a:endParaRPr lang="en-US"/>
        </a:p>
      </dgm:t>
    </dgm:pt>
    <dgm:pt modelId="{0F0D24F2-7ECA-4ECA-8435-C641B25BE1E3}" type="sibTrans" cxnId="{C97AB133-BA2F-441D-92FB-A7EFC3771702}">
      <dgm:prSet/>
      <dgm:spPr/>
      <dgm:t>
        <a:bodyPr/>
        <a:lstStyle/>
        <a:p>
          <a:endParaRPr lang="en-US"/>
        </a:p>
      </dgm:t>
    </dgm:pt>
    <dgm:pt modelId="{238AF1CB-E221-47E2-9CB1-756D3B91562C}">
      <dgm:prSet custT="1"/>
      <dgm:spPr/>
      <dgm:t>
        <a:bodyPr/>
        <a:lstStyle/>
        <a:p>
          <a:r>
            <a:rPr lang="en-US" sz="800" dirty="0" smtClean="0"/>
            <a:t>Add Patient's Name</a:t>
          </a:r>
        </a:p>
      </dgm:t>
    </dgm:pt>
    <dgm:pt modelId="{1565AE8D-BB66-468D-BB50-5D5ECB414BC7}" type="parTrans" cxnId="{728CFE4E-34E5-44F6-9823-49A40E22C54C}">
      <dgm:prSet/>
      <dgm:spPr/>
      <dgm:t>
        <a:bodyPr/>
        <a:lstStyle/>
        <a:p>
          <a:endParaRPr lang="en-US"/>
        </a:p>
      </dgm:t>
    </dgm:pt>
    <dgm:pt modelId="{D04D86A0-9554-4135-A48B-7CEA09D30929}" type="sibTrans" cxnId="{728CFE4E-34E5-44F6-9823-49A40E22C54C}">
      <dgm:prSet/>
      <dgm:spPr/>
      <dgm:t>
        <a:bodyPr/>
        <a:lstStyle/>
        <a:p>
          <a:endParaRPr lang="en-US"/>
        </a:p>
      </dgm:t>
    </dgm:pt>
    <dgm:pt modelId="{3B330B5F-31C1-4E95-8CE7-A4AC7448860C}">
      <dgm:prSet custT="1"/>
      <dgm:spPr/>
      <dgm:t>
        <a:bodyPr/>
        <a:lstStyle/>
        <a:p>
          <a:r>
            <a:rPr lang="en-US" sz="800" dirty="0" smtClean="0"/>
            <a:t>Modify Patient's Name</a:t>
          </a:r>
        </a:p>
      </dgm:t>
    </dgm:pt>
    <dgm:pt modelId="{26F9DCCC-EF55-4AC9-A43A-4E13DB6F8E3A}" type="parTrans" cxnId="{2138B9CA-CC53-433B-A3D4-E890706BC34F}">
      <dgm:prSet/>
      <dgm:spPr/>
      <dgm:t>
        <a:bodyPr/>
        <a:lstStyle/>
        <a:p>
          <a:endParaRPr lang="en-US"/>
        </a:p>
      </dgm:t>
    </dgm:pt>
    <dgm:pt modelId="{A6DA4596-58D5-437F-AB80-F4B711A6D436}" type="sibTrans" cxnId="{2138B9CA-CC53-433B-A3D4-E890706BC34F}">
      <dgm:prSet/>
      <dgm:spPr/>
      <dgm:t>
        <a:bodyPr/>
        <a:lstStyle/>
        <a:p>
          <a:endParaRPr lang="en-US"/>
        </a:p>
      </dgm:t>
    </dgm:pt>
    <dgm:pt modelId="{52A05BD6-24DA-458E-B375-05411CC2E42D}">
      <dgm:prSet custT="1"/>
      <dgm:spPr/>
      <dgm:t>
        <a:bodyPr/>
        <a:lstStyle/>
        <a:p>
          <a:r>
            <a:rPr lang="en-US" sz="800" dirty="0" smtClean="0"/>
            <a:t>View Appointment</a:t>
          </a:r>
        </a:p>
      </dgm:t>
    </dgm:pt>
    <dgm:pt modelId="{7A40F6CA-BA8C-4804-9091-201BBB0C879C}" type="parTrans" cxnId="{75C0F7F1-60FD-442F-B6E1-7561024E87DD}">
      <dgm:prSet/>
      <dgm:spPr/>
      <dgm:t>
        <a:bodyPr/>
        <a:lstStyle/>
        <a:p>
          <a:endParaRPr lang="en-US"/>
        </a:p>
      </dgm:t>
    </dgm:pt>
    <dgm:pt modelId="{996549AC-5A60-4DDF-B733-F840FD87EBC3}" type="sibTrans" cxnId="{75C0F7F1-60FD-442F-B6E1-7561024E87DD}">
      <dgm:prSet/>
      <dgm:spPr/>
      <dgm:t>
        <a:bodyPr/>
        <a:lstStyle/>
        <a:p>
          <a:endParaRPr lang="en-US"/>
        </a:p>
      </dgm:t>
    </dgm:pt>
    <dgm:pt modelId="{C8704DBD-8EE5-4CA7-B5C5-6C61EBAF4246}">
      <dgm:prSet custT="1"/>
      <dgm:spPr/>
      <dgm:t>
        <a:bodyPr/>
        <a:lstStyle/>
        <a:p>
          <a:r>
            <a:rPr lang="en-US" sz="800" dirty="0" smtClean="0"/>
            <a:t>Add Date</a:t>
          </a:r>
        </a:p>
      </dgm:t>
    </dgm:pt>
    <dgm:pt modelId="{D9E308FB-B45E-4216-A4D5-894F5336DAD4}" type="parTrans" cxnId="{12DDC808-0BF2-455A-8170-F470BAF6B3BD}">
      <dgm:prSet/>
      <dgm:spPr/>
      <dgm:t>
        <a:bodyPr/>
        <a:lstStyle/>
        <a:p>
          <a:endParaRPr lang="en-US"/>
        </a:p>
      </dgm:t>
    </dgm:pt>
    <dgm:pt modelId="{AD782654-D1BF-4811-A81B-2752884BB999}" type="sibTrans" cxnId="{12DDC808-0BF2-455A-8170-F470BAF6B3BD}">
      <dgm:prSet/>
      <dgm:spPr/>
      <dgm:t>
        <a:bodyPr/>
        <a:lstStyle/>
        <a:p>
          <a:endParaRPr lang="en-US"/>
        </a:p>
      </dgm:t>
    </dgm:pt>
    <dgm:pt modelId="{81F19C41-14E6-453B-B0B7-742DD5D89F14}">
      <dgm:prSet custT="1"/>
      <dgm:spPr/>
      <dgm:t>
        <a:bodyPr/>
        <a:lstStyle/>
        <a:p>
          <a:r>
            <a:rPr lang="en-US" sz="800" dirty="0" smtClean="0"/>
            <a:t>Add Reason</a:t>
          </a:r>
        </a:p>
      </dgm:t>
    </dgm:pt>
    <dgm:pt modelId="{30B29A93-E979-4A76-AC0B-A392C6A34285}" type="parTrans" cxnId="{A1F6ACE9-DB13-4FC2-8744-D50A6728C7B9}">
      <dgm:prSet/>
      <dgm:spPr/>
      <dgm:t>
        <a:bodyPr/>
        <a:lstStyle/>
        <a:p>
          <a:endParaRPr lang="en-US"/>
        </a:p>
      </dgm:t>
    </dgm:pt>
    <dgm:pt modelId="{E1312E7C-12D7-4EF5-9903-BF787CD4ADEB}" type="sibTrans" cxnId="{A1F6ACE9-DB13-4FC2-8744-D50A6728C7B9}">
      <dgm:prSet/>
      <dgm:spPr/>
      <dgm:t>
        <a:bodyPr/>
        <a:lstStyle/>
        <a:p>
          <a:endParaRPr lang="en-US"/>
        </a:p>
      </dgm:t>
    </dgm:pt>
    <dgm:pt modelId="{C93D84F0-F771-4950-A491-4A324AC87C81}">
      <dgm:prSet custT="1"/>
      <dgm:spPr/>
      <dgm:t>
        <a:bodyPr/>
        <a:lstStyle/>
        <a:p>
          <a:r>
            <a:rPr lang="en-US" sz="800" dirty="0" smtClean="0"/>
            <a:t>Modify Date</a:t>
          </a:r>
        </a:p>
      </dgm:t>
    </dgm:pt>
    <dgm:pt modelId="{EDB159CA-F0FE-4563-AD66-8FB1DD56F03A}" type="parTrans" cxnId="{3FBC620C-DF6C-47C9-AE2D-CC7D52EF57D6}">
      <dgm:prSet/>
      <dgm:spPr/>
      <dgm:t>
        <a:bodyPr/>
        <a:lstStyle/>
        <a:p>
          <a:endParaRPr lang="en-US"/>
        </a:p>
      </dgm:t>
    </dgm:pt>
    <dgm:pt modelId="{4E4CFA84-E59F-4AAF-BDC6-779B3117AFE0}" type="sibTrans" cxnId="{3FBC620C-DF6C-47C9-AE2D-CC7D52EF57D6}">
      <dgm:prSet/>
      <dgm:spPr/>
      <dgm:t>
        <a:bodyPr/>
        <a:lstStyle/>
        <a:p>
          <a:endParaRPr lang="en-US"/>
        </a:p>
      </dgm:t>
    </dgm:pt>
    <dgm:pt modelId="{F9DE6151-2529-4180-8327-DE5DD8B0CC0B}">
      <dgm:prSet custT="1"/>
      <dgm:spPr/>
      <dgm:t>
        <a:bodyPr/>
        <a:lstStyle/>
        <a:p>
          <a:r>
            <a:rPr lang="en-US" sz="800" dirty="0" smtClean="0"/>
            <a:t>Modify Reason</a:t>
          </a:r>
        </a:p>
      </dgm:t>
    </dgm:pt>
    <dgm:pt modelId="{1778EE6A-4E6A-42CD-BC0F-F886E7E70CFE}" type="parTrans" cxnId="{201366E2-5260-43F9-8A5F-439BE63C52D2}">
      <dgm:prSet/>
      <dgm:spPr/>
      <dgm:t>
        <a:bodyPr/>
        <a:lstStyle/>
        <a:p>
          <a:endParaRPr lang="en-US"/>
        </a:p>
      </dgm:t>
    </dgm:pt>
    <dgm:pt modelId="{AB91819F-8549-4F84-89F4-8B9823F6572F}" type="sibTrans" cxnId="{201366E2-5260-43F9-8A5F-439BE63C52D2}">
      <dgm:prSet/>
      <dgm:spPr/>
      <dgm:t>
        <a:bodyPr/>
        <a:lstStyle/>
        <a:p>
          <a:endParaRPr lang="en-US"/>
        </a:p>
      </dgm:t>
    </dgm:pt>
    <dgm:pt modelId="{997E49FB-401A-4C5F-BE64-01519609A613}">
      <dgm:prSet custT="1"/>
      <dgm:spPr/>
      <dgm:t>
        <a:bodyPr/>
        <a:lstStyle/>
        <a:p>
          <a:r>
            <a:rPr lang="en-US" sz="800" smtClean="0"/>
            <a:t>Add Prescription</a:t>
          </a:r>
        </a:p>
      </dgm:t>
    </dgm:pt>
    <dgm:pt modelId="{176F5580-1304-406A-9EDE-777FC0C316A2}" type="parTrans" cxnId="{2707CECB-A2A7-410E-BFD4-9BE5613FB8D2}">
      <dgm:prSet/>
      <dgm:spPr/>
      <dgm:t>
        <a:bodyPr/>
        <a:lstStyle/>
        <a:p>
          <a:endParaRPr lang="en-US"/>
        </a:p>
      </dgm:t>
    </dgm:pt>
    <dgm:pt modelId="{FFE3D5D3-ECE1-4C41-A8CB-2A12A6F2CAC8}" type="sibTrans" cxnId="{2707CECB-A2A7-410E-BFD4-9BE5613FB8D2}">
      <dgm:prSet/>
      <dgm:spPr/>
      <dgm:t>
        <a:bodyPr/>
        <a:lstStyle/>
        <a:p>
          <a:endParaRPr lang="en-US"/>
        </a:p>
      </dgm:t>
    </dgm:pt>
    <dgm:pt modelId="{C5220521-A2F5-420A-A3CA-4E21AE354ABA}">
      <dgm:prSet custT="1"/>
      <dgm:spPr/>
      <dgm:t>
        <a:bodyPr/>
        <a:lstStyle/>
        <a:p>
          <a:r>
            <a:rPr lang="en-US" sz="800" smtClean="0"/>
            <a:t>Modify Prescription</a:t>
          </a:r>
        </a:p>
      </dgm:t>
    </dgm:pt>
    <dgm:pt modelId="{276E07E9-2A90-41FB-9C2A-1DC9A80C4260}" type="parTrans" cxnId="{58DAF4D1-689D-4971-85BE-46AAC8F2916E}">
      <dgm:prSet/>
      <dgm:spPr/>
      <dgm:t>
        <a:bodyPr/>
        <a:lstStyle/>
        <a:p>
          <a:endParaRPr lang="en-US"/>
        </a:p>
      </dgm:t>
    </dgm:pt>
    <dgm:pt modelId="{DC56C1AC-2C3A-4273-9AD5-98158D5633F8}" type="sibTrans" cxnId="{58DAF4D1-689D-4971-85BE-46AAC8F2916E}">
      <dgm:prSet/>
      <dgm:spPr/>
      <dgm:t>
        <a:bodyPr/>
        <a:lstStyle/>
        <a:p>
          <a:endParaRPr lang="en-US"/>
        </a:p>
      </dgm:t>
    </dgm:pt>
    <dgm:pt modelId="{3D5CCE54-DECC-441E-BE3D-87CD433DF42C}">
      <dgm:prSet custT="1"/>
      <dgm:spPr/>
      <dgm:t>
        <a:bodyPr/>
        <a:lstStyle/>
        <a:p>
          <a:r>
            <a:rPr lang="en-US" sz="800" smtClean="0"/>
            <a:t>Delete Prescription</a:t>
          </a:r>
        </a:p>
      </dgm:t>
    </dgm:pt>
    <dgm:pt modelId="{7F81B24A-7A89-490F-99F9-57870DFC9C8E}" type="parTrans" cxnId="{868597B2-79B9-44CA-A643-2B0A0B426E5E}">
      <dgm:prSet/>
      <dgm:spPr/>
      <dgm:t>
        <a:bodyPr/>
        <a:lstStyle/>
        <a:p>
          <a:endParaRPr lang="en-US"/>
        </a:p>
      </dgm:t>
    </dgm:pt>
    <dgm:pt modelId="{0585A88F-BB39-47E3-83F7-17E4CF18752F}" type="sibTrans" cxnId="{868597B2-79B9-44CA-A643-2B0A0B426E5E}">
      <dgm:prSet/>
      <dgm:spPr/>
      <dgm:t>
        <a:bodyPr/>
        <a:lstStyle/>
        <a:p>
          <a:endParaRPr lang="en-US"/>
        </a:p>
      </dgm:t>
    </dgm:pt>
    <dgm:pt modelId="{12FD58E8-FA50-4E91-8A1D-074DC187B8A0}" type="pres">
      <dgm:prSet presAssocID="{183665B4-E2FB-43EA-AE9D-1C08D453929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A4A9040-5639-4B94-A7CB-EBB61B5B7BE0}" type="pres">
      <dgm:prSet presAssocID="{B2929EAC-8DE9-4B7A-906E-40D0F9F826C3}" presName="hierRoot1" presStyleCnt="0">
        <dgm:presLayoutVars>
          <dgm:hierBranch/>
        </dgm:presLayoutVars>
      </dgm:prSet>
      <dgm:spPr/>
    </dgm:pt>
    <dgm:pt modelId="{F1585B50-FDAF-4101-A217-331C32E2F45A}" type="pres">
      <dgm:prSet presAssocID="{B2929EAC-8DE9-4B7A-906E-40D0F9F826C3}" presName="rootComposite1" presStyleCnt="0"/>
      <dgm:spPr/>
    </dgm:pt>
    <dgm:pt modelId="{E15E8F02-510D-4EE7-90B4-8BEF81F8BC05}" type="pres">
      <dgm:prSet presAssocID="{B2929EAC-8DE9-4B7A-906E-40D0F9F826C3}" presName="rootText1" presStyleLbl="node0" presStyleIdx="0" presStyleCnt="1" custScaleX="34146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8F59F5E-1496-42AA-BE78-6C12DD1C1A76}" type="pres">
      <dgm:prSet presAssocID="{B2929EAC-8DE9-4B7A-906E-40D0F9F826C3}" presName="rootConnector1" presStyleLbl="node1" presStyleIdx="0" presStyleCnt="0"/>
      <dgm:spPr/>
      <dgm:t>
        <a:bodyPr/>
        <a:lstStyle/>
        <a:p>
          <a:endParaRPr lang="en-US"/>
        </a:p>
      </dgm:t>
    </dgm:pt>
    <dgm:pt modelId="{E124F933-28E5-42B4-BF68-E4A17F7A76BC}" type="pres">
      <dgm:prSet presAssocID="{B2929EAC-8DE9-4B7A-906E-40D0F9F826C3}" presName="hierChild2" presStyleCnt="0"/>
      <dgm:spPr/>
    </dgm:pt>
    <dgm:pt modelId="{1E7A8CB4-90B3-4891-A6D5-D9CCCC3118EB}" type="pres">
      <dgm:prSet presAssocID="{DED4C3A8-AE35-4D28-9EBA-AD2A0D4E6263}" presName="Name35" presStyleLbl="parChTrans1D2" presStyleIdx="0" presStyleCnt="6"/>
      <dgm:spPr/>
      <dgm:t>
        <a:bodyPr/>
        <a:lstStyle/>
        <a:p>
          <a:endParaRPr lang="en-US"/>
        </a:p>
      </dgm:t>
    </dgm:pt>
    <dgm:pt modelId="{622C41EA-8B14-4F2F-8FDC-0CA0D95421B8}" type="pres">
      <dgm:prSet presAssocID="{D7DF4688-E163-4CDC-A617-3675861EA87A}" presName="hierRoot2" presStyleCnt="0">
        <dgm:presLayoutVars>
          <dgm:hierBranch val="l"/>
        </dgm:presLayoutVars>
      </dgm:prSet>
      <dgm:spPr/>
    </dgm:pt>
    <dgm:pt modelId="{41D6304E-0870-4ED9-8B9C-AC74D22C6B1B}" type="pres">
      <dgm:prSet presAssocID="{D7DF4688-E163-4CDC-A617-3675861EA87A}" presName="rootComposite" presStyleCnt="0"/>
      <dgm:spPr/>
    </dgm:pt>
    <dgm:pt modelId="{59E83297-5D78-401B-A3B9-3F6975A5943B}" type="pres">
      <dgm:prSet presAssocID="{D7DF4688-E163-4CDC-A617-3675861EA87A}" presName="rootText" presStyleLbl="node2" presStyleIdx="0" presStyleCnt="6" custScaleX="32210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7892810-83B9-4939-8B33-672DD16CEA08}" type="pres">
      <dgm:prSet presAssocID="{D7DF4688-E163-4CDC-A617-3675861EA87A}" presName="rootConnector" presStyleLbl="node2" presStyleIdx="0" presStyleCnt="6"/>
      <dgm:spPr/>
      <dgm:t>
        <a:bodyPr/>
        <a:lstStyle/>
        <a:p>
          <a:endParaRPr lang="en-US"/>
        </a:p>
      </dgm:t>
    </dgm:pt>
    <dgm:pt modelId="{463829A9-6EBE-4E30-B08E-5136E2E93EF4}" type="pres">
      <dgm:prSet presAssocID="{D7DF4688-E163-4CDC-A617-3675861EA87A}" presName="hierChild4" presStyleCnt="0"/>
      <dgm:spPr/>
    </dgm:pt>
    <dgm:pt modelId="{6B23E6A1-AF1B-4665-A8B7-035615B80FF5}" type="pres">
      <dgm:prSet presAssocID="{038EB869-761E-4534-9EE9-E454B21F70FC}" presName="Name50" presStyleLbl="parChTrans1D3" presStyleIdx="0" presStyleCnt="18"/>
      <dgm:spPr/>
      <dgm:t>
        <a:bodyPr/>
        <a:lstStyle/>
        <a:p>
          <a:endParaRPr lang="en-US"/>
        </a:p>
      </dgm:t>
    </dgm:pt>
    <dgm:pt modelId="{2734AE6F-6E2E-44DB-BA7B-548091FF1D30}" type="pres">
      <dgm:prSet presAssocID="{9662E0F7-4385-4865-AF8E-44DF63516637}" presName="hierRoot2" presStyleCnt="0">
        <dgm:presLayoutVars>
          <dgm:hierBranch val="init"/>
        </dgm:presLayoutVars>
      </dgm:prSet>
      <dgm:spPr/>
    </dgm:pt>
    <dgm:pt modelId="{626FAD7B-619C-4C78-A10A-06EDE8AAFE8A}" type="pres">
      <dgm:prSet presAssocID="{9662E0F7-4385-4865-AF8E-44DF63516637}" presName="rootComposite" presStyleCnt="0"/>
      <dgm:spPr/>
    </dgm:pt>
    <dgm:pt modelId="{D98B9849-A752-4FB1-AF91-E06878B3D053}" type="pres">
      <dgm:prSet presAssocID="{9662E0F7-4385-4865-AF8E-44DF63516637}" presName="rootText" presStyleLbl="node3" presStyleIdx="0" presStyleCnt="18" custScaleX="13994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E442703-E1EA-48C5-86C6-604D63000F8F}" type="pres">
      <dgm:prSet presAssocID="{9662E0F7-4385-4865-AF8E-44DF63516637}" presName="rootConnector" presStyleLbl="node3" presStyleIdx="0" presStyleCnt="18"/>
      <dgm:spPr/>
      <dgm:t>
        <a:bodyPr/>
        <a:lstStyle/>
        <a:p>
          <a:endParaRPr lang="en-US"/>
        </a:p>
      </dgm:t>
    </dgm:pt>
    <dgm:pt modelId="{4C3EED95-4863-454B-97E6-A6E6EDC1B56D}" type="pres">
      <dgm:prSet presAssocID="{9662E0F7-4385-4865-AF8E-44DF63516637}" presName="hierChild4" presStyleCnt="0"/>
      <dgm:spPr/>
    </dgm:pt>
    <dgm:pt modelId="{6B1C80EE-2923-4BA8-8244-742864EBF38F}" type="pres">
      <dgm:prSet presAssocID="{4B22474E-4226-4139-9CE8-38ABDE1407DF}" presName="Name37" presStyleLbl="parChTrans1D4" presStyleIdx="0" presStyleCnt="53"/>
      <dgm:spPr/>
      <dgm:t>
        <a:bodyPr/>
        <a:lstStyle/>
        <a:p>
          <a:endParaRPr lang="en-US"/>
        </a:p>
      </dgm:t>
    </dgm:pt>
    <dgm:pt modelId="{56B34002-8448-4F43-B0D3-EC246152707C}" type="pres">
      <dgm:prSet presAssocID="{CE10267B-6E32-4790-B2AD-AA1CF06D4834}" presName="hierRoot2" presStyleCnt="0">
        <dgm:presLayoutVars>
          <dgm:hierBranch val="init"/>
        </dgm:presLayoutVars>
      </dgm:prSet>
      <dgm:spPr/>
    </dgm:pt>
    <dgm:pt modelId="{B0D83A84-FA5A-482D-BB56-30737F97A4E7}" type="pres">
      <dgm:prSet presAssocID="{CE10267B-6E32-4790-B2AD-AA1CF06D4834}" presName="rootComposite" presStyleCnt="0"/>
      <dgm:spPr/>
    </dgm:pt>
    <dgm:pt modelId="{1DA2EBE9-F429-4A6A-8748-CBE4A842238A}" type="pres">
      <dgm:prSet presAssocID="{CE10267B-6E32-4790-B2AD-AA1CF06D4834}" presName="rootText" presStyleLbl="node4" presStyleIdx="0" presStyleCnt="53" custScaleX="16074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FFD2714-7C90-437B-AB23-3AB7CE87B397}" type="pres">
      <dgm:prSet presAssocID="{CE10267B-6E32-4790-B2AD-AA1CF06D4834}" presName="rootConnector" presStyleLbl="node4" presStyleIdx="0" presStyleCnt="53"/>
      <dgm:spPr/>
      <dgm:t>
        <a:bodyPr/>
        <a:lstStyle/>
        <a:p>
          <a:endParaRPr lang="en-US"/>
        </a:p>
      </dgm:t>
    </dgm:pt>
    <dgm:pt modelId="{EE825210-4369-418A-AF80-5F030461806E}" type="pres">
      <dgm:prSet presAssocID="{CE10267B-6E32-4790-B2AD-AA1CF06D4834}" presName="hierChild4" presStyleCnt="0"/>
      <dgm:spPr/>
    </dgm:pt>
    <dgm:pt modelId="{ABDE0D0F-CFA9-483D-B54D-A0F6BB7082B5}" type="pres">
      <dgm:prSet presAssocID="{CE10267B-6E32-4790-B2AD-AA1CF06D4834}" presName="hierChild5" presStyleCnt="0"/>
      <dgm:spPr/>
    </dgm:pt>
    <dgm:pt modelId="{ED28E639-8147-44EE-8B7D-D91FD2DAC690}" type="pres">
      <dgm:prSet presAssocID="{4504A0F3-DD59-47BE-A961-A53B2925E1F4}" presName="Name37" presStyleLbl="parChTrans1D4" presStyleIdx="1" presStyleCnt="53"/>
      <dgm:spPr/>
      <dgm:t>
        <a:bodyPr/>
        <a:lstStyle/>
        <a:p>
          <a:endParaRPr lang="en-US"/>
        </a:p>
      </dgm:t>
    </dgm:pt>
    <dgm:pt modelId="{D8CDEA89-A106-4AB5-B54F-D8AF553EB7F9}" type="pres">
      <dgm:prSet presAssocID="{EEDA4850-3D91-4FD8-BE72-89FD56ACA1BB}" presName="hierRoot2" presStyleCnt="0">
        <dgm:presLayoutVars>
          <dgm:hierBranch val="init"/>
        </dgm:presLayoutVars>
      </dgm:prSet>
      <dgm:spPr/>
    </dgm:pt>
    <dgm:pt modelId="{43BAAAB5-0C96-4F52-A658-848F3674EFD9}" type="pres">
      <dgm:prSet presAssocID="{EEDA4850-3D91-4FD8-BE72-89FD56ACA1BB}" presName="rootComposite" presStyleCnt="0"/>
      <dgm:spPr/>
    </dgm:pt>
    <dgm:pt modelId="{F6C74D5E-33C8-4E50-87FA-8FDC948F2690}" type="pres">
      <dgm:prSet presAssocID="{EEDA4850-3D91-4FD8-BE72-89FD56ACA1BB}" presName="rootText" presStyleLbl="node4" presStyleIdx="1" presStyleCnt="53" custScaleX="15053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8C5EE57-C5AE-41FB-9294-64B84B953239}" type="pres">
      <dgm:prSet presAssocID="{EEDA4850-3D91-4FD8-BE72-89FD56ACA1BB}" presName="rootConnector" presStyleLbl="node4" presStyleIdx="1" presStyleCnt="53"/>
      <dgm:spPr/>
      <dgm:t>
        <a:bodyPr/>
        <a:lstStyle/>
        <a:p>
          <a:endParaRPr lang="en-US"/>
        </a:p>
      </dgm:t>
    </dgm:pt>
    <dgm:pt modelId="{6A17F7F3-2191-4BF3-9E4F-41AE8E484B52}" type="pres">
      <dgm:prSet presAssocID="{EEDA4850-3D91-4FD8-BE72-89FD56ACA1BB}" presName="hierChild4" presStyleCnt="0"/>
      <dgm:spPr/>
    </dgm:pt>
    <dgm:pt modelId="{4F5CC278-381C-451C-8D6E-263786358090}" type="pres">
      <dgm:prSet presAssocID="{EEDA4850-3D91-4FD8-BE72-89FD56ACA1BB}" presName="hierChild5" presStyleCnt="0"/>
      <dgm:spPr/>
    </dgm:pt>
    <dgm:pt modelId="{581BAB87-C53D-4EDB-9C78-16060D39D43F}" type="pres">
      <dgm:prSet presAssocID="{A5CCD15D-CBFC-4CD1-B0A3-912B0FC809D1}" presName="Name37" presStyleLbl="parChTrans1D4" presStyleIdx="2" presStyleCnt="53"/>
      <dgm:spPr/>
      <dgm:t>
        <a:bodyPr/>
        <a:lstStyle/>
        <a:p>
          <a:endParaRPr lang="en-US"/>
        </a:p>
      </dgm:t>
    </dgm:pt>
    <dgm:pt modelId="{A0D29625-DE38-43DB-9219-C07CEAAE491B}" type="pres">
      <dgm:prSet presAssocID="{984785CD-64BD-4711-9CE5-C6F1A4C1D5EC}" presName="hierRoot2" presStyleCnt="0">
        <dgm:presLayoutVars>
          <dgm:hierBranch val="init"/>
        </dgm:presLayoutVars>
      </dgm:prSet>
      <dgm:spPr/>
    </dgm:pt>
    <dgm:pt modelId="{B8B04EF5-50E4-43F3-8FBA-461B46AF81C1}" type="pres">
      <dgm:prSet presAssocID="{984785CD-64BD-4711-9CE5-C6F1A4C1D5EC}" presName="rootComposite" presStyleCnt="0"/>
      <dgm:spPr/>
    </dgm:pt>
    <dgm:pt modelId="{B60B02F9-13F2-4DA7-820A-059E540E202C}" type="pres">
      <dgm:prSet presAssocID="{984785CD-64BD-4711-9CE5-C6F1A4C1D5EC}" presName="rootText" presStyleLbl="node4" presStyleIdx="2" presStyleCnt="53" custScaleX="17094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61177AA-E9A9-4F93-9133-935447677005}" type="pres">
      <dgm:prSet presAssocID="{984785CD-64BD-4711-9CE5-C6F1A4C1D5EC}" presName="rootConnector" presStyleLbl="node4" presStyleIdx="2" presStyleCnt="53"/>
      <dgm:spPr/>
      <dgm:t>
        <a:bodyPr/>
        <a:lstStyle/>
        <a:p>
          <a:endParaRPr lang="en-US"/>
        </a:p>
      </dgm:t>
    </dgm:pt>
    <dgm:pt modelId="{94D0E6C1-A471-488A-AFE2-9650FEA4C1C4}" type="pres">
      <dgm:prSet presAssocID="{984785CD-64BD-4711-9CE5-C6F1A4C1D5EC}" presName="hierChild4" presStyleCnt="0"/>
      <dgm:spPr/>
    </dgm:pt>
    <dgm:pt modelId="{B37A70D4-B565-4C7A-B9E2-18635807FD1D}" type="pres">
      <dgm:prSet presAssocID="{984785CD-64BD-4711-9CE5-C6F1A4C1D5EC}" presName="hierChild5" presStyleCnt="0"/>
      <dgm:spPr/>
    </dgm:pt>
    <dgm:pt modelId="{84D9A4DD-77E7-4FB7-829E-10204C26AC5B}" type="pres">
      <dgm:prSet presAssocID="{D45CF031-31BC-448B-9216-0A8F85634BEA}" presName="Name37" presStyleLbl="parChTrans1D4" presStyleIdx="3" presStyleCnt="53"/>
      <dgm:spPr/>
      <dgm:t>
        <a:bodyPr/>
        <a:lstStyle/>
        <a:p>
          <a:endParaRPr lang="en-US"/>
        </a:p>
      </dgm:t>
    </dgm:pt>
    <dgm:pt modelId="{60041F7B-6BC3-4658-90F0-30D553EA405D}" type="pres">
      <dgm:prSet presAssocID="{B8533B69-05DC-45EF-82FE-F1A91BB1D025}" presName="hierRoot2" presStyleCnt="0">
        <dgm:presLayoutVars>
          <dgm:hierBranch val="init"/>
        </dgm:presLayoutVars>
      </dgm:prSet>
      <dgm:spPr/>
    </dgm:pt>
    <dgm:pt modelId="{88791F7C-0B43-4630-9F21-04A00589E707}" type="pres">
      <dgm:prSet presAssocID="{B8533B69-05DC-45EF-82FE-F1A91BB1D025}" presName="rootComposite" presStyleCnt="0"/>
      <dgm:spPr/>
    </dgm:pt>
    <dgm:pt modelId="{1442BBFC-1969-4C4B-94F6-8A8AB14B8444}" type="pres">
      <dgm:prSet presAssocID="{B8533B69-05DC-45EF-82FE-F1A91BB1D025}" presName="rootText" presStyleLbl="node4" presStyleIdx="3" presStyleCnt="53" custScaleX="16057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4B8BCBC-CD03-43BC-90C6-BE7FD00C195E}" type="pres">
      <dgm:prSet presAssocID="{B8533B69-05DC-45EF-82FE-F1A91BB1D025}" presName="rootConnector" presStyleLbl="node4" presStyleIdx="3" presStyleCnt="53"/>
      <dgm:spPr/>
      <dgm:t>
        <a:bodyPr/>
        <a:lstStyle/>
        <a:p>
          <a:endParaRPr lang="en-US"/>
        </a:p>
      </dgm:t>
    </dgm:pt>
    <dgm:pt modelId="{5DCE48AA-13BF-43C3-9192-7B693C91A570}" type="pres">
      <dgm:prSet presAssocID="{B8533B69-05DC-45EF-82FE-F1A91BB1D025}" presName="hierChild4" presStyleCnt="0"/>
      <dgm:spPr/>
    </dgm:pt>
    <dgm:pt modelId="{99974F95-D5EC-45F9-8774-E488E348DFE8}" type="pres">
      <dgm:prSet presAssocID="{B8533B69-05DC-45EF-82FE-F1A91BB1D025}" presName="hierChild5" presStyleCnt="0"/>
      <dgm:spPr/>
    </dgm:pt>
    <dgm:pt modelId="{D452E5F2-25F0-48DA-BE5B-D6D1DF681345}" type="pres">
      <dgm:prSet presAssocID="{9662E0F7-4385-4865-AF8E-44DF63516637}" presName="hierChild5" presStyleCnt="0"/>
      <dgm:spPr/>
    </dgm:pt>
    <dgm:pt modelId="{C39C1F75-0C19-4BE9-B415-A823E96E7329}" type="pres">
      <dgm:prSet presAssocID="{5832A334-DD0E-4D3A-893D-EEDFEF504D24}" presName="Name50" presStyleLbl="parChTrans1D3" presStyleIdx="1" presStyleCnt="18"/>
      <dgm:spPr/>
      <dgm:t>
        <a:bodyPr/>
        <a:lstStyle/>
        <a:p>
          <a:endParaRPr lang="en-US"/>
        </a:p>
      </dgm:t>
    </dgm:pt>
    <dgm:pt modelId="{46CDD72C-A434-4A41-AD1C-555FF4B1F46D}" type="pres">
      <dgm:prSet presAssocID="{31BB7C06-AE54-4B47-80B2-DC2DC1715586}" presName="hierRoot2" presStyleCnt="0">
        <dgm:presLayoutVars>
          <dgm:hierBranch val="r"/>
        </dgm:presLayoutVars>
      </dgm:prSet>
      <dgm:spPr/>
    </dgm:pt>
    <dgm:pt modelId="{27C30423-75BD-4F19-BB37-FB8F7170F3E0}" type="pres">
      <dgm:prSet presAssocID="{31BB7C06-AE54-4B47-80B2-DC2DC1715586}" presName="rootComposite" presStyleCnt="0"/>
      <dgm:spPr/>
    </dgm:pt>
    <dgm:pt modelId="{E52A84AB-A1BC-4616-BF6D-AA20BCF518DF}" type="pres">
      <dgm:prSet presAssocID="{31BB7C06-AE54-4B47-80B2-DC2DC1715586}" presName="rootText" presStyleLbl="node3" presStyleIdx="1" presStyleCnt="18" custScaleX="15026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B30C4EF-94B9-410F-887D-CFB00C64F4AB}" type="pres">
      <dgm:prSet presAssocID="{31BB7C06-AE54-4B47-80B2-DC2DC1715586}" presName="rootConnector" presStyleLbl="node3" presStyleIdx="1" presStyleCnt="18"/>
      <dgm:spPr/>
      <dgm:t>
        <a:bodyPr/>
        <a:lstStyle/>
        <a:p>
          <a:endParaRPr lang="en-US"/>
        </a:p>
      </dgm:t>
    </dgm:pt>
    <dgm:pt modelId="{50A44BBF-48D3-4422-BBF5-48F21CC4F64F}" type="pres">
      <dgm:prSet presAssocID="{31BB7C06-AE54-4B47-80B2-DC2DC1715586}" presName="hierChild4" presStyleCnt="0"/>
      <dgm:spPr/>
    </dgm:pt>
    <dgm:pt modelId="{D96023E0-D17F-4263-B7F2-06BA3D441BC7}" type="pres">
      <dgm:prSet presAssocID="{B6B80867-8C0A-41CB-85D5-DB8A9EC3C1A2}" presName="Name50" presStyleLbl="parChTrans1D4" presStyleIdx="4" presStyleCnt="53"/>
      <dgm:spPr/>
      <dgm:t>
        <a:bodyPr/>
        <a:lstStyle/>
        <a:p>
          <a:endParaRPr lang="en-US"/>
        </a:p>
      </dgm:t>
    </dgm:pt>
    <dgm:pt modelId="{2D4E2E66-9565-42CF-97F6-B0A396BBA077}" type="pres">
      <dgm:prSet presAssocID="{46C6E020-3B22-4A44-80EE-ED9D082E6EEF}" presName="hierRoot2" presStyleCnt="0">
        <dgm:presLayoutVars>
          <dgm:hierBranch val="r"/>
        </dgm:presLayoutVars>
      </dgm:prSet>
      <dgm:spPr/>
    </dgm:pt>
    <dgm:pt modelId="{1460CF9C-795F-4543-A6E3-CF69B0C3D47B}" type="pres">
      <dgm:prSet presAssocID="{46C6E020-3B22-4A44-80EE-ED9D082E6EEF}" presName="rootComposite" presStyleCnt="0"/>
      <dgm:spPr/>
    </dgm:pt>
    <dgm:pt modelId="{2015E55C-E167-44EA-8807-B5457211AF59}" type="pres">
      <dgm:prSet presAssocID="{46C6E020-3B22-4A44-80EE-ED9D082E6EEF}" presName="rootText" presStyleLbl="node4" presStyleIdx="4" presStyleCnt="53" custScaleX="15083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4AE4FFF-8A80-464A-8A86-F3C76DDF7AD4}" type="pres">
      <dgm:prSet presAssocID="{46C6E020-3B22-4A44-80EE-ED9D082E6EEF}" presName="rootConnector" presStyleLbl="node4" presStyleIdx="4" presStyleCnt="53"/>
      <dgm:spPr/>
      <dgm:t>
        <a:bodyPr/>
        <a:lstStyle/>
        <a:p>
          <a:endParaRPr lang="en-US"/>
        </a:p>
      </dgm:t>
    </dgm:pt>
    <dgm:pt modelId="{7BEB41FE-4A4E-4027-9D58-6A72A1CAF478}" type="pres">
      <dgm:prSet presAssocID="{46C6E020-3B22-4A44-80EE-ED9D082E6EEF}" presName="hierChild4" presStyleCnt="0"/>
      <dgm:spPr/>
    </dgm:pt>
    <dgm:pt modelId="{4DA3E665-5714-40C9-B39B-8DAC63E90FCC}" type="pres">
      <dgm:prSet presAssocID="{46C6E020-3B22-4A44-80EE-ED9D082E6EEF}" presName="hierChild5" presStyleCnt="0"/>
      <dgm:spPr/>
    </dgm:pt>
    <dgm:pt modelId="{9690CCA9-DDE8-487C-8747-FC7957C75082}" type="pres">
      <dgm:prSet presAssocID="{7829AD67-9E94-4F21-9D85-F94C1F3DD47B}" presName="Name50" presStyleLbl="parChTrans1D4" presStyleIdx="5" presStyleCnt="53"/>
      <dgm:spPr/>
      <dgm:t>
        <a:bodyPr/>
        <a:lstStyle/>
        <a:p>
          <a:endParaRPr lang="en-US"/>
        </a:p>
      </dgm:t>
    </dgm:pt>
    <dgm:pt modelId="{B3EAC844-2546-48B0-B869-7A79E58E574E}" type="pres">
      <dgm:prSet presAssocID="{27EBC27F-7618-4DD1-982F-29B910C4DD63}" presName="hierRoot2" presStyleCnt="0">
        <dgm:presLayoutVars>
          <dgm:hierBranch val="init"/>
        </dgm:presLayoutVars>
      </dgm:prSet>
      <dgm:spPr/>
    </dgm:pt>
    <dgm:pt modelId="{6481F74F-548B-45F1-9454-C3985B383B62}" type="pres">
      <dgm:prSet presAssocID="{27EBC27F-7618-4DD1-982F-29B910C4DD63}" presName="rootComposite" presStyleCnt="0"/>
      <dgm:spPr/>
    </dgm:pt>
    <dgm:pt modelId="{B4BBCFC8-2CCD-4089-9621-14B4733B353B}" type="pres">
      <dgm:prSet presAssocID="{27EBC27F-7618-4DD1-982F-29B910C4DD63}" presName="rootText" presStyleLbl="node4" presStyleIdx="5" presStyleCnt="53" custScaleX="15109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24F9FC8-1174-42E9-9758-8403CC6729D0}" type="pres">
      <dgm:prSet presAssocID="{27EBC27F-7618-4DD1-982F-29B910C4DD63}" presName="rootConnector" presStyleLbl="node4" presStyleIdx="5" presStyleCnt="53"/>
      <dgm:spPr/>
      <dgm:t>
        <a:bodyPr/>
        <a:lstStyle/>
        <a:p>
          <a:endParaRPr lang="en-US"/>
        </a:p>
      </dgm:t>
    </dgm:pt>
    <dgm:pt modelId="{9D9BDFB0-649C-4FD1-953E-02D710289639}" type="pres">
      <dgm:prSet presAssocID="{27EBC27F-7618-4DD1-982F-29B910C4DD63}" presName="hierChild4" presStyleCnt="0"/>
      <dgm:spPr/>
    </dgm:pt>
    <dgm:pt modelId="{C4766FA6-41AD-45C9-BE9A-690E197021F6}" type="pres">
      <dgm:prSet presAssocID="{27EBC27F-7618-4DD1-982F-29B910C4DD63}" presName="hierChild5" presStyleCnt="0"/>
      <dgm:spPr/>
    </dgm:pt>
    <dgm:pt modelId="{5381CD1C-E1C2-492C-929A-7B8F90A22893}" type="pres">
      <dgm:prSet presAssocID="{BDAB2EE8-7999-4EEC-8228-C642AF0FBC76}" presName="Name50" presStyleLbl="parChTrans1D4" presStyleIdx="6" presStyleCnt="53"/>
      <dgm:spPr/>
      <dgm:t>
        <a:bodyPr/>
        <a:lstStyle/>
        <a:p>
          <a:endParaRPr lang="en-US"/>
        </a:p>
      </dgm:t>
    </dgm:pt>
    <dgm:pt modelId="{947AFB2B-A7E9-40D3-9C61-89EC53EE945F}" type="pres">
      <dgm:prSet presAssocID="{569CA4B5-99C0-4993-B1BB-463919492D27}" presName="hierRoot2" presStyleCnt="0">
        <dgm:presLayoutVars>
          <dgm:hierBranch val="init"/>
        </dgm:presLayoutVars>
      </dgm:prSet>
      <dgm:spPr/>
    </dgm:pt>
    <dgm:pt modelId="{171CD63E-9B7F-4447-ADE7-15FA55EF4590}" type="pres">
      <dgm:prSet presAssocID="{569CA4B5-99C0-4993-B1BB-463919492D27}" presName="rootComposite" presStyleCnt="0"/>
      <dgm:spPr/>
    </dgm:pt>
    <dgm:pt modelId="{5576562B-C952-4293-9479-885BD57C1751}" type="pres">
      <dgm:prSet presAssocID="{569CA4B5-99C0-4993-B1BB-463919492D27}" presName="rootText" presStyleLbl="node4" presStyleIdx="6" presStyleCnt="53" custScaleX="16088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9690D3C-7241-4DE9-8F7D-0C478893F7F5}" type="pres">
      <dgm:prSet presAssocID="{569CA4B5-99C0-4993-B1BB-463919492D27}" presName="rootConnector" presStyleLbl="node4" presStyleIdx="6" presStyleCnt="53"/>
      <dgm:spPr/>
      <dgm:t>
        <a:bodyPr/>
        <a:lstStyle/>
        <a:p>
          <a:endParaRPr lang="en-US"/>
        </a:p>
      </dgm:t>
    </dgm:pt>
    <dgm:pt modelId="{B22AE4D8-AFCD-4CDA-9E32-FEDEF30CCB3A}" type="pres">
      <dgm:prSet presAssocID="{569CA4B5-99C0-4993-B1BB-463919492D27}" presName="hierChild4" presStyleCnt="0"/>
      <dgm:spPr/>
    </dgm:pt>
    <dgm:pt modelId="{7DE712F6-000D-46FA-A2D9-8D5F4F99388C}" type="pres">
      <dgm:prSet presAssocID="{569CA4B5-99C0-4993-B1BB-463919492D27}" presName="hierChild5" presStyleCnt="0"/>
      <dgm:spPr/>
    </dgm:pt>
    <dgm:pt modelId="{27B9E414-789A-458A-82AB-A620D06DC752}" type="pres">
      <dgm:prSet presAssocID="{31BB7C06-AE54-4B47-80B2-DC2DC1715586}" presName="hierChild5" presStyleCnt="0"/>
      <dgm:spPr/>
    </dgm:pt>
    <dgm:pt modelId="{A355C714-640D-4D3A-877A-C72CAA2B3639}" type="pres">
      <dgm:prSet presAssocID="{D7DF4688-E163-4CDC-A617-3675861EA87A}" presName="hierChild5" presStyleCnt="0"/>
      <dgm:spPr/>
    </dgm:pt>
    <dgm:pt modelId="{CC90A932-6467-4E0D-A5EF-7E39E3D4F87E}" type="pres">
      <dgm:prSet presAssocID="{54733463-486C-4E45-9DCE-4E46DB3881AA}" presName="Name35" presStyleLbl="parChTrans1D2" presStyleIdx="1" presStyleCnt="6"/>
      <dgm:spPr/>
      <dgm:t>
        <a:bodyPr/>
        <a:lstStyle/>
        <a:p>
          <a:endParaRPr lang="en-US"/>
        </a:p>
      </dgm:t>
    </dgm:pt>
    <dgm:pt modelId="{17A2891F-2457-41F3-B8FA-1B55B00ABDEB}" type="pres">
      <dgm:prSet presAssocID="{CA80E9DB-8085-4754-84F3-841E44726D3D}" presName="hierRoot2" presStyleCnt="0">
        <dgm:presLayoutVars>
          <dgm:hierBranch val="r"/>
        </dgm:presLayoutVars>
      </dgm:prSet>
      <dgm:spPr/>
    </dgm:pt>
    <dgm:pt modelId="{1AAE6390-C277-4ADF-95D0-2632020081EE}" type="pres">
      <dgm:prSet presAssocID="{CA80E9DB-8085-4754-84F3-841E44726D3D}" presName="rootComposite" presStyleCnt="0"/>
      <dgm:spPr/>
    </dgm:pt>
    <dgm:pt modelId="{A97BE85C-C7F0-49BA-9DFE-9C1801F968B4}" type="pres">
      <dgm:prSet presAssocID="{CA80E9DB-8085-4754-84F3-841E44726D3D}" presName="rootText" presStyleLbl="node2" presStyleIdx="1" presStyleCnt="6" custScaleX="21865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172BFFF-E8AF-4EB2-A1BA-83489250D10E}" type="pres">
      <dgm:prSet presAssocID="{CA80E9DB-8085-4754-84F3-841E44726D3D}" presName="rootConnector" presStyleLbl="node2" presStyleIdx="1" presStyleCnt="6"/>
      <dgm:spPr/>
      <dgm:t>
        <a:bodyPr/>
        <a:lstStyle/>
        <a:p>
          <a:endParaRPr lang="en-US"/>
        </a:p>
      </dgm:t>
    </dgm:pt>
    <dgm:pt modelId="{85E500B9-A4DF-4233-99E4-64D1CC31DB8F}" type="pres">
      <dgm:prSet presAssocID="{CA80E9DB-8085-4754-84F3-841E44726D3D}" presName="hierChild4" presStyleCnt="0"/>
      <dgm:spPr/>
    </dgm:pt>
    <dgm:pt modelId="{94A9652C-B6F2-4433-97CA-B10EAB8A7F19}" type="pres">
      <dgm:prSet presAssocID="{BD405836-0A46-433E-808F-76524F616875}" presName="Name50" presStyleLbl="parChTrans1D3" presStyleIdx="2" presStyleCnt="18"/>
      <dgm:spPr/>
      <dgm:t>
        <a:bodyPr/>
        <a:lstStyle/>
        <a:p>
          <a:endParaRPr lang="en-US"/>
        </a:p>
      </dgm:t>
    </dgm:pt>
    <dgm:pt modelId="{07019A5A-0729-47A3-85CC-02FB0ECFC0F6}" type="pres">
      <dgm:prSet presAssocID="{F07D97B5-437C-45BF-BCD9-40866BC209FE}" presName="hierRoot2" presStyleCnt="0">
        <dgm:presLayoutVars>
          <dgm:hierBranch val="r"/>
        </dgm:presLayoutVars>
      </dgm:prSet>
      <dgm:spPr/>
    </dgm:pt>
    <dgm:pt modelId="{CD8E07D5-AE9E-44B5-A591-258ECA8C1B2C}" type="pres">
      <dgm:prSet presAssocID="{F07D97B5-437C-45BF-BCD9-40866BC209FE}" presName="rootComposite" presStyleCnt="0"/>
      <dgm:spPr/>
    </dgm:pt>
    <dgm:pt modelId="{B69F24C6-D993-4868-99DB-AF7A7CF35007}" type="pres">
      <dgm:prSet presAssocID="{F07D97B5-437C-45BF-BCD9-40866BC209FE}" presName="rootText" presStyleLbl="node3" presStyleIdx="2" presStyleCnt="18" custScaleX="15600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6578E1D-F9EC-4512-92B8-A020550ECB06}" type="pres">
      <dgm:prSet presAssocID="{F07D97B5-437C-45BF-BCD9-40866BC209FE}" presName="rootConnector" presStyleLbl="node3" presStyleIdx="2" presStyleCnt="18"/>
      <dgm:spPr/>
      <dgm:t>
        <a:bodyPr/>
        <a:lstStyle/>
        <a:p>
          <a:endParaRPr lang="en-US"/>
        </a:p>
      </dgm:t>
    </dgm:pt>
    <dgm:pt modelId="{6C2FDABE-3233-44F7-973E-432E9565DBC2}" type="pres">
      <dgm:prSet presAssocID="{F07D97B5-437C-45BF-BCD9-40866BC209FE}" presName="hierChild4" presStyleCnt="0"/>
      <dgm:spPr/>
    </dgm:pt>
    <dgm:pt modelId="{4BB5E445-FC39-4C77-AC71-D00C1338179F}" type="pres">
      <dgm:prSet presAssocID="{F4C4564D-0F94-4A63-B51C-FBE886FEFC1D}" presName="Name50" presStyleLbl="parChTrans1D4" presStyleIdx="7" presStyleCnt="53"/>
      <dgm:spPr/>
      <dgm:t>
        <a:bodyPr/>
        <a:lstStyle/>
        <a:p>
          <a:endParaRPr lang="en-US"/>
        </a:p>
      </dgm:t>
    </dgm:pt>
    <dgm:pt modelId="{2E1DC9D0-9884-47A4-B59A-00938C084B62}" type="pres">
      <dgm:prSet presAssocID="{15E419CA-3128-430B-A066-5837363FA3B5}" presName="hierRoot2" presStyleCnt="0">
        <dgm:presLayoutVars>
          <dgm:hierBranch val="r"/>
        </dgm:presLayoutVars>
      </dgm:prSet>
      <dgm:spPr/>
    </dgm:pt>
    <dgm:pt modelId="{2584D29C-869E-4F69-B45D-AA598310F3E7}" type="pres">
      <dgm:prSet presAssocID="{15E419CA-3128-430B-A066-5837363FA3B5}" presName="rootComposite" presStyleCnt="0"/>
      <dgm:spPr/>
    </dgm:pt>
    <dgm:pt modelId="{AD9503CD-3AE9-4878-8BC1-DC482807C1E1}" type="pres">
      <dgm:prSet presAssocID="{15E419CA-3128-430B-A066-5837363FA3B5}" presName="rootText" presStyleLbl="node4" presStyleIdx="7" presStyleCnt="53" custScaleX="13889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3DFACAA-5C6F-4C85-8BFA-B2486EAF8331}" type="pres">
      <dgm:prSet presAssocID="{15E419CA-3128-430B-A066-5837363FA3B5}" presName="rootConnector" presStyleLbl="node4" presStyleIdx="7" presStyleCnt="53"/>
      <dgm:spPr/>
      <dgm:t>
        <a:bodyPr/>
        <a:lstStyle/>
        <a:p>
          <a:endParaRPr lang="en-US"/>
        </a:p>
      </dgm:t>
    </dgm:pt>
    <dgm:pt modelId="{E36D9629-A860-4E6E-829E-B2AB1AB2A3BC}" type="pres">
      <dgm:prSet presAssocID="{15E419CA-3128-430B-A066-5837363FA3B5}" presName="hierChild4" presStyleCnt="0"/>
      <dgm:spPr/>
    </dgm:pt>
    <dgm:pt modelId="{326BCC8B-2FA9-4AE3-8E99-0BADA459B62C}" type="pres">
      <dgm:prSet presAssocID="{15E419CA-3128-430B-A066-5837363FA3B5}" presName="hierChild5" presStyleCnt="0"/>
      <dgm:spPr/>
    </dgm:pt>
    <dgm:pt modelId="{30553774-2470-4C18-B413-686C9716DCE8}" type="pres">
      <dgm:prSet presAssocID="{C8D70983-D0BB-460F-81B1-5D1E2F562CFE}" presName="Name50" presStyleLbl="parChTrans1D4" presStyleIdx="8" presStyleCnt="53"/>
      <dgm:spPr/>
      <dgm:t>
        <a:bodyPr/>
        <a:lstStyle/>
        <a:p>
          <a:endParaRPr lang="en-US"/>
        </a:p>
      </dgm:t>
    </dgm:pt>
    <dgm:pt modelId="{11760032-7958-421D-8046-EBA75BFB5A88}" type="pres">
      <dgm:prSet presAssocID="{102C8CB4-14E8-4614-9F6D-EA368684EB87}" presName="hierRoot2" presStyleCnt="0">
        <dgm:presLayoutVars>
          <dgm:hierBranch val="r"/>
        </dgm:presLayoutVars>
      </dgm:prSet>
      <dgm:spPr/>
    </dgm:pt>
    <dgm:pt modelId="{FAE72F6B-ED2D-4F9F-B566-B7B369E51C41}" type="pres">
      <dgm:prSet presAssocID="{102C8CB4-14E8-4614-9F6D-EA368684EB87}" presName="rootComposite" presStyleCnt="0"/>
      <dgm:spPr/>
    </dgm:pt>
    <dgm:pt modelId="{D97ECAA6-2E64-4D9C-8A17-E5EECF218246}" type="pres">
      <dgm:prSet presAssocID="{102C8CB4-14E8-4614-9F6D-EA368684EB87}" presName="rootText" presStyleLbl="node4" presStyleIdx="8" presStyleCnt="53" custScaleX="13889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B17D5DE-34A3-4602-ADAB-61D5F2B3BA00}" type="pres">
      <dgm:prSet presAssocID="{102C8CB4-14E8-4614-9F6D-EA368684EB87}" presName="rootConnector" presStyleLbl="node4" presStyleIdx="8" presStyleCnt="53"/>
      <dgm:spPr/>
      <dgm:t>
        <a:bodyPr/>
        <a:lstStyle/>
        <a:p>
          <a:endParaRPr lang="en-US"/>
        </a:p>
      </dgm:t>
    </dgm:pt>
    <dgm:pt modelId="{6C894362-7781-4E83-9E2F-AEBE3EAF5024}" type="pres">
      <dgm:prSet presAssocID="{102C8CB4-14E8-4614-9F6D-EA368684EB87}" presName="hierChild4" presStyleCnt="0"/>
      <dgm:spPr/>
    </dgm:pt>
    <dgm:pt modelId="{BC933474-F86F-4149-BC51-8CA2AA8E66F2}" type="pres">
      <dgm:prSet presAssocID="{102C8CB4-14E8-4614-9F6D-EA368684EB87}" presName="hierChild5" presStyleCnt="0"/>
      <dgm:spPr/>
    </dgm:pt>
    <dgm:pt modelId="{D53CFB81-8A4B-4D2F-AA6F-D798C6ADE28E}" type="pres">
      <dgm:prSet presAssocID="{D9265ABD-B979-4516-A5B3-6CE6D8F946FA}" presName="Name50" presStyleLbl="parChTrans1D4" presStyleIdx="9" presStyleCnt="53"/>
      <dgm:spPr/>
      <dgm:t>
        <a:bodyPr/>
        <a:lstStyle/>
        <a:p>
          <a:endParaRPr lang="en-US"/>
        </a:p>
      </dgm:t>
    </dgm:pt>
    <dgm:pt modelId="{303ECB84-E3AB-429E-9BDD-BF1C51FDA4DE}" type="pres">
      <dgm:prSet presAssocID="{D381C1E2-1D27-425B-ABD6-E0D91B62A718}" presName="hierRoot2" presStyleCnt="0">
        <dgm:presLayoutVars>
          <dgm:hierBranch val="init"/>
        </dgm:presLayoutVars>
      </dgm:prSet>
      <dgm:spPr/>
    </dgm:pt>
    <dgm:pt modelId="{13BE5EBF-8FA7-40A3-93F8-D662C7D76390}" type="pres">
      <dgm:prSet presAssocID="{D381C1E2-1D27-425B-ABD6-E0D91B62A718}" presName="rootComposite" presStyleCnt="0"/>
      <dgm:spPr/>
    </dgm:pt>
    <dgm:pt modelId="{CDF390B1-5070-4773-B3FA-FBFCB4CB434B}" type="pres">
      <dgm:prSet presAssocID="{D381C1E2-1D27-425B-ABD6-E0D91B62A718}" presName="rootText" presStyleLbl="node4" presStyleIdx="9" presStyleCnt="53" custScaleX="13889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7E20B5C-B0D6-41AD-B2C8-0AE7FE4962AE}" type="pres">
      <dgm:prSet presAssocID="{D381C1E2-1D27-425B-ABD6-E0D91B62A718}" presName="rootConnector" presStyleLbl="node4" presStyleIdx="9" presStyleCnt="53"/>
      <dgm:spPr/>
      <dgm:t>
        <a:bodyPr/>
        <a:lstStyle/>
        <a:p>
          <a:endParaRPr lang="en-US"/>
        </a:p>
      </dgm:t>
    </dgm:pt>
    <dgm:pt modelId="{1A52D91C-4E72-45CE-A7B3-3AA7FA330187}" type="pres">
      <dgm:prSet presAssocID="{D381C1E2-1D27-425B-ABD6-E0D91B62A718}" presName="hierChild4" presStyleCnt="0"/>
      <dgm:spPr/>
    </dgm:pt>
    <dgm:pt modelId="{32E6E94A-0C1E-4E44-A869-0003CD71D52A}" type="pres">
      <dgm:prSet presAssocID="{D381C1E2-1D27-425B-ABD6-E0D91B62A718}" presName="hierChild5" presStyleCnt="0"/>
      <dgm:spPr/>
    </dgm:pt>
    <dgm:pt modelId="{6DC823DB-878D-4DAD-AAF3-0AC1FBD9DCF5}" type="pres">
      <dgm:prSet presAssocID="{6BAF62C2-A10E-4849-91A7-E090225089D3}" presName="Name50" presStyleLbl="parChTrans1D4" presStyleIdx="10" presStyleCnt="53"/>
      <dgm:spPr/>
      <dgm:t>
        <a:bodyPr/>
        <a:lstStyle/>
        <a:p>
          <a:endParaRPr lang="en-US"/>
        </a:p>
      </dgm:t>
    </dgm:pt>
    <dgm:pt modelId="{D6B4D364-F953-4A3F-94F4-EB11BFDF3890}" type="pres">
      <dgm:prSet presAssocID="{5B24CCA6-6C6F-4137-9727-5434ACD16B44}" presName="hierRoot2" presStyleCnt="0">
        <dgm:presLayoutVars>
          <dgm:hierBranch val="init"/>
        </dgm:presLayoutVars>
      </dgm:prSet>
      <dgm:spPr/>
    </dgm:pt>
    <dgm:pt modelId="{2F85A42C-B22B-47DA-AD1C-2808469CBB25}" type="pres">
      <dgm:prSet presAssocID="{5B24CCA6-6C6F-4137-9727-5434ACD16B44}" presName="rootComposite" presStyleCnt="0"/>
      <dgm:spPr/>
    </dgm:pt>
    <dgm:pt modelId="{B0B7355B-1580-438E-9985-6314E4506094}" type="pres">
      <dgm:prSet presAssocID="{5B24CCA6-6C6F-4137-9727-5434ACD16B44}" presName="rootText" presStyleLbl="node4" presStyleIdx="10" presStyleCnt="53" custScaleX="13889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8297262-F2C6-4A92-AE1D-148ECFC2026F}" type="pres">
      <dgm:prSet presAssocID="{5B24CCA6-6C6F-4137-9727-5434ACD16B44}" presName="rootConnector" presStyleLbl="node4" presStyleIdx="10" presStyleCnt="53"/>
      <dgm:spPr/>
      <dgm:t>
        <a:bodyPr/>
        <a:lstStyle/>
        <a:p>
          <a:endParaRPr lang="en-US"/>
        </a:p>
      </dgm:t>
    </dgm:pt>
    <dgm:pt modelId="{B343CB12-5D0C-4F95-AE29-2F4D920ED5BC}" type="pres">
      <dgm:prSet presAssocID="{5B24CCA6-6C6F-4137-9727-5434ACD16B44}" presName="hierChild4" presStyleCnt="0"/>
      <dgm:spPr/>
    </dgm:pt>
    <dgm:pt modelId="{1CE9A9BD-C674-453F-A11A-8C3D613EC57E}" type="pres">
      <dgm:prSet presAssocID="{5B24CCA6-6C6F-4137-9727-5434ACD16B44}" presName="hierChild5" presStyleCnt="0"/>
      <dgm:spPr/>
    </dgm:pt>
    <dgm:pt modelId="{F2B5E9F5-C300-43FC-A109-1426A54EB09E}" type="pres">
      <dgm:prSet presAssocID="{F07D97B5-437C-45BF-BCD9-40866BC209FE}" presName="hierChild5" presStyleCnt="0"/>
      <dgm:spPr/>
    </dgm:pt>
    <dgm:pt modelId="{27C7EB70-5474-48EA-89D4-862C2E1A1C41}" type="pres">
      <dgm:prSet presAssocID="{73A1F2C3-1448-4163-88F2-F156A5C3E408}" presName="Name50" presStyleLbl="parChTrans1D3" presStyleIdx="3" presStyleCnt="18"/>
      <dgm:spPr/>
      <dgm:t>
        <a:bodyPr/>
        <a:lstStyle/>
        <a:p>
          <a:endParaRPr lang="en-US"/>
        </a:p>
      </dgm:t>
    </dgm:pt>
    <dgm:pt modelId="{B5E606C7-0979-487C-A2DA-ACA3D416CE3C}" type="pres">
      <dgm:prSet presAssocID="{6B387347-AC9A-435C-85CA-5E3444E491B1}" presName="hierRoot2" presStyleCnt="0">
        <dgm:presLayoutVars>
          <dgm:hierBranch val="r"/>
        </dgm:presLayoutVars>
      </dgm:prSet>
      <dgm:spPr/>
    </dgm:pt>
    <dgm:pt modelId="{40E1B648-1425-4E74-B5EB-AE78B6C5AE3B}" type="pres">
      <dgm:prSet presAssocID="{6B387347-AC9A-435C-85CA-5E3444E491B1}" presName="rootComposite" presStyleCnt="0"/>
      <dgm:spPr/>
    </dgm:pt>
    <dgm:pt modelId="{BFF7F3AF-A897-42A6-8AFF-561ED0C52DA4}" type="pres">
      <dgm:prSet presAssocID="{6B387347-AC9A-435C-85CA-5E3444E491B1}" presName="rootText" presStyleLbl="node3" presStyleIdx="3" presStyleCnt="18" custScaleX="15600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45F32F2-6069-45A6-9020-1F7383F59F96}" type="pres">
      <dgm:prSet presAssocID="{6B387347-AC9A-435C-85CA-5E3444E491B1}" presName="rootConnector" presStyleLbl="node3" presStyleIdx="3" presStyleCnt="18"/>
      <dgm:spPr/>
      <dgm:t>
        <a:bodyPr/>
        <a:lstStyle/>
        <a:p>
          <a:endParaRPr lang="en-US"/>
        </a:p>
      </dgm:t>
    </dgm:pt>
    <dgm:pt modelId="{DE513033-4587-407D-B785-2F2DAD323C73}" type="pres">
      <dgm:prSet presAssocID="{6B387347-AC9A-435C-85CA-5E3444E491B1}" presName="hierChild4" presStyleCnt="0"/>
      <dgm:spPr/>
    </dgm:pt>
    <dgm:pt modelId="{D0EE3C38-32BF-49E5-A55D-7578DB373D92}" type="pres">
      <dgm:prSet presAssocID="{8B646AD2-D485-4066-B5CF-6C46CA260681}" presName="Name50" presStyleLbl="parChTrans1D4" presStyleIdx="11" presStyleCnt="53"/>
      <dgm:spPr/>
      <dgm:t>
        <a:bodyPr/>
        <a:lstStyle/>
        <a:p>
          <a:endParaRPr lang="en-US"/>
        </a:p>
      </dgm:t>
    </dgm:pt>
    <dgm:pt modelId="{3737EDE5-DEA1-4F6C-9117-57B4DD314D35}" type="pres">
      <dgm:prSet presAssocID="{231A87A2-B4E1-48A2-BD46-A85831118F52}" presName="hierRoot2" presStyleCnt="0">
        <dgm:presLayoutVars>
          <dgm:hierBranch val="r"/>
        </dgm:presLayoutVars>
      </dgm:prSet>
      <dgm:spPr/>
    </dgm:pt>
    <dgm:pt modelId="{D0C7AA14-6AC4-4790-A554-215D01B794D8}" type="pres">
      <dgm:prSet presAssocID="{231A87A2-B4E1-48A2-BD46-A85831118F52}" presName="rootComposite" presStyleCnt="0"/>
      <dgm:spPr/>
    </dgm:pt>
    <dgm:pt modelId="{E9FACDA6-AA11-4FF6-9582-56BC762C454B}" type="pres">
      <dgm:prSet presAssocID="{231A87A2-B4E1-48A2-BD46-A85831118F52}" presName="rootText" presStyleLbl="node4" presStyleIdx="11" presStyleCnt="53" custScaleX="13889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CB6DCFA-26D7-4A99-8CAD-83DE802014B9}" type="pres">
      <dgm:prSet presAssocID="{231A87A2-B4E1-48A2-BD46-A85831118F52}" presName="rootConnector" presStyleLbl="node4" presStyleIdx="11" presStyleCnt="53"/>
      <dgm:spPr/>
      <dgm:t>
        <a:bodyPr/>
        <a:lstStyle/>
        <a:p>
          <a:endParaRPr lang="en-US"/>
        </a:p>
      </dgm:t>
    </dgm:pt>
    <dgm:pt modelId="{25B4F96B-25D6-48FF-B048-11BC8532F2BC}" type="pres">
      <dgm:prSet presAssocID="{231A87A2-B4E1-48A2-BD46-A85831118F52}" presName="hierChild4" presStyleCnt="0"/>
      <dgm:spPr/>
    </dgm:pt>
    <dgm:pt modelId="{E67243F3-ADAC-4AA2-A2F6-05811C44773A}" type="pres">
      <dgm:prSet presAssocID="{231A87A2-B4E1-48A2-BD46-A85831118F52}" presName="hierChild5" presStyleCnt="0"/>
      <dgm:spPr/>
    </dgm:pt>
    <dgm:pt modelId="{4580ECFD-9A89-46E0-826F-9DFE4A246BB3}" type="pres">
      <dgm:prSet presAssocID="{5F38E0A1-5758-4A11-AB38-617DA4AF184A}" presName="Name50" presStyleLbl="parChTrans1D4" presStyleIdx="12" presStyleCnt="53"/>
      <dgm:spPr/>
      <dgm:t>
        <a:bodyPr/>
        <a:lstStyle/>
        <a:p>
          <a:endParaRPr lang="en-US"/>
        </a:p>
      </dgm:t>
    </dgm:pt>
    <dgm:pt modelId="{ACA41846-BCA5-4F2E-8BCD-055ED04D9E1D}" type="pres">
      <dgm:prSet presAssocID="{873339AF-D5BB-4DC6-9A03-60AB002B3B43}" presName="hierRoot2" presStyleCnt="0">
        <dgm:presLayoutVars>
          <dgm:hierBranch val="init"/>
        </dgm:presLayoutVars>
      </dgm:prSet>
      <dgm:spPr/>
    </dgm:pt>
    <dgm:pt modelId="{074F1EBB-4F81-4A2B-86C7-468A1BABDF1A}" type="pres">
      <dgm:prSet presAssocID="{873339AF-D5BB-4DC6-9A03-60AB002B3B43}" presName="rootComposite" presStyleCnt="0"/>
      <dgm:spPr/>
    </dgm:pt>
    <dgm:pt modelId="{A15159B3-49C8-4134-AFD5-D2CCC8A16EEA}" type="pres">
      <dgm:prSet presAssocID="{873339AF-D5BB-4DC6-9A03-60AB002B3B43}" presName="rootText" presStyleLbl="node4" presStyleIdx="12" presStyleCnt="53" custScaleX="13889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0E9E010-597C-4317-B67B-8635CB35AE54}" type="pres">
      <dgm:prSet presAssocID="{873339AF-D5BB-4DC6-9A03-60AB002B3B43}" presName="rootConnector" presStyleLbl="node4" presStyleIdx="12" presStyleCnt="53"/>
      <dgm:spPr/>
      <dgm:t>
        <a:bodyPr/>
        <a:lstStyle/>
        <a:p>
          <a:endParaRPr lang="en-US"/>
        </a:p>
      </dgm:t>
    </dgm:pt>
    <dgm:pt modelId="{74F5C7A8-E795-45E3-B882-12E9B4931D1A}" type="pres">
      <dgm:prSet presAssocID="{873339AF-D5BB-4DC6-9A03-60AB002B3B43}" presName="hierChild4" presStyleCnt="0"/>
      <dgm:spPr/>
    </dgm:pt>
    <dgm:pt modelId="{EA57D391-7505-4A00-AA1E-3B0B2A795A7A}" type="pres">
      <dgm:prSet presAssocID="{873339AF-D5BB-4DC6-9A03-60AB002B3B43}" presName="hierChild5" presStyleCnt="0"/>
      <dgm:spPr/>
    </dgm:pt>
    <dgm:pt modelId="{2B6B5FA7-C0B5-4E40-B4E0-E96A4CA4115D}" type="pres">
      <dgm:prSet presAssocID="{14C00EF4-6A46-4045-8B2F-16F2D3D88949}" presName="Name50" presStyleLbl="parChTrans1D4" presStyleIdx="13" presStyleCnt="53"/>
      <dgm:spPr/>
      <dgm:t>
        <a:bodyPr/>
        <a:lstStyle/>
        <a:p>
          <a:endParaRPr lang="en-US"/>
        </a:p>
      </dgm:t>
    </dgm:pt>
    <dgm:pt modelId="{E2B8F601-C7A5-463D-8446-86339F4B2469}" type="pres">
      <dgm:prSet presAssocID="{09CDE622-2B1D-4310-890C-5822E4E0D993}" presName="hierRoot2" presStyleCnt="0">
        <dgm:presLayoutVars>
          <dgm:hierBranch val="l"/>
        </dgm:presLayoutVars>
      </dgm:prSet>
      <dgm:spPr/>
    </dgm:pt>
    <dgm:pt modelId="{DE6305D6-9BBC-49C0-B650-F2896E78A4A5}" type="pres">
      <dgm:prSet presAssocID="{09CDE622-2B1D-4310-890C-5822E4E0D993}" presName="rootComposite" presStyleCnt="0"/>
      <dgm:spPr/>
    </dgm:pt>
    <dgm:pt modelId="{DCFFAB09-A13E-4881-9BA2-00ABA676FAC8}" type="pres">
      <dgm:prSet presAssocID="{09CDE622-2B1D-4310-890C-5822E4E0D993}" presName="rootText" presStyleLbl="node4" presStyleIdx="13" presStyleCnt="53" custScaleX="13889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4765326-80DE-4733-AE50-D26C9608CCA8}" type="pres">
      <dgm:prSet presAssocID="{09CDE622-2B1D-4310-890C-5822E4E0D993}" presName="rootConnector" presStyleLbl="node4" presStyleIdx="13" presStyleCnt="53"/>
      <dgm:spPr/>
      <dgm:t>
        <a:bodyPr/>
        <a:lstStyle/>
        <a:p>
          <a:endParaRPr lang="en-US"/>
        </a:p>
      </dgm:t>
    </dgm:pt>
    <dgm:pt modelId="{757C110B-B51D-47EB-B3B6-D8A9E0C1FE5D}" type="pres">
      <dgm:prSet presAssocID="{09CDE622-2B1D-4310-890C-5822E4E0D993}" presName="hierChild4" presStyleCnt="0"/>
      <dgm:spPr/>
    </dgm:pt>
    <dgm:pt modelId="{A6698A02-2574-4054-B8A1-7D12E72163AF}" type="pres">
      <dgm:prSet presAssocID="{09CDE622-2B1D-4310-890C-5822E4E0D993}" presName="hierChild5" presStyleCnt="0"/>
      <dgm:spPr/>
    </dgm:pt>
    <dgm:pt modelId="{88663609-F332-4517-A86E-E81876C16097}" type="pres">
      <dgm:prSet presAssocID="{6B387347-AC9A-435C-85CA-5E3444E491B1}" presName="hierChild5" presStyleCnt="0"/>
      <dgm:spPr/>
    </dgm:pt>
    <dgm:pt modelId="{6964C345-5755-429E-B6A4-4F6FC36FE0AD}" type="pres">
      <dgm:prSet presAssocID="{CA80E9DB-8085-4754-84F3-841E44726D3D}" presName="hierChild5" presStyleCnt="0"/>
      <dgm:spPr/>
    </dgm:pt>
    <dgm:pt modelId="{8E63CE34-471F-4397-9D4C-2D10997B3190}" type="pres">
      <dgm:prSet presAssocID="{744F96BD-B6EF-42CE-8C2B-AB4099E2CFB0}" presName="Name35" presStyleLbl="parChTrans1D2" presStyleIdx="2" presStyleCnt="6"/>
      <dgm:spPr/>
      <dgm:t>
        <a:bodyPr/>
        <a:lstStyle/>
        <a:p>
          <a:endParaRPr lang="en-US"/>
        </a:p>
      </dgm:t>
    </dgm:pt>
    <dgm:pt modelId="{C9FA32EC-1D20-4D8C-A502-E3F435B704E8}" type="pres">
      <dgm:prSet presAssocID="{2520BE00-CDC2-4A01-86CC-5F4B249C70E3}" presName="hierRoot2" presStyleCnt="0">
        <dgm:presLayoutVars>
          <dgm:hierBranch val="l"/>
        </dgm:presLayoutVars>
      </dgm:prSet>
      <dgm:spPr/>
    </dgm:pt>
    <dgm:pt modelId="{08A24D5E-07B8-42EB-AB28-9AD763703DED}" type="pres">
      <dgm:prSet presAssocID="{2520BE00-CDC2-4A01-86CC-5F4B249C70E3}" presName="rootComposite" presStyleCnt="0"/>
      <dgm:spPr/>
    </dgm:pt>
    <dgm:pt modelId="{EC6E2E9A-C94D-476B-8D3D-21A66D83886A}" type="pres">
      <dgm:prSet presAssocID="{2520BE00-CDC2-4A01-86CC-5F4B249C70E3}" presName="rootText" presStyleLbl="node2" presStyleIdx="2" presStyleCnt="6" custScaleX="318283" custScaleY="14082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8C08578-BB4F-40AD-B8CC-7D6749FD1827}" type="pres">
      <dgm:prSet presAssocID="{2520BE00-CDC2-4A01-86CC-5F4B249C70E3}" presName="rootConnector" presStyleLbl="node2" presStyleIdx="2" presStyleCnt="6"/>
      <dgm:spPr/>
      <dgm:t>
        <a:bodyPr/>
        <a:lstStyle/>
        <a:p>
          <a:endParaRPr lang="en-US"/>
        </a:p>
      </dgm:t>
    </dgm:pt>
    <dgm:pt modelId="{F60D1911-BD54-4460-86F0-DDF78600B254}" type="pres">
      <dgm:prSet presAssocID="{2520BE00-CDC2-4A01-86CC-5F4B249C70E3}" presName="hierChild4" presStyleCnt="0"/>
      <dgm:spPr/>
    </dgm:pt>
    <dgm:pt modelId="{FDB32119-C1C2-4825-AD3E-B6D462DAA959}" type="pres">
      <dgm:prSet presAssocID="{AE062D71-62B2-445E-8C0D-3F7D5264F594}" presName="Name50" presStyleLbl="parChTrans1D3" presStyleIdx="4" presStyleCnt="18"/>
      <dgm:spPr/>
      <dgm:t>
        <a:bodyPr/>
        <a:lstStyle/>
        <a:p>
          <a:endParaRPr lang="en-US"/>
        </a:p>
      </dgm:t>
    </dgm:pt>
    <dgm:pt modelId="{B08F528A-28F4-4A6C-A42E-1D0A12164AA3}" type="pres">
      <dgm:prSet presAssocID="{4746F7E2-BED9-4FA9-95CD-E452A8096535}" presName="hierRoot2" presStyleCnt="0">
        <dgm:presLayoutVars>
          <dgm:hierBranch val="r"/>
        </dgm:presLayoutVars>
      </dgm:prSet>
      <dgm:spPr/>
    </dgm:pt>
    <dgm:pt modelId="{8FCBC667-DCA3-44F3-9EC4-D86F3BD8298A}" type="pres">
      <dgm:prSet presAssocID="{4746F7E2-BED9-4FA9-95CD-E452A8096535}" presName="rootComposite" presStyleCnt="0"/>
      <dgm:spPr/>
    </dgm:pt>
    <dgm:pt modelId="{4A95E740-8A99-4690-8701-221AF6163A4B}" type="pres">
      <dgm:prSet presAssocID="{4746F7E2-BED9-4FA9-95CD-E452A8096535}" presName="rootText" presStyleLbl="node3" presStyleIdx="4" presStyleCnt="18" custScaleX="13704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0280722-05E4-4440-9EB4-22730CF99A88}" type="pres">
      <dgm:prSet presAssocID="{4746F7E2-BED9-4FA9-95CD-E452A8096535}" presName="rootConnector" presStyleLbl="node3" presStyleIdx="4" presStyleCnt="18"/>
      <dgm:spPr/>
      <dgm:t>
        <a:bodyPr/>
        <a:lstStyle/>
        <a:p>
          <a:endParaRPr lang="en-US"/>
        </a:p>
      </dgm:t>
    </dgm:pt>
    <dgm:pt modelId="{2B37E8C8-7EE1-4D6F-AD66-5EB9080E2F6B}" type="pres">
      <dgm:prSet presAssocID="{4746F7E2-BED9-4FA9-95CD-E452A8096535}" presName="hierChild4" presStyleCnt="0"/>
      <dgm:spPr/>
    </dgm:pt>
    <dgm:pt modelId="{AF34FCB8-9293-4399-8AC4-4522969E62DD}" type="pres">
      <dgm:prSet presAssocID="{CF6BE040-4E90-46AD-9C0E-DF4404FCFC0D}" presName="Name50" presStyleLbl="parChTrans1D4" presStyleIdx="14" presStyleCnt="53"/>
      <dgm:spPr/>
      <dgm:t>
        <a:bodyPr/>
        <a:lstStyle/>
        <a:p>
          <a:endParaRPr lang="en-US"/>
        </a:p>
      </dgm:t>
    </dgm:pt>
    <dgm:pt modelId="{0C692661-DB60-4887-9307-F3E3AA849103}" type="pres">
      <dgm:prSet presAssocID="{BB9A29B5-9CD3-412B-B1E3-A51AEEE5F4D8}" presName="hierRoot2" presStyleCnt="0">
        <dgm:presLayoutVars>
          <dgm:hierBranch val="init"/>
        </dgm:presLayoutVars>
      </dgm:prSet>
      <dgm:spPr/>
    </dgm:pt>
    <dgm:pt modelId="{0CA713FF-B2F2-4948-905E-D4842F53A0A7}" type="pres">
      <dgm:prSet presAssocID="{BB9A29B5-9CD3-412B-B1E3-A51AEEE5F4D8}" presName="rootComposite" presStyleCnt="0"/>
      <dgm:spPr/>
    </dgm:pt>
    <dgm:pt modelId="{526FEADC-6972-4670-86ED-FE8CD2025049}" type="pres">
      <dgm:prSet presAssocID="{BB9A29B5-9CD3-412B-B1E3-A51AEEE5F4D8}" presName="rootText" presStyleLbl="node4" presStyleIdx="14" presStyleCnt="53" custScaleX="12848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55DF5E4-D6BF-4EE3-8BE7-0C5D88F65355}" type="pres">
      <dgm:prSet presAssocID="{BB9A29B5-9CD3-412B-B1E3-A51AEEE5F4D8}" presName="rootConnector" presStyleLbl="node4" presStyleIdx="14" presStyleCnt="53"/>
      <dgm:spPr/>
      <dgm:t>
        <a:bodyPr/>
        <a:lstStyle/>
        <a:p>
          <a:endParaRPr lang="en-US"/>
        </a:p>
      </dgm:t>
    </dgm:pt>
    <dgm:pt modelId="{437B4880-FE3B-4F04-BE54-A667982C894C}" type="pres">
      <dgm:prSet presAssocID="{BB9A29B5-9CD3-412B-B1E3-A51AEEE5F4D8}" presName="hierChild4" presStyleCnt="0"/>
      <dgm:spPr/>
    </dgm:pt>
    <dgm:pt modelId="{FF9BE5CB-F7B0-4253-BBD8-A2151F634C5F}" type="pres">
      <dgm:prSet presAssocID="{BB9A29B5-9CD3-412B-B1E3-A51AEEE5F4D8}" presName="hierChild5" presStyleCnt="0"/>
      <dgm:spPr/>
    </dgm:pt>
    <dgm:pt modelId="{C2391893-7873-43F8-ABDD-7559E598CB0E}" type="pres">
      <dgm:prSet presAssocID="{DBE4F237-2BFC-4945-ABC4-5A841299A321}" presName="Name50" presStyleLbl="parChTrans1D4" presStyleIdx="15" presStyleCnt="53"/>
      <dgm:spPr/>
      <dgm:t>
        <a:bodyPr/>
        <a:lstStyle/>
        <a:p>
          <a:endParaRPr lang="en-US"/>
        </a:p>
      </dgm:t>
    </dgm:pt>
    <dgm:pt modelId="{FA3C785A-0132-4F07-AF42-A499472D3670}" type="pres">
      <dgm:prSet presAssocID="{7021443D-F151-4888-A026-C5ECD823DBFD}" presName="hierRoot2" presStyleCnt="0">
        <dgm:presLayoutVars>
          <dgm:hierBranch val="init"/>
        </dgm:presLayoutVars>
      </dgm:prSet>
      <dgm:spPr/>
    </dgm:pt>
    <dgm:pt modelId="{94CC58F9-4050-4D67-BC22-9695D3382EB3}" type="pres">
      <dgm:prSet presAssocID="{7021443D-F151-4888-A026-C5ECD823DBFD}" presName="rootComposite" presStyleCnt="0"/>
      <dgm:spPr/>
    </dgm:pt>
    <dgm:pt modelId="{D940A902-E309-49EF-B414-98F48D191FBF}" type="pres">
      <dgm:prSet presAssocID="{7021443D-F151-4888-A026-C5ECD823DBFD}" presName="rootText" presStyleLbl="node4" presStyleIdx="15" presStyleCnt="5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971F6F3-7AD7-4752-A810-71F79E7961F2}" type="pres">
      <dgm:prSet presAssocID="{7021443D-F151-4888-A026-C5ECD823DBFD}" presName="rootConnector" presStyleLbl="node4" presStyleIdx="15" presStyleCnt="53"/>
      <dgm:spPr/>
      <dgm:t>
        <a:bodyPr/>
        <a:lstStyle/>
        <a:p>
          <a:endParaRPr lang="en-US"/>
        </a:p>
      </dgm:t>
    </dgm:pt>
    <dgm:pt modelId="{C49DA3B8-2560-4AE4-8555-D1706790598D}" type="pres">
      <dgm:prSet presAssocID="{7021443D-F151-4888-A026-C5ECD823DBFD}" presName="hierChild4" presStyleCnt="0"/>
      <dgm:spPr/>
    </dgm:pt>
    <dgm:pt modelId="{CC1ABB4F-A135-4533-97D4-13A0FFA9022E}" type="pres">
      <dgm:prSet presAssocID="{7021443D-F151-4888-A026-C5ECD823DBFD}" presName="hierChild5" presStyleCnt="0"/>
      <dgm:spPr/>
    </dgm:pt>
    <dgm:pt modelId="{99F8A3DE-AF4E-480E-8F18-9EDFF57A291E}" type="pres">
      <dgm:prSet presAssocID="{9D5461D1-086F-45E9-A32A-FEF5FAB9637F}" presName="Name50" presStyleLbl="parChTrans1D4" presStyleIdx="16" presStyleCnt="53"/>
      <dgm:spPr/>
      <dgm:t>
        <a:bodyPr/>
        <a:lstStyle/>
        <a:p>
          <a:endParaRPr lang="en-US"/>
        </a:p>
      </dgm:t>
    </dgm:pt>
    <dgm:pt modelId="{D21C3C7F-2318-47C0-AAB3-691644100BAB}" type="pres">
      <dgm:prSet presAssocID="{77F6FA16-62D1-4EB2-A4CA-D6F34A6F593E}" presName="hierRoot2" presStyleCnt="0">
        <dgm:presLayoutVars>
          <dgm:hierBranch val="init"/>
        </dgm:presLayoutVars>
      </dgm:prSet>
      <dgm:spPr/>
    </dgm:pt>
    <dgm:pt modelId="{91445BA7-C7C6-4F09-B1CB-A2801AB84929}" type="pres">
      <dgm:prSet presAssocID="{77F6FA16-62D1-4EB2-A4CA-D6F34A6F593E}" presName="rootComposite" presStyleCnt="0"/>
      <dgm:spPr/>
    </dgm:pt>
    <dgm:pt modelId="{01748BDE-02D5-4E8F-B811-1F8C70F6AB27}" type="pres">
      <dgm:prSet presAssocID="{77F6FA16-62D1-4EB2-A4CA-D6F34A6F593E}" presName="rootText" presStyleLbl="node4" presStyleIdx="16" presStyleCnt="5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6790C3C-0947-4CD5-8159-984979999F07}" type="pres">
      <dgm:prSet presAssocID="{77F6FA16-62D1-4EB2-A4CA-D6F34A6F593E}" presName="rootConnector" presStyleLbl="node4" presStyleIdx="16" presStyleCnt="53"/>
      <dgm:spPr/>
      <dgm:t>
        <a:bodyPr/>
        <a:lstStyle/>
        <a:p>
          <a:endParaRPr lang="en-US"/>
        </a:p>
      </dgm:t>
    </dgm:pt>
    <dgm:pt modelId="{238F80AD-DA48-4AA8-AF0F-1D5B078508D6}" type="pres">
      <dgm:prSet presAssocID="{77F6FA16-62D1-4EB2-A4CA-D6F34A6F593E}" presName="hierChild4" presStyleCnt="0"/>
      <dgm:spPr/>
    </dgm:pt>
    <dgm:pt modelId="{A44DFC51-EA04-46B0-8887-BF1C0CB6A721}" type="pres">
      <dgm:prSet presAssocID="{77F6FA16-62D1-4EB2-A4CA-D6F34A6F593E}" presName="hierChild5" presStyleCnt="0"/>
      <dgm:spPr/>
    </dgm:pt>
    <dgm:pt modelId="{96C8A974-53A1-44E8-A0E0-C5AD6A50BDEC}" type="pres">
      <dgm:prSet presAssocID="{4746F7E2-BED9-4FA9-95CD-E452A8096535}" presName="hierChild5" presStyleCnt="0"/>
      <dgm:spPr/>
    </dgm:pt>
    <dgm:pt modelId="{8A330895-384B-4C45-94AB-9A30641F2649}" type="pres">
      <dgm:prSet presAssocID="{3C83D2BE-0B6D-4EE6-B2E8-746AC89AA05F}" presName="Name50" presStyleLbl="parChTrans1D3" presStyleIdx="5" presStyleCnt="18"/>
      <dgm:spPr/>
      <dgm:t>
        <a:bodyPr/>
        <a:lstStyle/>
        <a:p>
          <a:endParaRPr lang="en-US"/>
        </a:p>
      </dgm:t>
    </dgm:pt>
    <dgm:pt modelId="{87EAEF0A-6F06-4B9B-B2A9-384E0E8A04B8}" type="pres">
      <dgm:prSet presAssocID="{78D98E0E-2B19-4201-A587-B74E3B63C902}" presName="hierRoot2" presStyleCnt="0">
        <dgm:presLayoutVars>
          <dgm:hierBranch val="r"/>
        </dgm:presLayoutVars>
      </dgm:prSet>
      <dgm:spPr/>
    </dgm:pt>
    <dgm:pt modelId="{BD6A628D-724F-4942-914C-76A41FCF4698}" type="pres">
      <dgm:prSet presAssocID="{78D98E0E-2B19-4201-A587-B74E3B63C902}" presName="rootComposite" presStyleCnt="0"/>
      <dgm:spPr/>
    </dgm:pt>
    <dgm:pt modelId="{68065BB3-9D95-4309-B02F-8373D9319E8C}" type="pres">
      <dgm:prSet presAssocID="{78D98E0E-2B19-4201-A587-B74E3B63C902}" presName="rootText" presStyleLbl="node3" presStyleIdx="5" presStyleCnt="18" custScaleX="15660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6DF16ED-FDB1-44D8-ACAB-8BE29AD1E71D}" type="pres">
      <dgm:prSet presAssocID="{78D98E0E-2B19-4201-A587-B74E3B63C902}" presName="rootConnector" presStyleLbl="node3" presStyleIdx="5" presStyleCnt="18"/>
      <dgm:spPr/>
      <dgm:t>
        <a:bodyPr/>
        <a:lstStyle/>
        <a:p>
          <a:endParaRPr lang="en-US"/>
        </a:p>
      </dgm:t>
    </dgm:pt>
    <dgm:pt modelId="{7B788BB8-A880-4BC1-A0E7-79F3BC5FAD61}" type="pres">
      <dgm:prSet presAssocID="{78D98E0E-2B19-4201-A587-B74E3B63C902}" presName="hierChild4" presStyleCnt="0"/>
      <dgm:spPr/>
    </dgm:pt>
    <dgm:pt modelId="{B1CD9DAD-28F4-46E9-8C85-CEC93625F41C}" type="pres">
      <dgm:prSet presAssocID="{8A7A0798-BD39-4EEF-A8DD-EFF62620006A}" presName="Name50" presStyleLbl="parChTrans1D4" presStyleIdx="17" presStyleCnt="53"/>
      <dgm:spPr/>
      <dgm:t>
        <a:bodyPr/>
        <a:lstStyle/>
        <a:p>
          <a:endParaRPr lang="en-US"/>
        </a:p>
      </dgm:t>
    </dgm:pt>
    <dgm:pt modelId="{DC61E78D-773F-4386-8D22-B7620D6EC2AD}" type="pres">
      <dgm:prSet presAssocID="{AEEA4AF6-7AB3-4E4C-95CE-1821C5BDCA5F}" presName="hierRoot2" presStyleCnt="0">
        <dgm:presLayoutVars>
          <dgm:hierBranch val="init"/>
        </dgm:presLayoutVars>
      </dgm:prSet>
      <dgm:spPr/>
    </dgm:pt>
    <dgm:pt modelId="{4528699A-6950-4426-9373-A8E07A04E1A5}" type="pres">
      <dgm:prSet presAssocID="{AEEA4AF6-7AB3-4E4C-95CE-1821C5BDCA5F}" presName="rootComposite" presStyleCnt="0"/>
      <dgm:spPr/>
    </dgm:pt>
    <dgm:pt modelId="{20DE6770-43C7-4B7A-9E59-06A0F7212949}" type="pres">
      <dgm:prSet presAssocID="{AEEA4AF6-7AB3-4E4C-95CE-1821C5BDCA5F}" presName="rootText" presStyleLbl="node4" presStyleIdx="17" presStyleCnt="53" custScaleX="13704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AF9EB2A-7302-4D31-96FD-D77C5FF07E54}" type="pres">
      <dgm:prSet presAssocID="{AEEA4AF6-7AB3-4E4C-95CE-1821C5BDCA5F}" presName="rootConnector" presStyleLbl="node4" presStyleIdx="17" presStyleCnt="53"/>
      <dgm:spPr/>
      <dgm:t>
        <a:bodyPr/>
        <a:lstStyle/>
        <a:p>
          <a:endParaRPr lang="en-US"/>
        </a:p>
      </dgm:t>
    </dgm:pt>
    <dgm:pt modelId="{ADC880A2-2E4B-43C5-B8C6-953712C8C066}" type="pres">
      <dgm:prSet presAssocID="{AEEA4AF6-7AB3-4E4C-95CE-1821C5BDCA5F}" presName="hierChild4" presStyleCnt="0"/>
      <dgm:spPr/>
    </dgm:pt>
    <dgm:pt modelId="{919F6F66-25AA-4B15-95D3-6E0C21383043}" type="pres">
      <dgm:prSet presAssocID="{4A45E9B9-CBB5-4547-821A-EA5B2C0B6A6D}" presName="Name37" presStyleLbl="parChTrans1D4" presStyleIdx="18" presStyleCnt="53"/>
      <dgm:spPr/>
      <dgm:t>
        <a:bodyPr/>
        <a:lstStyle/>
        <a:p>
          <a:endParaRPr lang="en-US"/>
        </a:p>
      </dgm:t>
    </dgm:pt>
    <dgm:pt modelId="{56B139D1-3CD3-4DC0-AB9F-0FCED3280302}" type="pres">
      <dgm:prSet presAssocID="{5EB3B9ED-0A7F-4930-8C58-9BF8C6AEC0D6}" presName="hierRoot2" presStyleCnt="0">
        <dgm:presLayoutVars>
          <dgm:hierBranch val="init"/>
        </dgm:presLayoutVars>
      </dgm:prSet>
      <dgm:spPr/>
    </dgm:pt>
    <dgm:pt modelId="{33BBC6D8-E7DA-4CDA-956A-2633426FBED0}" type="pres">
      <dgm:prSet presAssocID="{5EB3B9ED-0A7F-4930-8C58-9BF8C6AEC0D6}" presName="rootComposite" presStyleCnt="0"/>
      <dgm:spPr/>
    </dgm:pt>
    <dgm:pt modelId="{63E71A39-D3E3-456B-9729-756AD7996BA3}" type="pres">
      <dgm:prSet presAssocID="{5EB3B9ED-0A7F-4930-8C58-9BF8C6AEC0D6}" presName="rootText" presStyleLbl="node4" presStyleIdx="18" presStyleCnt="53" custScaleX="12305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C91FDB6-2C42-49D9-BA93-475B4CE954F4}" type="pres">
      <dgm:prSet presAssocID="{5EB3B9ED-0A7F-4930-8C58-9BF8C6AEC0D6}" presName="rootConnector" presStyleLbl="node4" presStyleIdx="18" presStyleCnt="53"/>
      <dgm:spPr/>
      <dgm:t>
        <a:bodyPr/>
        <a:lstStyle/>
        <a:p>
          <a:endParaRPr lang="en-US"/>
        </a:p>
      </dgm:t>
    </dgm:pt>
    <dgm:pt modelId="{B10B8DB1-9C96-4FAA-AEDC-FE9A1D28A13A}" type="pres">
      <dgm:prSet presAssocID="{5EB3B9ED-0A7F-4930-8C58-9BF8C6AEC0D6}" presName="hierChild4" presStyleCnt="0"/>
      <dgm:spPr/>
    </dgm:pt>
    <dgm:pt modelId="{D9D47F60-F515-4BFD-8E07-FFCAB6F09F49}" type="pres">
      <dgm:prSet presAssocID="{5EB3B9ED-0A7F-4930-8C58-9BF8C6AEC0D6}" presName="hierChild5" presStyleCnt="0"/>
      <dgm:spPr/>
    </dgm:pt>
    <dgm:pt modelId="{8B0074D2-939B-4721-85F1-D9905EB26404}" type="pres">
      <dgm:prSet presAssocID="{385A27B8-4ADA-45B0-B8E8-32244AE08812}" presName="Name37" presStyleLbl="parChTrans1D4" presStyleIdx="19" presStyleCnt="53"/>
      <dgm:spPr/>
      <dgm:t>
        <a:bodyPr/>
        <a:lstStyle/>
        <a:p>
          <a:endParaRPr lang="en-US"/>
        </a:p>
      </dgm:t>
    </dgm:pt>
    <dgm:pt modelId="{1AC869B1-5B5D-4871-89D8-B258393EBB25}" type="pres">
      <dgm:prSet presAssocID="{2899175B-B0B8-41DC-B182-BA636DD82563}" presName="hierRoot2" presStyleCnt="0">
        <dgm:presLayoutVars>
          <dgm:hierBranch val="init"/>
        </dgm:presLayoutVars>
      </dgm:prSet>
      <dgm:spPr/>
    </dgm:pt>
    <dgm:pt modelId="{638883DA-6010-4855-8386-32803ECD81CE}" type="pres">
      <dgm:prSet presAssocID="{2899175B-B0B8-41DC-B182-BA636DD82563}" presName="rootComposite" presStyleCnt="0"/>
      <dgm:spPr/>
    </dgm:pt>
    <dgm:pt modelId="{84707E69-C3D0-4016-9A11-2E3880EA32B7}" type="pres">
      <dgm:prSet presAssocID="{2899175B-B0B8-41DC-B182-BA636DD82563}" presName="rootText" presStyleLbl="node4" presStyleIdx="19" presStyleCnt="53" custScaleX="13044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1E8F010-B027-4114-AC95-CDA878FBAC4E}" type="pres">
      <dgm:prSet presAssocID="{2899175B-B0B8-41DC-B182-BA636DD82563}" presName="rootConnector" presStyleLbl="node4" presStyleIdx="19" presStyleCnt="53"/>
      <dgm:spPr/>
      <dgm:t>
        <a:bodyPr/>
        <a:lstStyle/>
        <a:p>
          <a:endParaRPr lang="en-US"/>
        </a:p>
      </dgm:t>
    </dgm:pt>
    <dgm:pt modelId="{24E11BB7-0751-4DED-8EF5-E2A3639C32BB}" type="pres">
      <dgm:prSet presAssocID="{2899175B-B0B8-41DC-B182-BA636DD82563}" presName="hierChild4" presStyleCnt="0"/>
      <dgm:spPr/>
    </dgm:pt>
    <dgm:pt modelId="{900D000A-24BE-45BF-9A15-74F2D250F809}" type="pres">
      <dgm:prSet presAssocID="{2899175B-B0B8-41DC-B182-BA636DD82563}" presName="hierChild5" presStyleCnt="0"/>
      <dgm:spPr/>
    </dgm:pt>
    <dgm:pt modelId="{70F89C22-4C93-466B-9A1F-F05B191330C5}" type="pres">
      <dgm:prSet presAssocID="{AEEA4AF6-7AB3-4E4C-95CE-1821C5BDCA5F}" presName="hierChild5" presStyleCnt="0"/>
      <dgm:spPr/>
    </dgm:pt>
    <dgm:pt modelId="{0933C9C0-EA96-4CE8-92D7-A690D445C4B9}" type="pres">
      <dgm:prSet presAssocID="{8DEE3F21-1111-4BB5-BF12-E7F6340AA662}" presName="Name50" presStyleLbl="parChTrans1D4" presStyleIdx="20" presStyleCnt="53"/>
      <dgm:spPr/>
      <dgm:t>
        <a:bodyPr/>
        <a:lstStyle/>
        <a:p>
          <a:endParaRPr lang="en-US"/>
        </a:p>
      </dgm:t>
    </dgm:pt>
    <dgm:pt modelId="{15BB6A51-CDCD-490D-BD94-8C2E5298A12B}" type="pres">
      <dgm:prSet presAssocID="{7E6D48AF-37AF-4DCE-A275-FECE8BF7E5A1}" presName="hierRoot2" presStyleCnt="0">
        <dgm:presLayoutVars>
          <dgm:hierBranch val="init"/>
        </dgm:presLayoutVars>
      </dgm:prSet>
      <dgm:spPr/>
    </dgm:pt>
    <dgm:pt modelId="{A6CE817B-F1B3-43E7-831E-B1777077945A}" type="pres">
      <dgm:prSet presAssocID="{7E6D48AF-37AF-4DCE-A275-FECE8BF7E5A1}" presName="rootComposite" presStyleCnt="0"/>
      <dgm:spPr/>
    </dgm:pt>
    <dgm:pt modelId="{FBE93259-A80D-4155-AD09-5139C486AE97}" type="pres">
      <dgm:prSet presAssocID="{7E6D48AF-37AF-4DCE-A275-FECE8BF7E5A1}" presName="rootText" presStyleLbl="node4" presStyleIdx="20" presStyleCnt="53" custScaleX="15557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0C1F88B-11D8-4148-B9B3-866B9F4C29D8}" type="pres">
      <dgm:prSet presAssocID="{7E6D48AF-37AF-4DCE-A275-FECE8BF7E5A1}" presName="rootConnector" presStyleLbl="node4" presStyleIdx="20" presStyleCnt="53"/>
      <dgm:spPr/>
      <dgm:t>
        <a:bodyPr/>
        <a:lstStyle/>
        <a:p>
          <a:endParaRPr lang="en-US"/>
        </a:p>
      </dgm:t>
    </dgm:pt>
    <dgm:pt modelId="{0946F653-5A5F-4658-8090-22DA542057FE}" type="pres">
      <dgm:prSet presAssocID="{7E6D48AF-37AF-4DCE-A275-FECE8BF7E5A1}" presName="hierChild4" presStyleCnt="0"/>
      <dgm:spPr/>
    </dgm:pt>
    <dgm:pt modelId="{C4EBBCCD-91D9-4351-B1D7-CB6EA3DCD8E4}" type="pres">
      <dgm:prSet presAssocID="{86016C3C-FE75-45C3-89E1-3C440C785AEF}" presName="Name37" presStyleLbl="parChTrans1D4" presStyleIdx="21" presStyleCnt="53"/>
      <dgm:spPr/>
      <dgm:t>
        <a:bodyPr/>
        <a:lstStyle/>
        <a:p>
          <a:endParaRPr lang="en-US"/>
        </a:p>
      </dgm:t>
    </dgm:pt>
    <dgm:pt modelId="{EF91D64E-F278-4ED1-97BA-2DC196D9C501}" type="pres">
      <dgm:prSet presAssocID="{265B80C5-3368-4907-A953-954B48890AD5}" presName="hierRoot2" presStyleCnt="0">
        <dgm:presLayoutVars>
          <dgm:hierBranch val="init"/>
        </dgm:presLayoutVars>
      </dgm:prSet>
      <dgm:spPr/>
    </dgm:pt>
    <dgm:pt modelId="{E009B1D4-D7AD-4A81-B526-AB4280172F1A}" type="pres">
      <dgm:prSet presAssocID="{265B80C5-3368-4907-A953-954B48890AD5}" presName="rootComposite" presStyleCnt="0"/>
      <dgm:spPr/>
    </dgm:pt>
    <dgm:pt modelId="{EB348327-36F8-4EA1-AB78-C1D2765EEB82}" type="pres">
      <dgm:prSet presAssocID="{265B80C5-3368-4907-A953-954B48890AD5}" presName="rootText" presStyleLbl="node4" presStyleIdx="21" presStyleCnt="5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085A05B-22A7-4264-B787-FC3A885CAB16}" type="pres">
      <dgm:prSet presAssocID="{265B80C5-3368-4907-A953-954B48890AD5}" presName="rootConnector" presStyleLbl="node4" presStyleIdx="21" presStyleCnt="53"/>
      <dgm:spPr/>
      <dgm:t>
        <a:bodyPr/>
        <a:lstStyle/>
        <a:p>
          <a:endParaRPr lang="en-US"/>
        </a:p>
      </dgm:t>
    </dgm:pt>
    <dgm:pt modelId="{41F74201-6B46-4863-BAC5-79DDBF8654FC}" type="pres">
      <dgm:prSet presAssocID="{265B80C5-3368-4907-A953-954B48890AD5}" presName="hierChild4" presStyleCnt="0"/>
      <dgm:spPr/>
    </dgm:pt>
    <dgm:pt modelId="{9AD9DC25-33B8-4667-9710-4F4D9D6BD6B8}" type="pres">
      <dgm:prSet presAssocID="{265B80C5-3368-4907-A953-954B48890AD5}" presName="hierChild5" presStyleCnt="0"/>
      <dgm:spPr/>
    </dgm:pt>
    <dgm:pt modelId="{5C5B8FD0-01AD-4365-A804-018ADB602C72}" type="pres">
      <dgm:prSet presAssocID="{0D6DF832-D814-47E1-BEB8-AF9B98FBB143}" presName="Name37" presStyleLbl="parChTrans1D4" presStyleIdx="22" presStyleCnt="53"/>
      <dgm:spPr/>
      <dgm:t>
        <a:bodyPr/>
        <a:lstStyle/>
        <a:p>
          <a:endParaRPr lang="en-US"/>
        </a:p>
      </dgm:t>
    </dgm:pt>
    <dgm:pt modelId="{7EB65200-768A-449A-9013-FEA400ECF7E1}" type="pres">
      <dgm:prSet presAssocID="{C0CDD9D0-C244-4041-843A-C567C974B7BB}" presName="hierRoot2" presStyleCnt="0">
        <dgm:presLayoutVars>
          <dgm:hierBranch val="init"/>
        </dgm:presLayoutVars>
      </dgm:prSet>
      <dgm:spPr/>
    </dgm:pt>
    <dgm:pt modelId="{74CF0F49-0DF0-43C1-ABDD-8C4B9A6E15A7}" type="pres">
      <dgm:prSet presAssocID="{C0CDD9D0-C244-4041-843A-C567C974B7BB}" presName="rootComposite" presStyleCnt="0"/>
      <dgm:spPr/>
    </dgm:pt>
    <dgm:pt modelId="{0F9DC1A1-1C1E-4BB7-B6E4-CFE7BD5EA29C}" type="pres">
      <dgm:prSet presAssocID="{C0CDD9D0-C244-4041-843A-C567C974B7BB}" presName="rootText" presStyleLbl="node4" presStyleIdx="22" presStyleCnt="5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7C3CBAB-74D4-43F6-82AB-B165F5DB3125}" type="pres">
      <dgm:prSet presAssocID="{C0CDD9D0-C244-4041-843A-C567C974B7BB}" presName="rootConnector" presStyleLbl="node4" presStyleIdx="22" presStyleCnt="53"/>
      <dgm:spPr/>
      <dgm:t>
        <a:bodyPr/>
        <a:lstStyle/>
        <a:p>
          <a:endParaRPr lang="en-US"/>
        </a:p>
      </dgm:t>
    </dgm:pt>
    <dgm:pt modelId="{1D854B16-B300-40A6-A754-DFDCD145288D}" type="pres">
      <dgm:prSet presAssocID="{C0CDD9D0-C244-4041-843A-C567C974B7BB}" presName="hierChild4" presStyleCnt="0"/>
      <dgm:spPr/>
    </dgm:pt>
    <dgm:pt modelId="{D84CFF7A-AE87-46F2-9FFC-B10CF1185E07}" type="pres">
      <dgm:prSet presAssocID="{C0CDD9D0-C244-4041-843A-C567C974B7BB}" presName="hierChild5" presStyleCnt="0"/>
      <dgm:spPr/>
    </dgm:pt>
    <dgm:pt modelId="{2B12005C-E798-408B-A887-AAA15FB9BDBC}" type="pres">
      <dgm:prSet presAssocID="{7E6D48AF-37AF-4DCE-A275-FECE8BF7E5A1}" presName="hierChild5" presStyleCnt="0"/>
      <dgm:spPr/>
    </dgm:pt>
    <dgm:pt modelId="{EAE9C8CC-D58B-4E6A-9FB9-32D76D78A03D}" type="pres">
      <dgm:prSet presAssocID="{7B8739B2-C80C-4E8C-ABC9-CEDC41B98FC2}" presName="Name50" presStyleLbl="parChTrans1D4" presStyleIdx="23" presStyleCnt="53"/>
      <dgm:spPr/>
      <dgm:t>
        <a:bodyPr/>
        <a:lstStyle/>
        <a:p>
          <a:endParaRPr lang="en-US"/>
        </a:p>
      </dgm:t>
    </dgm:pt>
    <dgm:pt modelId="{4451FB17-34E0-4467-8305-C19DCDE4DC79}" type="pres">
      <dgm:prSet presAssocID="{DDC71503-6983-4E6C-A4DD-6A0654B40D72}" presName="hierRoot2" presStyleCnt="0">
        <dgm:presLayoutVars>
          <dgm:hierBranch val="init"/>
        </dgm:presLayoutVars>
      </dgm:prSet>
      <dgm:spPr/>
    </dgm:pt>
    <dgm:pt modelId="{AC243030-66C9-4951-8500-62122B9D2935}" type="pres">
      <dgm:prSet presAssocID="{DDC71503-6983-4E6C-A4DD-6A0654B40D72}" presName="rootComposite" presStyleCnt="0"/>
      <dgm:spPr/>
    </dgm:pt>
    <dgm:pt modelId="{37F6A494-CDCF-40CA-A8BA-D96972E14A9D}" type="pres">
      <dgm:prSet presAssocID="{DDC71503-6983-4E6C-A4DD-6A0654B40D72}" presName="rootText" presStyleLbl="node4" presStyleIdx="23" presStyleCnt="53" custScaleX="12512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9A3968A-7848-446F-A1CD-AA9EFE9FE725}" type="pres">
      <dgm:prSet presAssocID="{DDC71503-6983-4E6C-A4DD-6A0654B40D72}" presName="rootConnector" presStyleLbl="node4" presStyleIdx="23" presStyleCnt="53"/>
      <dgm:spPr/>
      <dgm:t>
        <a:bodyPr/>
        <a:lstStyle/>
        <a:p>
          <a:endParaRPr lang="en-US"/>
        </a:p>
      </dgm:t>
    </dgm:pt>
    <dgm:pt modelId="{0D57AE55-CC69-456E-9A9C-D8FC8F595693}" type="pres">
      <dgm:prSet presAssocID="{DDC71503-6983-4E6C-A4DD-6A0654B40D72}" presName="hierChild4" presStyleCnt="0"/>
      <dgm:spPr/>
    </dgm:pt>
    <dgm:pt modelId="{9E3B905B-BA6D-4462-800A-05E95ACFF38E}" type="pres">
      <dgm:prSet presAssocID="{8D74A626-C244-42D2-8173-737C29742A85}" presName="Name37" presStyleLbl="parChTrans1D4" presStyleIdx="24" presStyleCnt="53"/>
      <dgm:spPr/>
      <dgm:t>
        <a:bodyPr/>
        <a:lstStyle/>
        <a:p>
          <a:endParaRPr lang="en-US"/>
        </a:p>
      </dgm:t>
    </dgm:pt>
    <dgm:pt modelId="{F5DCE838-9CE9-496C-8795-05AFCCEAA7B9}" type="pres">
      <dgm:prSet presAssocID="{BF245360-E70F-4503-A75C-449E9C4363F5}" presName="hierRoot2" presStyleCnt="0">
        <dgm:presLayoutVars>
          <dgm:hierBranch val="init"/>
        </dgm:presLayoutVars>
      </dgm:prSet>
      <dgm:spPr/>
    </dgm:pt>
    <dgm:pt modelId="{22FB393F-E3F7-490F-BB11-7BDB9B9EACEA}" type="pres">
      <dgm:prSet presAssocID="{BF245360-E70F-4503-A75C-449E9C4363F5}" presName="rootComposite" presStyleCnt="0"/>
      <dgm:spPr/>
    </dgm:pt>
    <dgm:pt modelId="{4E062377-FFC3-48F2-BC38-5B9874733C21}" type="pres">
      <dgm:prSet presAssocID="{BF245360-E70F-4503-A75C-449E9C4363F5}" presName="rootText" presStyleLbl="node4" presStyleIdx="24" presStyleCnt="5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30F6C37-0180-47BE-9C3E-DF4E76021041}" type="pres">
      <dgm:prSet presAssocID="{BF245360-E70F-4503-A75C-449E9C4363F5}" presName="rootConnector" presStyleLbl="node4" presStyleIdx="24" presStyleCnt="53"/>
      <dgm:spPr/>
      <dgm:t>
        <a:bodyPr/>
        <a:lstStyle/>
        <a:p>
          <a:endParaRPr lang="en-US"/>
        </a:p>
      </dgm:t>
    </dgm:pt>
    <dgm:pt modelId="{194027CD-7DE3-4160-A295-A84525DEBDC0}" type="pres">
      <dgm:prSet presAssocID="{BF245360-E70F-4503-A75C-449E9C4363F5}" presName="hierChild4" presStyleCnt="0"/>
      <dgm:spPr/>
    </dgm:pt>
    <dgm:pt modelId="{79302992-2ECC-4647-AF7F-90DB4E9E1BB4}" type="pres">
      <dgm:prSet presAssocID="{BF245360-E70F-4503-A75C-449E9C4363F5}" presName="hierChild5" presStyleCnt="0"/>
      <dgm:spPr/>
    </dgm:pt>
    <dgm:pt modelId="{76069DE3-8F7C-421B-BE74-B2C17A9F3CC7}" type="pres">
      <dgm:prSet presAssocID="{BA44A716-CB42-4503-B305-8DBAB3FC504D}" presName="Name37" presStyleLbl="parChTrans1D4" presStyleIdx="25" presStyleCnt="53"/>
      <dgm:spPr/>
      <dgm:t>
        <a:bodyPr/>
        <a:lstStyle/>
        <a:p>
          <a:endParaRPr lang="en-US"/>
        </a:p>
      </dgm:t>
    </dgm:pt>
    <dgm:pt modelId="{248860CA-3E94-4C95-BD4A-ECEEA0765211}" type="pres">
      <dgm:prSet presAssocID="{FEE641D1-E00A-49A3-9E26-AD6109049734}" presName="hierRoot2" presStyleCnt="0">
        <dgm:presLayoutVars>
          <dgm:hierBranch val="init"/>
        </dgm:presLayoutVars>
      </dgm:prSet>
      <dgm:spPr/>
    </dgm:pt>
    <dgm:pt modelId="{FC89951F-FB8D-49FE-86BA-32C0B4871476}" type="pres">
      <dgm:prSet presAssocID="{FEE641D1-E00A-49A3-9E26-AD6109049734}" presName="rootComposite" presStyleCnt="0"/>
      <dgm:spPr/>
    </dgm:pt>
    <dgm:pt modelId="{A2911A35-7BF1-4C35-A666-3A2C0611F2A8}" type="pres">
      <dgm:prSet presAssocID="{FEE641D1-E00A-49A3-9E26-AD6109049734}" presName="rootText" presStyleLbl="node4" presStyleIdx="25" presStyleCnt="5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122785F-6217-4A93-8383-9DE77C33D6F0}" type="pres">
      <dgm:prSet presAssocID="{FEE641D1-E00A-49A3-9E26-AD6109049734}" presName="rootConnector" presStyleLbl="node4" presStyleIdx="25" presStyleCnt="53"/>
      <dgm:spPr/>
      <dgm:t>
        <a:bodyPr/>
        <a:lstStyle/>
        <a:p>
          <a:endParaRPr lang="en-US"/>
        </a:p>
      </dgm:t>
    </dgm:pt>
    <dgm:pt modelId="{6926C9EE-C2DD-4EF9-B7EE-89435DD67D75}" type="pres">
      <dgm:prSet presAssocID="{FEE641D1-E00A-49A3-9E26-AD6109049734}" presName="hierChild4" presStyleCnt="0"/>
      <dgm:spPr/>
    </dgm:pt>
    <dgm:pt modelId="{E67115E7-5254-435E-88B3-F62295B984A4}" type="pres">
      <dgm:prSet presAssocID="{FEE641D1-E00A-49A3-9E26-AD6109049734}" presName="hierChild5" presStyleCnt="0"/>
      <dgm:spPr/>
    </dgm:pt>
    <dgm:pt modelId="{27612246-217F-4672-BB9D-7DE44BA0FE3A}" type="pres">
      <dgm:prSet presAssocID="{DDC71503-6983-4E6C-A4DD-6A0654B40D72}" presName="hierChild5" presStyleCnt="0"/>
      <dgm:spPr/>
    </dgm:pt>
    <dgm:pt modelId="{DD6386E8-A56C-47BB-8355-9FC81BE1C77F}" type="pres">
      <dgm:prSet presAssocID="{78D98E0E-2B19-4201-A587-B74E3B63C902}" presName="hierChild5" presStyleCnt="0"/>
      <dgm:spPr/>
    </dgm:pt>
    <dgm:pt modelId="{4F3897D5-FB91-4FA8-89E1-2CA8CBB09544}" type="pres">
      <dgm:prSet presAssocID="{5EEBA779-0FE5-49A3-8506-1D1568C020A3}" presName="Name50" presStyleLbl="parChTrans1D3" presStyleIdx="6" presStyleCnt="18"/>
      <dgm:spPr/>
      <dgm:t>
        <a:bodyPr/>
        <a:lstStyle/>
        <a:p>
          <a:endParaRPr lang="en-US"/>
        </a:p>
      </dgm:t>
    </dgm:pt>
    <dgm:pt modelId="{9DB6A931-A86A-415D-9653-EEA0B9D66859}" type="pres">
      <dgm:prSet presAssocID="{260CA0D4-82C8-4921-BFD6-5683420ACBCD}" presName="hierRoot2" presStyleCnt="0">
        <dgm:presLayoutVars>
          <dgm:hierBranch val="r"/>
        </dgm:presLayoutVars>
      </dgm:prSet>
      <dgm:spPr/>
    </dgm:pt>
    <dgm:pt modelId="{C987F120-CFF7-4516-8E73-B1861C4E77DE}" type="pres">
      <dgm:prSet presAssocID="{260CA0D4-82C8-4921-BFD6-5683420ACBCD}" presName="rootComposite" presStyleCnt="0"/>
      <dgm:spPr/>
    </dgm:pt>
    <dgm:pt modelId="{EB1304D2-80AF-4A04-90B6-7A61918729C9}" type="pres">
      <dgm:prSet presAssocID="{260CA0D4-82C8-4921-BFD6-5683420ACBCD}" presName="rootText" presStyleLbl="node3" presStyleIdx="6" presStyleCnt="18" custScaleX="17202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B01E9DB-8616-4385-8BD7-2DC93D5DDDFA}" type="pres">
      <dgm:prSet presAssocID="{260CA0D4-82C8-4921-BFD6-5683420ACBCD}" presName="rootConnector" presStyleLbl="node3" presStyleIdx="6" presStyleCnt="18"/>
      <dgm:spPr/>
      <dgm:t>
        <a:bodyPr/>
        <a:lstStyle/>
        <a:p>
          <a:endParaRPr lang="en-US"/>
        </a:p>
      </dgm:t>
    </dgm:pt>
    <dgm:pt modelId="{B4FFA3E3-2C0C-497C-9A56-804C92F6B42A}" type="pres">
      <dgm:prSet presAssocID="{260CA0D4-82C8-4921-BFD6-5683420ACBCD}" presName="hierChild4" presStyleCnt="0"/>
      <dgm:spPr/>
    </dgm:pt>
    <dgm:pt modelId="{89451074-A34A-4251-BBDE-65189CCDDF7A}" type="pres">
      <dgm:prSet presAssocID="{6F8D08DC-0B43-4616-92D5-431F53B9AAD2}" presName="Name50" presStyleLbl="parChTrans1D4" presStyleIdx="26" presStyleCnt="53"/>
      <dgm:spPr/>
      <dgm:t>
        <a:bodyPr/>
        <a:lstStyle/>
        <a:p>
          <a:endParaRPr lang="en-US"/>
        </a:p>
      </dgm:t>
    </dgm:pt>
    <dgm:pt modelId="{361D6B56-733C-47AA-A0E9-C663E0F2D54D}" type="pres">
      <dgm:prSet presAssocID="{54664CB6-C676-4AD6-A207-F933C3DD998C}" presName="hierRoot2" presStyleCnt="0">
        <dgm:presLayoutVars>
          <dgm:hierBranch val="init"/>
        </dgm:presLayoutVars>
      </dgm:prSet>
      <dgm:spPr/>
    </dgm:pt>
    <dgm:pt modelId="{68AAB782-564F-4A87-A2D1-516061043115}" type="pres">
      <dgm:prSet presAssocID="{54664CB6-C676-4AD6-A207-F933C3DD998C}" presName="rootComposite" presStyleCnt="0"/>
      <dgm:spPr/>
    </dgm:pt>
    <dgm:pt modelId="{12477E34-A7EA-4635-817C-BC124381887D}" type="pres">
      <dgm:prSet presAssocID="{54664CB6-C676-4AD6-A207-F933C3DD998C}" presName="rootText" presStyleLbl="node4" presStyleIdx="26" presStyleCnt="53" custScaleX="17837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2C13E3D-2D98-4561-8CB5-54C7DBBB931A}" type="pres">
      <dgm:prSet presAssocID="{54664CB6-C676-4AD6-A207-F933C3DD998C}" presName="rootConnector" presStyleLbl="node4" presStyleIdx="26" presStyleCnt="53"/>
      <dgm:spPr/>
      <dgm:t>
        <a:bodyPr/>
        <a:lstStyle/>
        <a:p>
          <a:endParaRPr lang="en-US"/>
        </a:p>
      </dgm:t>
    </dgm:pt>
    <dgm:pt modelId="{A0C7E07E-982E-4ECF-8EAD-FDF7896BFFCD}" type="pres">
      <dgm:prSet presAssocID="{54664CB6-C676-4AD6-A207-F933C3DD998C}" presName="hierChild4" presStyleCnt="0"/>
      <dgm:spPr/>
    </dgm:pt>
    <dgm:pt modelId="{DEE6EFF6-4A56-4416-9EEC-76B894315EE4}" type="pres">
      <dgm:prSet presAssocID="{54664CB6-C676-4AD6-A207-F933C3DD998C}" presName="hierChild5" presStyleCnt="0"/>
      <dgm:spPr/>
    </dgm:pt>
    <dgm:pt modelId="{A92430AA-1921-48DF-8811-7DE7208F57DB}" type="pres">
      <dgm:prSet presAssocID="{A6F03098-FBEE-45DB-9170-75070FEF069C}" presName="Name50" presStyleLbl="parChTrans1D4" presStyleIdx="27" presStyleCnt="53"/>
      <dgm:spPr/>
      <dgm:t>
        <a:bodyPr/>
        <a:lstStyle/>
        <a:p>
          <a:endParaRPr lang="en-US"/>
        </a:p>
      </dgm:t>
    </dgm:pt>
    <dgm:pt modelId="{53896857-8D48-4A3F-85EE-45E59FCCEED1}" type="pres">
      <dgm:prSet presAssocID="{2C21BEA9-D215-4614-9A21-EB32EF9FD417}" presName="hierRoot2" presStyleCnt="0">
        <dgm:presLayoutVars>
          <dgm:hierBranch val="init"/>
        </dgm:presLayoutVars>
      </dgm:prSet>
      <dgm:spPr/>
    </dgm:pt>
    <dgm:pt modelId="{77EA9262-81C4-406F-A6BD-F4FAB1139069}" type="pres">
      <dgm:prSet presAssocID="{2C21BEA9-D215-4614-9A21-EB32EF9FD417}" presName="rootComposite" presStyleCnt="0"/>
      <dgm:spPr/>
    </dgm:pt>
    <dgm:pt modelId="{8406DCF8-D567-4BB9-B2C1-43701E525B2A}" type="pres">
      <dgm:prSet presAssocID="{2C21BEA9-D215-4614-9A21-EB32EF9FD417}" presName="rootText" presStyleLbl="node4" presStyleIdx="27" presStyleCnt="5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40AB7BF-5390-495D-BE43-F137A7822EB5}" type="pres">
      <dgm:prSet presAssocID="{2C21BEA9-D215-4614-9A21-EB32EF9FD417}" presName="rootConnector" presStyleLbl="node4" presStyleIdx="27" presStyleCnt="53"/>
      <dgm:spPr/>
      <dgm:t>
        <a:bodyPr/>
        <a:lstStyle/>
        <a:p>
          <a:endParaRPr lang="en-US"/>
        </a:p>
      </dgm:t>
    </dgm:pt>
    <dgm:pt modelId="{6F613E68-BDEF-4722-881D-0E82FD8B705E}" type="pres">
      <dgm:prSet presAssocID="{2C21BEA9-D215-4614-9A21-EB32EF9FD417}" presName="hierChild4" presStyleCnt="0"/>
      <dgm:spPr/>
    </dgm:pt>
    <dgm:pt modelId="{116AEAA9-9506-461F-A3AA-CC50B6B7723D}" type="pres">
      <dgm:prSet presAssocID="{2C21BEA9-D215-4614-9A21-EB32EF9FD417}" presName="hierChild5" presStyleCnt="0"/>
      <dgm:spPr/>
    </dgm:pt>
    <dgm:pt modelId="{0D5C6722-B564-42D1-AAA4-2AB6BBAE6198}" type="pres">
      <dgm:prSet presAssocID="{B23444D8-4877-4B2A-942E-CE3F3BA66D87}" presName="Name50" presStyleLbl="parChTrans1D4" presStyleIdx="28" presStyleCnt="53"/>
      <dgm:spPr/>
      <dgm:t>
        <a:bodyPr/>
        <a:lstStyle/>
        <a:p>
          <a:endParaRPr lang="en-US"/>
        </a:p>
      </dgm:t>
    </dgm:pt>
    <dgm:pt modelId="{DA14276A-E7BD-435A-BB8A-55DB8D548016}" type="pres">
      <dgm:prSet presAssocID="{F895B2A6-16D5-47D2-A86E-4807F5DF6D62}" presName="hierRoot2" presStyleCnt="0">
        <dgm:presLayoutVars>
          <dgm:hierBranch val="init"/>
        </dgm:presLayoutVars>
      </dgm:prSet>
      <dgm:spPr/>
    </dgm:pt>
    <dgm:pt modelId="{96D142E8-EFF7-4A4C-AF5C-EA52A7A324B2}" type="pres">
      <dgm:prSet presAssocID="{F895B2A6-16D5-47D2-A86E-4807F5DF6D62}" presName="rootComposite" presStyleCnt="0"/>
      <dgm:spPr/>
    </dgm:pt>
    <dgm:pt modelId="{AF275DDF-EF7A-44C8-9D7B-AE8695C3A0A0}" type="pres">
      <dgm:prSet presAssocID="{F895B2A6-16D5-47D2-A86E-4807F5DF6D62}" presName="rootText" presStyleLbl="node4" presStyleIdx="28" presStyleCnt="5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8AEDB47-2D0C-49E7-A078-AC9B060A1D49}" type="pres">
      <dgm:prSet presAssocID="{F895B2A6-16D5-47D2-A86E-4807F5DF6D62}" presName="rootConnector" presStyleLbl="node4" presStyleIdx="28" presStyleCnt="53"/>
      <dgm:spPr/>
      <dgm:t>
        <a:bodyPr/>
        <a:lstStyle/>
        <a:p>
          <a:endParaRPr lang="en-US"/>
        </a:p>
      </dgm:t>
    </dgm:pt>
    <dgm:pt modelId="{0DDC98C9-CA74-418D-B4CA-7798D1F52082}" type="pres">
      <dgm:prSet presAssocID="{F895B2A6-16D5-47D2-A86E-4807F5DF6D62}" presName="hierChild4" presStyleCnt="0"/>
      <dgm:spPr/>
    </dgm:pt>
    <dgm:pt modelId="{A086BCC7-626B-4E7B-B7C3-B6D81EAC1D66}" type="pres">
      <dgm:prSet presAssocID="{F895B2A6-16D5-47D2-A86E-4807F5DF6D62}" presName="hierChild5" presStyleCnt="0"/>
      <dgm:spPr/>
    </dgm:pt>
    <dgm:pt modelId="{8A848993-7FCF-42A9-99B1-1CC0E92FBC25}" type="pres">
      <dgm:prSet presAssocID="{260CA0D4-82C8-4921-BFD6-5683420ACBCD}" presName="hierChild5" presStyleCnt="0"/>
      <dgm:spPr/>
    </dgm:pt>
    <dgm:pt modelId="{112E3103-4F35-4D49-AC49-2B8FF5BDB4D1}" type="pres">
      <dgm:prSet presAssocID="{6993853A-9943-48DA-A641-28C94185D3C7}" presName="Name50" presStyleLbl="parChTrans1D3" presStyleIdx="7" presStyleCnt="18"/>
      <dgm:spPr/>
      <dgm:t>
        <a:bodyPr/>
        <a:lstStyle/>
        <a:p>
          <a:endParaRPr lang="en-US"/>
        </a:p>
      </dgm:t>
    </dgm:pt>
    <dgm:pt modelId="{AC1DDF38-F6C6-49CA-886F-FCD7608E32C0}" type="pres">
      <dgm:prSet presAssocID="{7B9C90C0-F27F-4F49-872C-9DC4E6619F1D}" presName="hierRoot2" presStyleCnt="0">
        <dgm:presLayoutVars>
          <dgm:hierBranch val="r"/>
        </dgm:presLayoutVars>
      </dgm:prSet>
      <dgm:spPr/>
    </dgm:pt>
    <dgm:pt modelId="{7CA08F55-3319-4AC3-BA02-8611667C37A8}" type="pres">
      <dgm:prSet presAssocID="{7B9C90C0-F27F-4F49-872C-9DC4E6619F1D}" presName="rootComposite" presStyleCnt="0"/>
      <dgm:spPr/>
    </dgm:pt>
    <dgm:pt modelId="{7FEE962F-AE84-4C37-9ADA-29EE8F2BA0FB}" type="pres">
      <dgm:prSet presAssocID="{7B9C90C0-F27F-4F49-872C-9DC4E6619F1D}" presName="rootText" presStyleLbl="node3" presStyleIdx="7" presStyleCnt="1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5AE3080-78D2-4A08-9A41-1214F49601CC}" type="pres">
      <dgm:prSet presAssocID="{7B9C90C0-F27F-4F49-872C-9DC4E6619F1D}" presName="rootConnector" presStyleLbl="node3" presStyleIdx="7" presStyleCnt="18"/>
      <dgm:spPr/>
      <dgm:t>
        <a:bodyPr/>
        <a:lstStyle/>
        <a:p>
          <a:endParaRPr lang="en-US"/>
        </a:p>
      </dgm:t>
    </dgm:pt>
    <dgm:pt modelId="{E042B033-F011-479C-908C-2D74DFD6BE26}" type="pres">
      <dgm:prSet presAssocID="{7B9C90C0-F27F-4F49-872C-9DC4E6619F1D}" presName="hierChild4" presStyleCnt="0"/>
      <dgm:spPr/>
    </dgm:pt>
    <dgm:pt modelId="{141EFDCD-2EA1-42C3-90AB-29515FBE5A88}" type="pres">
      <dgm:prSet presAssocID="{D6CA6909-3BDB-4D1E-BECB-302CA17B0621}" presName="Name50" presStyleLbl="parChTrans1D4" presStyleIdx="29" presStyleCnt="53"/>
      <dgm:spPr/>
      <dgm:t>
        <a:bodyPr/>
        <a:lstStyle/>
        <a:p>
          <a:endParaRPr lang="en-US"/>
        </a:p>
      </dgm:t>
    </dgm:pt>
    <dgm:pt modelId="{E8A05EAF-9138-44BA-B26D-FCF67DE9F13A}" type="pres">
      <dgm:prSet presAssocID="{E936E952-6141-4821-9BF8-D39DF6B2931D}" presName="hierRoot2" presStyleCnt="0">
        <dgm:presLayoutVars>
          <dgm:hierBranch val="r"/>
        </dgm:presLayoutVars>
      </dgm:prSet>
      <dgm:spPr/>
    </dgm:pt>
    <dgm:pt modelId="{C9D36EAC-B530-4A18-B614-C94AD04BE682}" type="pres">
      <dgm:prSet presAssocID="{E936E952-6141-4821-9BF8-D39DF6B2931D}" presName="rootComposite" presStyleCnt="0"/>
      <dgm:spPr/>
    </dgm:pt>
    <dgm:pt modelId="{DCFD1FF1-B418-4EB6-A4BA-8BA7052A4729}" type="pres">
      <dgm:prSet presAssocID="{E936E952-6141-4821-9BF8-D39DF6B2931D}" presName="rootText" presStyleLbl="node4" presStyleIdx="29" presStyleCnt="5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3813992-5A91-4026-9180-2F144E972652}" type="pres">
      <dgm:prSet presAssocID="{E936E952-6141-4821-9BF8-D39DF6B2931D}" presName="rootConnector" presStyleLbl="node4" presStyleIdx="29" presStyleCnt="53"/>
      <dgm:spPr/>
      <dgm:t>
        <a:bodyPr/>
        <a:lstStyle/>
        <a:p>
          <a:endParaRPr lang="en-US"/>
        </a:p>
      </dgm:t>
    </dgm:pt>
    <dgm:pt modelId="{A6B04417-A9B6-485A-94D7-F3D41B8A0A2D}" type="pres">
      <dgm:prSet presAssocID="{E936E952-6141-4821-9BF8-D39DF6B2931D}" presName="hierChild4" presStyleCnt="0"/>
      <dgm:spPr/>
    </dgm:pt>
    <dgm:pt modelId="{7E161BFC-9BA9-4016-A442-DF058C768F9D}" type="pres">
      <dgm:prSet presAssocID="{E936E952-6141-4821-9BF8-D39DF6B2931D}" presName="hierChild5" presStyleCnt="0"/>
      <dgm:spPr/>
    </dgm:pt>
    <dgm:pt modelId="{9F0B90AE-265C-44CA-9867-7FF0D6EFF680}" type="pres">
      <dgm:prSet presAssocID="{690508D8-2689-4B73-9038-9910AC6B6CEA}" presName="Name50" presStyleLbl="parChTrans1D4" presStyleIdx="30" presStyleCnt="53"/>
      <dgm:spPr/>
      <dgm:t>
        <a:bodyPr/>
        <a:lstStyle/>
        <a:p>
          <a:endParaRPr lang="en-US"/>
        </a:p>
      </dgm:t>
    </dgm:pt>
    <dgm:pt modelId="{57F6FDBC-1B1C-4F24-BEE5-67DA480080BE}" type="pres">
      <dgm:prSet presAssocID="{4E71E8CC-3512-4E27-B809-6113A0CC2D7F}" presName="hierRoot2" presStyleCnt="0">
        <dgm:presLayoutVars>
          <dgm:hierBranch val="init"/>
        </dgm:presLayoutVars>
      </dgm:prSet>
      <dgm:spPr/>
    </dgm:pt>
    <dgm:pt modelId="{B5DE979D-7119-42D7-A9F0-D4DCFA1DD6AE}" type="pres">
      <dgm:prSet presAssocID="{4E71E8CC-3512-4E27-B809-6113A0CC2D7F}" presName="rootComposite" presStyleCnt="0"/>
      <dgm:spPr/>
    </dgm:pt>
    <dgm:pt modelId="{91A4FEF7-7914-4CB7-B448-827C818FABE4}" type="pres">
      <dgm:prSet presAssocID="{4E71E8CC-3512-4E27-B809-6113A0CC2D7F}" presName="rootText" presStyleLbl="node4" presStyleIdx="30" presStyleCnt="5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F30F4E7-5E2E-4CF5-9726-5AFC10C540F9}" type="pres">
      <dgm:prSet presAssocID="{4E71E8CC-3512-4E27-B809-6113A0CC2D7F}" presName="rootConnector" presStyleLbl="node4" presStyleIdx="30" presStyleCnt="53"/>
      <dgm:spPr/>
      <dgm:t>
        <a:bodyPr/>
        <a:lstStyle/>
        <a:p>
          <a:endParaRPr lang="en-US"/>
        </a:p>
      </dgm:t>
    </dgm:pt>
    <dgm:pt modelId="{D8AE4C26-94AC-4643-8C9D-C2D7253180D6}" type="pres">
      <dgm:prSet presAssocID="{4E71E8CC-3512-4E27-B809-6113A0CC2D7F}" presName="hierChild4" presStyleCnt="0"/>
      <dgm:spPr/>
    </dgm:pt>
    <dgm:pt modelId="{390AEECD-319A-458C-A1EC-8C3EAD266026}" type="pres">
      <dgm:prSet presAssocID="{4E71E8CC-3512-4E27-B809-6113A0CC2D7F}" presName="hierChild5" presStyleCnt="0"/>
      <dgm:spPr/>
    </dgm:pt>
    <dgm:pt modelId="{6C3181FB-DA05-438D-B413-F99BF10DB2AC}" type="pres">
      <dgm:prSet presAssocID="{ED90B2C5-CD5D-4819-97E5-65DA174D85E8}" presName="Name50" presStyleLbl="parChTrans1D4" presStyleIdx="31" presStyleCnt="53"/>
      <dgm:spPr/>
      <dgm:t>
        <a:bodyPr/>
        <a:lstStyle/>
        <a:p>
          <a:endParaRPr lang="en-US"/>
        </a:p>
      </dgm:t>
    </dgm:pt>
    <dgm:pt modelId="{49E81D05-8F6F-49DC-A5D8-ACACB74308D3}" type="pres">
      <dgm:prSet presAssocID="{49E745AC-5F03-4B2F-9E15-A95F34DEA6DC}" presName="hierRoot2" presStyleCnt="0">
        <dgm:presLayoutVars>
          <dgm:hierBranch val="init"/>
        </dgm:presLayoutVars>
      </dgm:prSet>
      <dgm:spPr/>
    </dgm:pt>
    <dgm:pt modelId="{76C5546B-D65C-43E9-8403-9982A7FFCCF5}" type="pres">
      <dgm:prSet presAssocID="{49E745AC-5F03-4B2F-9E15-A95F34DEA6DC}" presName="rootComposite" presStyleCnt="0"/>
      <dgm:spPr/>
    </dgm:pt>
    <dgm:pt modelId="{F0A45102-C4D0-455E-B14E-582CA5394E48}" type="pres">
      <dgm:prSet presAssocID="{49E745AC-5F03-4B2F-9E15-A95F34DEA6DC}" presName="rootText" presStyleLbl="node4" presStyleIdx="31" presStyleCnt="5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C4FDF6D-2289-4F58-9237-2752A3BE2B2A}" type="pres">
      <dgm:prSet presAssocID="{49E745AC-5F03-4B2F-9E15-A95F34DEA6DC}" presName="rootConnector" presStyleLbl="node4" presStyleIdx="31" presStyleCnt="53"/>
      <dgm:spPr/>
      <dgm:t>
        <a:bodyPr/>
        <a:lstStyle/>
        <a:p>
          <a:endParaRPr lang="en-US"/>
        </a:p>
      </dgm:t>
    </dgm:pt>
    <dgm:pt modelId="{B7030FA8-EA1A-44C1-9D8B-9213A39DDAC5}" type="pres">
      <dgm:prSet presAssocID="{49E745AC-5F03-4B2F-9E15-A95F34DEA6DC}" presName="hierChild4" presStyleCnt="0"/>
      <dgm:spPr/>
    </dgm:pt>
    <dgm:pt modelId="{4486DC32-1255-41B2-B73E-1F0446E721AA}" type="pres">
      <dgm:prSet presAssocID="{49E745AC-5F03-4B2F-9E15-A95F34DEA6DC}" presName="hierChild5" presStyleCnt="0"/>
      <dgm:spPr/>
    </dgm:pt>
    <dgm:pt modelId="{C133AAF7-4CFE-45D4-9B2D-83402F19244F}" type="pres">
      <dgm:prSet presAssocID="{7B9C90C0-F27F-4F49-872C-9DC4E6619F1D}" presName="hierChild5" presStyleCnt="0"/>
      <dgm:spPr/>
    </dgm:pt>
    <dgm:pt modelId="{FC84C625-F1F4-40C5-8950-B03AD77E2EFA}" type="pres">
      <dgm:prSet presAssocID="{2520BE00-CDC2-4A01-86CC-5F4B249C70E3}" presName="hierChild5" presStyleCnt="0"/>
      <dgm:spPr/>
    </dgm:pt>
    <dgm:pt modelId="{76DE5DD8-4B6A-4426-AE82-7A9B9F2A51EC}" type="pres">
      <dgm:prSet presAssocID="{8A9621D7-1917-4A33-BA86-E5FEDB1D7309}" presName="Name35" presStyleLbl="parChTrans1D2" presStyleIdx="3" presStyleCnt="6"/>
      <dgm:spPr/>
      <dgm:t>
        <a:bodyPr/>
        <a:lstStyle/>
        <a:p>
          <a:endParaRPr lang="en-US"/>
        </a:p>
      </dgm:t>
    </dgm:pt>
    <dgm:pt modelId="{63ECB112-97CB-49A9-AA82-05FE4B25F384}" type="pres">
      <dgm:prSet presAssocID="{9D369B91-5D86-4908-9D18-30D18713E15D}" presName="hierRoot2" presStyleCnt="0">
        <dgm:presLayoutVars>
          <dgm:hierBranch val="l"/>
        </dgm:presLayoutVars>
      </dgm:prSet>
      <dgm:spPr/>
    </dgm:pt>
    <dgm:pt modelId="{3058CB6C-93D2-43B9-9338-3F92BBB91040}" type="pres">
      <dgm:prSet presAssocID="{9D369B91-5D86-4908-9D18-30D18713E15D}" presName="rootComposite" presStyleCnt="0"/>
      <dgm:spPr/>
    </dgm:pt>
    <dgm:pt modelId="{43BAFDF8-5783-4884-9EEB-8D2CCDA4764C}" type="pres">
      <dgm:prSet presAssocID="{9D369B91-5D86-4908-9D18-30D18713E15D}" presName="rootText" presStyleLbl="node2" presStyleIdx="3" presStyleCnt="6" custScaleX="198073" custScaleY="17523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CA190D8-B03E-4DF3-85FE-1DA9BFD528C8}" type="pres">
      <dgm:prSet presAssocID="{9D369B91-5D86-4908-9D18-30D18713E15D}" presName="rootConnector" presStyleLbl="node2" presStyleIdx="3" presStyleCnt="6"/>
      <dgm:spPr/>
      <dgm:t>
        <a:bodyPr/>
        <a:lstStyle/>
        <a:p>
          <a:endParaRPr lang="en-US"/>
        </a:p>
      </dgm:t>
    </dgm:pt>
    <dgm:pt modelId="{AC72CA7A-967D-4B9B-9519-32A1FF9FCCDC}" type="pres">
      <dgm:prSet presAssocID="{9D369B91-5D86-4908-9D18-30D18713E15D}" presName="hierChild4" presStyleCnt="0"/>
      <dgm:spPr/>
    </dgm:pt>
    <dgm:pt modelId="{DEFFE91A-6AC7-490C-B29C-0AFED6BB34C5}" type="pres">
      <dgm:prSet presAssocID="{72318D4F-49C5-4899-A8F7-E7EB646D89A2}" presName="Name50" presStyleLbl="parChTrans1D3" presStyleIdx="8" presStyleCnt="18"/>
      <dgm:spPr/>
      <dgm:t>
        <a:bodyPr/>
        <a:lstStyle/>
        <a:p>
          <a:endParaRPr lang="en-US"/>
        </a:p>
      </dgm:t>
    </dgm:pt>
    <dgm:pt modelId="{DBD315AA-E2FE-429E-B75B-C8BF19252D55}" type="pres">
      <dgm:prSet presAssocID="{6CBF03C6-78E2-4011-A34C-1B7DF4F0546F}" presName="hierRoot2" presStyleCnt="0">
        <dgm:presLayoutVars>
          <dgm:hierBranch val="r"/>
        </dgm:presLayoutVars>
      </dgm:prSet>
      <dgm:spPr/>
    </dgm:pt>
    <dgm:pt modelId="{63D889F7-9B94-42CD-B886-2DFA8E2EEF1D}" type="pres">
      <dgm:prSet presAssocID="{6CBF03C6-78E2-4011-A34C-1B7DF4F0546F}" presName="rootComposite" presStyleCnt="0"/>
      <dgm:spPr/>
    </dgm:pt>
    <dgm:pt modelId="{12FF3FB4-9684-44AB-A702-A5144ED509E1}" type="pres">
      <dgm:prSet presAssocID="{6CBF03C6-78E2-4011-A34C-1B7DF4F0546F}" presName="rootText" presStyleLbl="node3" presStyleIdx="8" presStyleCnt="18" custScaleX="15635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AC2A109-509F-4AC2-80A0-7A5490426766}" type="pres">
      <dgm:prSet presAssocID="{6CBF03C6-78E2-4011-A34C-1B7DF4F0546F}" presName="rootConnector" presStyleLbl="node3" presStyleIdx="8" presStyleCnt="18"/>
      <dgm:spPr/>
      <dgm:t>
        <a:bodyPr/>
        <a:lstStyle/>
        <a:p>
          <a:endParaRPr lang="en-US"/>
        </a:p>
      </dgm:t>
    </dgm:pt>
    <dgm:pt modelId="{5B4254B2-3472-4E19-A012-8DF7CEEFA7AC}" type="pres">
      <dgm:prSet presAssocID="{6CBF03C6-78E2-4011-A34C-1B7DF4F0546F}" presName="hierChild4" presStyleCnt="0"/>
      <dgm:spPr/>
    </dgm:pt>
    <dgm:pt modelId="{1B0D28D9-690C-4724-8B74-3168F517331D}" type="pres">
      <dgm:prSet presAssocID="{8948A364-BBAA-488F-9BF6-339EA703A693}" presName="Name50" presStyleLbl="parChTrans1D4" presStyleIdx="32" presStyleCnt="53"/>
      <dgm:spPr/>
      <dgm:t>
        <a:bodyPr/>
        <a:lstStyle/>
        <a:p>
          <a:endParaRPr lang="en-US"/>
        </a:p>
      </dgm:t>
    </dgm:pt>
    <dgm:pt modelId="{1C76994A-8CC1-4763-B3B2-A60F69945D4F}" type="pres">
      <dgm:prSet presAssocID="{80524780-4C38-480E-82E4-01D55777AC98}" presName="hierRoot2" presStyleCnt="0">
        <dgm:presLayoutVars>
          <dgm:hierBranch val="init"/>
        </dgm:presLayoutVars>
      </dgm:prSet>
      <dgm:spPr/>
    </dgm:pt>
    <dgm:pt modelId="{713077D4-D0AE-4789-93F3-2017461F6B18}" type="pres">
      <dgm:prSet presAssocID="{80524780-4C38-480E-82E4-01D55777AC98}" presName="rootComposite" presStyleCnt="0"/>
      <dgm:spPr/>
    </dgm:pt>
    <dgm:pt modelId="{F6970A8E-2759-459A-B6E3-52E5E4BBDEF7}" type="pres">
      <dgm:prSet presAssocID="{80524780-4C38-480E-82E4-01D55777AC98}" presName="rootText" presStyleLbl="node4" presStyleIdx="32" presStyleCnt="53" custScaleX="14087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7FEDEA4-3951-41F1-8549-D13BF185326C}" type="pres">
      <dgm:prSet presAssocID="{80524780-4C38-480E-82E4-01D55777AC98}" presName="rootConnector" presStyleLbl="node4" presStyleIdx="32" presStyleCnt="53"/>
      <dgm:spPr/>
      <dgm:t>
        <a:bodyPr/>
        <a:lstStyle/>
        <a:p>
          <a:endParaRPr lang="en-US"/>
        </a:p>
      </dgm:t>
    </dgm:pt>
    <dgm:pt modelId="{E4EB74BE-B21B-4619-81E1-B456BC272F0B}" type="pres">
      <dgm:prSet presAssocID="{80524780-4C38-480E-82E4-01D55777AC98}" presName="hierChild4" presStyleCnt="0"/>
      <dgm:spPr/>
    </dgm:pt>
    <dgm:pt modelId="{691B7507-191B-4627-A8EC-7F2B121974A9}" type="pres">
      <dgm:prSet presAssocID="{80524780-4C38-480E-82E4-01D55777AC98}" presName="hierChild5" presStyleCnt="0"/>
      <dgm:spPr/>
    </dgm:pt>
    <dgm:pt modelId="{8121A202-F08F-45A2-A927-335795C8689E}" type="pres">
      <dgm:prSet presAssocID="{EEE2EFA2-7D3F-45EE-980A-44F3DE5BB01D}" presName="Name50" presStyleLbl="parChTrans1D4" presStyleIdx="33" presStyleCnt="53"/>
      <dgm:spPr/>
      <dgm:t>
        <a:bodyPr/>
        <a:lstStyle/>
        <a:p>
          <a:endParaRPr lang="en-US"/>
        </a:p>
      </dgm:t>
    </dgm:pt>
    <dgm:pt modelId="{27C70405-0850-43A6-86C1-6BCA86492431}" type="pres">
      <dgm:prSet presAssocID="{9462B842-BAA7-4E4B-8E8A-F311369A7A0E}" presName="hierRoot2" presStyleCnt="0">
        <dgm:presLayoutVars>
          <dgm:hierBranch val="init"/>
        </dgm:presLayoutVars>
      </dgm:prSet>
      <dgm:spPr/>
    </dgm:pt>
    <dgm:pt modelId="{7D7693E6-2575-472F-AF13-D35504A497BD}" type="pres">
      <dgm:prSet presAssocID="{9462B842-BAA7-4E4B-8E8A-F311369A7A0E}" presName="rootComposite" presStyleCnt="0"/>
      <dgm:spPr/>
    </dgm:pt>
    <dgm:pt modelId="{8FE1C876-5581-40F9-B88F-5DB3AE401E3C}" type="pres">
      <dgm:prSet presAssocID="{9462B842-BAA7-4E4B-8E8A-F311369A7A0E}" presName="rootText" presStyleLbl="node4" presStyleIdx="33" presStyleCnt="53" custScaleX="15766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38BA667-9EF5-4419-B538-3A933531C0F1}" type="pres">
      <dgm:prSet presAssocID="{9462B842-BAA7-4E4B-8E8A-F311369A7A0E}" presName="rootConnector" presStyleLbl="node4" presStyleIdx="33" presStyleCnt="53"/>
      <dgm:spPr/>
      <dgm:t>
        <a:bodyPr/>
        <a:lstStyle/>
        <a:p>
          <a:endParaRPr lang="en-US"/>
        </a:p>
      </dgm:t>
    </dgm:pt>
    <dgm:pt modelId="{903BB4BD-ACD5-4008-A38E-A078D63616A0}" type="pres">
      <dgm:prSet presAssocID="{9462B842-BAA7-4E4B-8E8A-F311369A7A0E}" presName="hierChild4" presStyleCnt="0"/>
      <dgm:spPr/>
    </dgm:pt>
    <dgm:pt modelId="{B5E9426E-D2D9-41F7-8FDF-1AB70258E892}" type="pres">
      <dgm:prSet presAssocID="{9462B842-BAA7-4E4B-8E8A-F311369A7A0E}" presName="hierChild5" presStyleCnt="0"/>
      <dgm:spPr/>
    </dgm:pt>
    <dgm:pt modelId="{B26487E9-4CCC-473A-84D8-84ED19751BFC}" type="pres">
      <dgm:prSet presAssocID="{6CBF03C6-78E2-4011-A34C-1B7DF4F0546F}" presName="hierChild5" presStyleCnt="0"/>
      <dgm:spPr/>
    </dgm:pt>
    <dgm:pt modelId="{CCF40266-0990-4B65-8097-E303456D0551}" type="pres">
      <dgm:prSet presAssocID="{7F8C94F8-F38F-43EC-9443-4527360159FD}" presName="Name50" presStyleLbl="parChTrans1D3" presStyleIdx="9" presStyleCnt="18"/>
      <dgm:spPr/>
      <dgm:t>
        <a:bodyPr/>
        <a:lstStyle/>
        <a:p>
          <a:endParaRPr lang="en-US"/>
        </a:p>
      </dgm:t>
    </dgm:pt>
    <dgm:pt modelId="{C4C776DF-61B4-4EE9-B016-635FDA10D06F}" type="pres">
      <dgm:prSet presAssocID="{D0F4C588-FEB0-4711-9295-8330A9C480B2}" presName="hierRoot2" presStyleCnt="0">
        <dgm:presLayoutVars>
          <dgm:hierBranch val="r"/>
        </dgm:presLayoutVars>
      </dgm:prSet>
      <dgm:spPr/>
    </dgm:pt>
    <dgm:pt modelId="{041F14BB-E0F0-47D3-92CB-C3B80F3E49E4}" type="pres">
      <dgm:prSet presAssocID="{D0F4C588-FEB0-4711-9295-8330A9C480B2}" presName="rootComposite" presStyleCnt="0"/>
      <dgm:spPr/>
    </dgm:pt>
    <dgm:pt modelId="{96AF6379-9DE4-43B9-A2E3-CE7FF8CC0C3A}" type="pres">
      <dgm:prSet presAssocID="{D0F4C588-FEB0-4711-9295-8330A9C480B2}" presName="rootText" presStyleLbl="node3" presStyleIdx="9" presStyleCnt="18" custScaleX="15635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A565777-DFF5-4383-844C-B657040EC761}" type="pres">
      <dgm:prSet presAssocID="{D0F4C588-FEB0-4711-9295-8330A9C480B2}" presName="rootConnector" presStyleLbl="node3" presStyleIdx="9" presStyleCnt="18"/>
      <dgm:spPr/>
      <dgm:t>
        <a:bodyPr/>
        <a:lstStyle/>
        <a:p>
          <a:endParaRPr lang="en-US"/>
        </a:p>
      </dgm:t>
    </dgm:pt>
    <dgm:pt modelId="{2E979FD4-413C-4644-A554-0A8AF6D33D96}" type="pres">
      <dgm:prSet presAssocID="{D0F4C588-FEB0-4711-9295-8330A9C480B2}" presName="hierChild4" presStyleCnt="0"/>
      <dgm:spPr/>
    </dgm:pt>
    <dgm:pt modelId="{67ECA753-F6E4-449A-B5FA-9DC102D07667}" type="pres">
      <dgm:prSet presAssocID="{1C5BAAD8-2453-4FEF-B522-98C30376ADEA}" presName="Name50" presStyleLbl="parChTrans1D4" presStyleIdx="34" presStyleCnt="53"/>
      <dgm:spPr/>
      <dgm:t>
        <a:bodyPr/>
        <a:lstStyle/>
        <a:p>
          <a:endParaRPr lang="en-US"/>
        </a:p>
      </dgm:t>
    </dgm:pt>
    <dgm:pt modelId="{1452410F-24F8-404E-8417-2B39C769D9E8}" type="pres">
      <dgm:prSet presAssocID="{F07EA0A6-0807-4ADE-94DE-A1729F1A0E53}" presName="hierRoot2" presStyleCnt="0">
        <dgm:presLayoutVars>
          <dgm:hierBranch val="init"/>
        </dgm:presLayoutVars>
      </dgm:prSet>
      <dgm:spPr/>
    </dgm:pt>
    <dgm:pt modelId="{2D5B85A1-B31A-4F3E-8F8B-A133E1FEAE1A}" type="pres">
      <dgm:prSet presAssocID="{F07EA0A6-0807-4ADE-94DE-A1729F1A0E53}" presName="rootComposite" presStyleCnt="0"/>
      <dgm:spPr/>
    </dgm:pt>
    <dgm:pt modelId="{EE357BBD-C107-44CC-A3B1-020FB9C912F0}" type="pres">
      <dgm:prSet presAssocID="{F07EA0A6-0807-4ADE-94DE-A1729F1A0E53}" presName="rootText" presStyleLbl="node4" presStyleIdx="34" presStyleCnt="53" custScaleX="14087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195F8C1-D56C-4D93-B602-DBFA13D312FD}" type="pres">
      <dgm:prSet presAssocID="{F07EA0A6-0807-4ADE-94DE-A1729F1A0E53}" presName="rootConnector" presStyleLbl="node4" presStyleIdx="34" presStyleCnt="53"/>
      <dgm:spPr/>
      <dgm:t>
        <a:bodyPr/>
        <a:lstStyle/>
        <a:p>
          <a:endParaRPr lang="en-US"/>
        </a:p>
      </dgm:t>
    </dgm:pt>
    <dgm:pt modelId="{F1A69418-3A43-4239-9249-419512503A2B}" type="pres">
      <dgm:prSet presAssocID="{F07EA0A6-0807-4ADE-94DE-A1729F1A0E53}" presName="hierChild4" presStyleCnt="0"/>
      <dgm:spPr/>
    </dgm:pt>
    <dgm:pt modelId="{EB476F80-7E40-4880-A5B1-8FD6AC1B190F}" type="pres">
      <dgm:prSet presAssocID="{F07EA0A6-0807-4ADE-94DE-A1729F1A0E53}" presName="hierChild5" presStyleCnt="0"/>
      <dgm:spPr/>
    </dgm:pt>
    <dgm:pt modelId="{C10375E8-1FE5-43B3-B33B-D04FA01E43B2}" type="pres">
      <dgm:prSet presAssocID="{BCBD8BD5-9065-42D6-99D8-BBEDAFE7A4B2}" presName="Name50" presStyleLbl="parChTrans1D4" presStyleIdx="35" presStyleCnt="53"/>
      <dgm:spPr/>
      <dgm:t>
        <a:bodyPr/>
        <a:lstStyle/>
        <a:p>
          <a:endParaRPr lang="en-US"/>
        </a:p>
      </dgm:t>
    </dgm:pt>
    <dgm:pt modelId="{CB3A4D4F-9AB9-420B-A6AE-93B6AB158934}" type="pres">
      <dgm:prSet presAssocID="{C2ED9EF7-AEBD-4F5B-A99C-BDA282334720}" presName="hierRoot2" presStyleCnt="0">
        <dgm:presLayoutVars>
          <dgm:hierBranch val="init"/>
        </dgm:presLayoutVars>
      </dgm:prSet>
      <dgm:spPr/>
    </dgm:pt>
    <dgm:pt modelId="{DA80D47C-D565-4D6B-B329-B34523E066CE}" type="pres">
      <dgm:prSet presAssocID="{C2ED9EF7-AEBD-4F5B-A99C-BDA282334720}" presName="rootComposite" presStyleCnt="0"/>
      <dgm:spPr/>
    </dgm:pt>
    <dgm:pt modelId="{B8C787B6-ED17-4222-A204-FDB8D508247E}" type="pres">
      <dgm:prSet presAssocID="{C2ED9EF7-AEBD-4F5B-A99C-BDA282334720}" presName="rootText" presStyleLbl="node4" presStyleIdx="35" presStyleCnt="53" custScaleX="130445" custLinFactNeighborX="7053" custLinFactNeighborY="-515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EC07E6E-6D8A-4E42-8375-4A92AEB33D76}" type="pres">
      <dgm:prSet presAssocID="{C2ED9EF7-AEBD-4F5B-A99C-BDA282334720}" presName="rootConnector" presStyleLbl="node4" presStyleIdx="35" presStyleCnt="53"/>
      <dgm:spPr/>
      <dgm:t>
        <a:bodyPr/>
        <a:lstStyle/>
        <a:p>
          <a:endParaRPr lang="en-US"/>
        </a:p>
      </dgm:t>
    </dgm:pt>
    <dgm:pt modelId="{9933BAB7-02FE-49E3-B0EB-BC9B7C9DC428}" type="pres">
      <dgm:prSet presAssocID="{C2ED9EF7-AEBD-4F5B-A99C-BDA282334720}" presName="hierChild4" presStyleCnt="0"/>
      <dgm:spPr/>
    </dgm:pt>
    <dgm:pt modelId="{262ECF74-D2DE-4508-9DA6-DC1A0A608071}" type="pres">
      <dgm:prSet presAssocID="{C2ED9EF7-AEBD-4F5B-A99C-BDA282334720}" presName="hierChild5" presStyleCnt="0"/>
      <dgm:spPr/>
    </dgm:pt>
    <dgm:pt modelId="{15D25730-0F33-455E-AA63-5CD36A0B0AC5}" type="pres">
      <dgm:prSet presAssocID="{D0F4C588-FEB0-4711-9295-8330A9C480B2}" presName="hierChild5" presStyleCnt="0"/>
      <dgm:spPr/>
    </dgm:pt>
    <dgm:pt modelId="{F46991B3-05DF-4918-9DF7-9FFCBADCFAD3}" type="pres">
      <dgm:prSet presAssocID="{CAB7E457-18DF-4CE7-92D9-3FE733F5F3F9}" presName="Name50" presStyleLbl="parChTrans1D3" presStyleIdx="10" presStyleCnt="18"/>
      <dgm:spPr/>
      <dgm:t>
        <a:bodyPr/>
        <a:lstStyle/>
        <a:p>
          <a:endParaRPr lang="en-US"/>
        </a:p>
      </dgm:t>
    </dgm:pt>
    <dgm:pt modelId="{9B3AEA2B-E2FA-4248-9857-0B1B685A664D}" type="pres">
      <dgm:prSet presAssocID="{5C3E0FBF-B5BE-4A57-801D-BE418F397A52}" presName="hierRoot2" presStyleCnt="0">
        <dgm:presLayoutVars>
          <dgm:hierBranch val="r"/>
        </dgm:presLayoutVars>
      </dgm:prSet>
      <dgm:spPr/>
    </dgm:pt>
    <dgm:pt modelId="{7905BDE4-18F0-4659-A6DC-212C3D7B2963}" type="pres">
      <dgm:prSet presAssocID="{5C3E0FBF-B5BE-4A57-801D-BE418F397A52}" presName="rootComposite" presStyleCnt="0"/>
      <dgm:spPr/>
    </dgm:pt>
    <dgm:pt modelId="{3EA34648-91DF-4704-B3D0-2AD782A9B36F}" type="pres">
      <dgm:prSet presAssocID="{5C3E0FBF-B5BE-4A57-801D-BE418F397A52}" presName="rootText" presStyleLbl="node3" presStyleIdx="10" presStyleCnt="18" custScaleX="15635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A338C1C-CFFB-4C01-8278-C1D4CBD7F44B}" type="pres">
      <dgm:prSet presAssocID="{5C3E0FBF-B5BE-4A57-801D-BE418F397A52}" presName="rootConnector" presStyleLbl="node3" presStyleIdx="10" presStyleCnt="18"/>
      <dgm:spPr/>
      <dgm:t>
        <a:bodyPr/>
        <a:lstStyle/>
        <a:p>
          <a:endParaRPr lang="en-US"/>
        </a:p>
      </dgm:t>
    </dgm:pt>
    <dgm:pt modelId="{B3208E5A-4C90-4A3B-AE77-509F51F9D2EF}" type="pres">
      <dgm:prSet presAssocID="{5C3E0FBF-B5BE-4A57-801D-BE418F397A52}" presName="hierChild4" presStyleCnt="0"/>
      <dgm:spPr/>
    </dgm:pt>
    <dgm:pt modelId="{53A4A566-FCF7-4DB3-8D66-087CB564B8A5}" type="pres">
      <dgm:prSet presAssocID="{2507E107-C7FB-4F14-8E6D-D32A97E14679}" presName="Name50" presStyleLbl="parChTrans1D4" presStyleIdx="36" presStyleCnt="53"/>
      <dgm:spPr/>
      <dgm:t>
        <a:bodyPr/>
        <a:lstStyle/>
        <a:p>
          <a:endParaRPr lang="en-US"/>
        </a:p>
      </dgm:t>
    </dgm:pt>
    <dgm:pt modelId="{22B49F18-9650-46F2-A9B6-F0DE476FFB16}" type="pres">
      <dgm:prSet presAssocID="{B16C916F-BF30-457C-9388-C6DDA3BA32DF}" presName="hierRoot2" presStyleCnt="0">
        <dgm:presLayoutVars>
          <dgm:hierBranch val="init"/>
        </dgm:presLayoutVars>
      </dgm:prSet>
      <dgm:spPr/>
    </dgm:pt>
    <dgm:pt modelId="{83768B3E-6DAE-419A-8894-D27545491DF4}" type="pres">
      <dgm:prSet presAssocID="{B16C916F-BF30-457C-9388-C6DDA3BA32DF}" presName="rootComposite" presStyleCnt="0"/>
      <dgm:spPr/>
    </dgm:pt>
    <dgm:pt modelId="{30581DEF-DAC5-4C90-BD9C-B4CBFA9F1E73}" type="pres">
      <dgm:prSet presAssocID="{B16C916F-BF30-457C-9388-C6DDA3BA32DF}" presName="rootText" presStyleLbl="node4" presStyleIdx="36" presStyleCnt="53" custScaleX="11043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591C947-F4DC-4C31-B5B4-4FC444AEAB3A}" type="pres">
      <dgm:prSet presAssocID="{B16C916F-BF30-457C-9388-C6DDA3BA32DF}" presName="rootConnector" presStyleLbl="node4" presStyleIdx="36" presStyleCnt="53"/>
      <dgm:spPr/>
      <dgm:t>
        <a:bodyPr/>
        <a:lstStyle/>
        <a:p>
          <a:endParaRPr lang="en-US"/>
        </a:p>
      </dgm:t>
    </dgm:pt>
    <dgm:pt modelId="{3245A703-9941-4A13-BE40-B721CB5D2687}" type="pres">
      <dgm:prSet presAssocID="{B16C916F-BF30-457C-9388-C6DDA3BA32DF}" presName="hierChild4" presStyleCnt="0"/>
      <dgm:spPr/>
    </dgm:pt>
    <dgm:pt modelId="{8135D6E0-183F-40BB-B16D-3254A4FFE0D6}" type="pres">
      <dgm:prSet presAssocID="{B16C916F-BF30-457C-9388-C6DDA3BA32DF}" presName="hierChild5" presStyleCnt="0"/>
      <dgm:spPr/>
    </dgm:pt>
    <dgm:pt modelId="{9B80D8A5-08CC-42C2-9D66-E341B2285FD0}" type="pres">
      <dgm:prSet presAssocID="{ACFC9FFF-4E1E-4BDF-AB8A-56427BE74DCE}" presName="Name50" presStyleLbl="parChTrans1D4" presStyleIdx="37" presStyleCnt="53"/>
      <dgm:spPr/>
      <dgm:t>
        <a:bodyPr/>
        <a:lstStyle/>
        <a:p>
          <a:endParaRPr lang="en-US"/>
        </a:p>
      </dgm:t>
    </dgm:pt>
    <dgm:pt modelId="{27C6C72C-C28B-48BE-8C69-0679034F1C75}" type="pres">
      <dgm:prSet presAssocID="{4F3B58B0-CE6A-4FAE-B26C-275E119E5929}" presName="hierRoot2" presStyleCnt="0">
        <dgm:presLayoutVars>
          <dgm:hierBranch val="init"/>
        </dgm:presLayoutVars>
      </dgm:prSet>
      <dgm:spPr/>
    </dgm:pt>
    <dgm:pt modelId="{84D853A3-6174-4159-949F-6528FDF26A48}" type="pres">
      <dgm:prSet presAssocID="{4F3B58B0-CE6A-4FAE-B26C-275E119E5929}" presName="rootComposite" presStyleCnt="0"/>
      <dgm:spPr/>
    </dgm:pt>
    <dgm:pt modelId="{DC7FF930-2CFF-4BDF-8E6A-AFC64917E188}" type="pres">
      <dgm:prSet presAssocID="{4F3B58B0-CE6A-4FAE-B26C-275E119E5929}" presName="rootText" presStyleLbl="node4" presStyleIdx="37" presStyleCnt="53" custScaleX="14087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439E60C-312C-47C4-887D-A119CB8D09DF}" type="pres">
      <dgm:prSet presAssocID="{4F3B58B0-CE6A-4FAE-B26C-275E119E5929}" presName="rootConnector" presStyleLbl="node4" presStyleIdx="37" presStyleCnt="53"/>
      <dgm:spPr/>
      <dgm:t>
        <a:bodyPr/>
        <a:lstStyle/>
        <a:p>
          <a:endParaRPr lang="en-US"/>
        </a:p>
      </dgm:t>
    </dgm:pt>
    <dgm:pt modelId="{7C775540-2B9F-4119-9816-E5AB55006CE5}" type="pres">
      <dgm:prSet presAssocID="{4F3B58B0-CE6A-4FAE-B26C-275E119E5929}" presName="hierChild4" presStyleCnt="0"/>
      <dgm:spPr/>
    </dgm:pt>
    <dgm:pt modelId="{E012454F-CD21-42D8-8C7C-8C149759D4D2}" type="pres">
      <dgm:prSet presAssocID="{4F3B58B0-CE6A-4FAE-B26C-275E119E5929}" presName="hierChild5" presStyleCnt="0"/>
      <dgm:spPr/>
    </dgm:pt>
    <dgm:pt modelId="{7B8EB8B9-FB0C-4049-B50D-666994D0C220}" type="pres">
      <dgm:prSet presAssocID="{E3A01405-3D7F-4403-A221-1976452C89C2}" presName="Name50" presStyleLbl="parChTrans1D4" presStyleIdx="38" presStyleCnt="53"/>
      <dgm:spPr/>
      <dgm:t>
        <a:bodyPr/>
        <a:lstStyle/>
        <a:p>
          <a:endParaRPr lang="en-US"/>
        </a:p>
      </dgm:t>
    </dgm:pt>
    <dgm:pt modelId="{72B6525B-B813-4818-ACDC-6FF8018A3467}" type="pres">
      <dgm:prSet presAssocID="{8CA95CC8-A7DE-4757-80B1-F420D4E8D16B}" presName="hierRoot2" presStyleCnt="0">
        <dgm:presLayoutVars>
          <dgm:hierBranch val="init"/>
        </dgm:presLayoutVars>
      </dgm:prSet>
      <dgm:spPr/>
    </dgm:pt>
    <dgm:pt modelId="{011576D4-66DC-4A61-A735-3DBB9B282A48}" type="pres">
      <dgm:prSet presAssocID="{8CA95CC8-A7DE-4757-80B1-F420D4E8D16B}" presName="rootComposite" presStyleCnt="0"/>
      <dgm:spPr/>
    </dgm:pt>
    <dgm:pt modelId="{98F4CBCA-1515-4D97-BF78-9E3335656E38}" type="pres">
      <dgm:prSet presAssocID="{8CA95CC8-A7DE-4757-80B1-F420D4E8D16B}" presName="rootText" presStyleLbl="node4" presStyleIdx="38" presStyleCnt="53" custScaleX="12721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D51FDC8-A727-40CC-8E3A-ACBBADC2BA95}" type="pres">
      <dgm:prSet presAssocID="{8CA95CC8-A7DE-4757-80B1-F420D4E8D16B}" presName="rootConnector" presStyleLbl="node4" presStyleIdx="38" presStyleCnt="53"/>
      <dgm:spPr/>
      <dgm:t>
        <a:bodyPr/>
        <a:lstStyle/>
        <a:p>
          <a:endParaRPr lang="en-US"/>
        </a:p>
      </dgm:t>
    </dgm:pt>
    <dgm:pt modelId="{1EEB3FDC-2E97-4365-BB58-05583948EC7C}" type="pres">
      <dgm:prSet presAssocID="{8CA95CC8-A7DE-4757-80B1-F420D4E8D16B}" presName="hierChild4" presStyleCnt="0"/>
      <dgm:spPr/>
    </dgm:pt>
    <dgm:pt modelId="{B9FB55EF-DC05-40E2-A186-2443F1113125}" type="pres">
      <dgm:prSet presAssocID="{8CA95CC8-A7DE-4757-80B1-F420D4E8D16B}" presName="hierChild5" presStyleCnt="0"/>
      <dgm:spPr/>
    </dgm:pt>
    <dgm:pt modelId="{12D03A52-4A14-415B-A829-C97C73094912}" type="pres">
      <dgm:prSet presAssocID="{5C3E0FBF-B5BE-4A57-801D-BE418F397A52}" presName="hierChild5" presStyleCnt="0"/>
      <dgm:spPr/>
    </dgm:pt>
    <dgm:pt modelId="{DBA480B0-34B7-4DC0-B55E-8A012282D0FE}" type="pres">
      <dgm:prSet presAssocID="{BB20B9C8-06B7-4DAC-893D-F94D9EF46CDD}" presName="Name50" presStyleLbl="parChTrans1D3" presStyleIdx="11" presStyleCnt="18"/>
      <dgm:spPr/>
      <dgm:t>
        <a:bodyPr/>
        <a:lstStyle/>
        <a:p>
          <a:endParaRPr lang="en-US"/>
        </a:p>
      </dgm:t>
    </dgm:pt>
    <dgm:pt modelId="{6567565F-DA2F-4293-80B6-65492BA6A9F3}" type="pres">
      <dgm:prSet presAssocID="{A403D237-29B3-432B-9966-461C3A4DAF55}" presName="hierRoot2" presStyleCnt="0">
        <dgm:presLayoutVars>
          <dgm:hierBranch val="r"/>
        </dgm:presLayoutVars>
      </dgm:prSet>
      <dgm:spPr/>
    </dgm:pt>
    <dgm:pt modelId="{730EEFA5-F6F4-41E3-9592-C757A117935A}" type="pres">
      <dgm:prSet presAssocID="{A403D237-29B3-432B-9966-461C3A4DAF55}" presName="rootComposite" presStyleCnt="0"/>
      <dgm:spPr/>
    </dgm:pt>
    <dgm:pt modelId="{9E999435-EB0A-4441-BF7D-BA5BF589B343}" type="pres">
      <dgm:prSet presAssocID="{A403D237-29B3-432B-9966-461C3A4DAF55}" presName="rootText" presStyleLbl="node3" presStyleIdx="11" presStyleCnt="18" custScaleX="12590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A1005C8-B3AE-4BE4-AFCB-4B9E29912164}" type="pres">
      <dgm:prSet presAssocID="{A403D237-29B3-432B-9966-461C3A4DAF55}" presName="rootConnector" presStyleLbl="node3" presStyleIdx="11" presStyleCnt="18"/>
      <dgm:spPr/>
      <dgm:t>
        <a:bodyPr/>
        <a:lstStyle/>
        <a:p>
          <a:endParaRPr lang="en-US"/>
        </a:p>
      </dgm:t>
    </dgm:pt>
    <dgm:pt modelId="{E56C5C61-A68C-4539-8E5F-F38D3FE5BF58}" type="pres">
      <dgm:prSet presAssocID="{A403D237-29B3-432B-9966-461C3A4DAF55}" presName="hierChild4" presStyleCnt="0"/>
      <dgm:spPr/>
    </dgm:pt>
    <dgm:pt modelId="{25356122-F0ED-495C-B978-B99B6EFAB72C}" type="pres">
      <dgm:prSet presAssocID="{68A16D13-E2B5-45D1-AB98-B58E0FD26003}" presName="Name50" presStyleLbl="parChTrans1D4" presStyleIdx="39" presStyleCnt="53"/>
      <dgm:spPr/>
      <dgm:t>
        <a:bodyPr/>
        <a:lstStyle/>
        <a:p>
          <a:endParaRPr lang="en-US"/>
        </a:p>
      </dgm:t>
    </dgm:pt>
    <dgm:pt modelId="{475EA40F-5EB6-42C2-A231-F5109730DD9D}" type="pres">
      <dgm:prSet presAssocID="{85622847-7394-49A9-B5D2-8F23E08340E6}" presName="hierRoot2" presStyleCnt="0">
        <dgm:presLayoutVars>
          <dgm:hierBranch val="init"/>
        </dgm:presLayoutVars>
      </dgm:prSet>
      <dgm:spPr/>
    </dgm:pt>
    <dgm:pt modelId="{D41F7CA8-E004-4347-AB5D-0BE3E714741E}" type="pres">
      <dgm:prSet presAssocID="{85622847-7394-49A9-B5D2-8F23E08340E6}" presName="rootComposite" presStyleCnt="0"/>
      <dgm:spPr/>
    </dgm:pt>
    <dgm:pt modelId="{DD62CEE7-88A0-43A6-B1E8-A58EA761D514}" type="pres">
      <dgm:prSet presAssocID="{85622847-7394-49A9-B5D2-8F23E08340E6}" presName="rootText" presStyleLbl="node4" presStyleIdx="39" presStyleCnt="53" custScaleX="13679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CA50539-F1C3-497E-BAAE-DDDBFF36479B}" type="pres">
      <dgm:prSet presAssocID="{85622847-7394-49A9-B5D2-8F23E08340E6}" presName="rootConnector" presStyleLbl="node4" presStyleIdx="39" presStyleCnt="53"/>
      <dgm:spPr/>
      <dgm:t>
        <a:bodyPr/>
        <a:lstStyle/>
        <a:p>
          <a:endParaRPr lang="en-US"/>
        </a:p>
      </dgm:t>
    </dgm:pt>
    <dgm:pt modelId="{5A7DC4E3-C251-4AB3-8B9A-9571DB1CB527}" type="pres">
      <dgm:prSet presAssocID="{85622847-7394-49A9-B5D2-8F23E08340E6}" presName="hierChild4" presStyleCnt="0"/>
      <dgm:spPr/>
    </dgm:pt>
    <dgm:pt modelId="{98B01B75-F087-4C55-9533-028554E58297}" type="pres">
      <dgm:prSet presAssocID="{85622847-7394-49A9-B5D2-8F23E08340E6}" presName="hierChild5" presStyleCnt="0"/>
      <dgm:spPr/>
    </dgm:pt>
    <dgm:pt modelId="{BAB79883-351C-42B6-B069-931B71D0EED2}" type="pres">
      <dgm:prSet presAssocID="{F143706D-EBDD-40CA-BD7B-CCE024D27C0B}" presName="Name50" presStyleLbl="parChTrans1D4" presStyleIdx="40" presStyleCnt="53"/>
      <dgm:spPr/>
      <dgm:t>
        <a:bodyPr/>
        <a:lstStyle/>
        <a:p>
          <a:endParaRPr lang="en-US"/>
        </a:p>
      </dgm:t>
    </dgm:pt>
    <dgm:pt modelId="{9FA076E5-4FB3-4802-8509-E756E55DC267}" type="pres">
      <dgm:prSet presAssocID="{B1D17722-0B8E-4653-81BA-1CB4DFCB54FA}" presName="hierRoot2" presStyleCnt="0">
        <dgm:presLayoutVars>
          <dgm:hierBranch val="init"/>
        </dgm:presLayoutVars>
      </dgm:prSet>
      <dgm:spPr/>
    </dgm:pt>
    <dgm:pt modelId="{83C6060B-A148-4B34-B871-DC72040C9309}" type="pres">
      <dgm:prSet presAssocID="{B1D17722-0B8E-4653-81BA-1CB4DFCB54FA}" presName="rootComposite" presStyleCnt="0"/>
      <dgm:spPr/>
    </dgm:pt>
    <dgm:pt modelId="{BF19D96D-66F4-43EA-AF3E-6601EEACD7F3}" type="pres">
      <dgm:prSet presAssocID="{B1D17722-0B8E-4653-81BA-1CB4DFCB54FA}" presName="rootText" presStyleLbl="node4" presStyleIdx="40" presStyleCnt="53" custScaleX="13942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EED057C-959B-46CA-9F6B-E14C9360CB43}" type="pres">
      <dgm:prSet presAssocID="{B1D17722-0B8E-4653-81BA-1CB4DFCB54FA}" presName="rootConnector" presStyleLbl="node4" presStyleIdx="40" presStyleCnt="53"/>
      <dgm:spPr/>
      <dgm:t>
        <a:bodyPr/>
        <a:lstStyle/>
        <a:p>
          <a:endParaRPr lang="en-US"/>
        </a:p>
      </dgm:t>
    </dgm:pt>
    <dgm:pt modelId="{3B09B1A1-565A-42C8-9D83-D31720E0E7CA}" type="pres">
      <dgm:prSet presAssocID="{B1D17722-0B8E-4653-81BA-1CB4DFCB54FA}" presName="hierChild4" presStyleCnt="0"/>
      <dgm:spPr/>
    </dgm:pt>
    <dgm:pt modelId="{B7A11D50-9E5E-4F74-8B9E-A7EE211E85D4}" type="pres">
      <dgm:prSet presAssocID="{B1D17722-0B8E-4653-81BA-1CB4DFCB54FA}" presName="hierChild5" presStyleCnt="0"/>
      <dgm:spPr/>
    </dgm:pt>
    <dgm:pt modelId="{66B11EF1-C4F8-430B-B7EE-32A22D7067F6}" type="pres">
      <dgm:prSet presAssocID="{2414B048-04E8-4F18-ADEF-8C0D9CBFDF34}" presName="Name50" presStyleLbl="parChTrans1D4" presStyleIdx="41" presStyleCnt="53"/>
      <dgm:spPr/>
      <dgm:t>
        <a:bodyPr/>
        <a:lstStyle/>
        <a:p>
          <a:endParaRPr lang="en-US"/>
        </a:p>
      </dgm:t>
    </dgm:pt>
    <dgm:pt modelId="{F61DA65E-B866-488A-BEEE-D8F19E91FF52}" type="pres">
      <dgm:prSet presAssocID="{4CDBFB27-0375-4FC1-9200-16E2C3BA6704}" presName="hierRoot2" presStyleCnt="0">
        <dgm:presLayoutVars>
          <dgm:hierBranch val="init"/>
        </dgm:presLayoutVars>
      </dgm:prSet>
      <dgm:spPr/>
    </dgm:pt>
    <dgm:pt modelId="{2D3D0D28-04B6-418B-83CC-0AEBD5F49E8C}" type="pres">
      <dgm:prSet presAssocID="{4CDBFB27-0375-4FC1-9200-16E2C3BA6704}" presName="rootComposite" presStyleCnt="0"/>
      <dgm:spPr/>
    </dgm:pt>
    <dgm:pt modelId="{01C5C160-C560-4683-9FA7-930AF7F774CD}" type="pres">
      <dgm:prSet presAssocID="{4CDBFB27-0375-4FC1-9200-16E2C3BA6704}" presName="rootText" presStyleLbl="node4" presStyleIdx="41" presStyleCnt="53" custScaleX="14446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25FFD21-5979-413B-BE69-E0D15902175B}" type="pres">
      <dgm:prSet presAssocID="{4CDBFB27-0375-4FC1-9200-16E2C3BA6704}" presName="rootConnector" presStyleLbl="node4" presStyleIdx="41" presStyleCnt="53"/>
      <dgm:spPr/>
      <dgm:t>
        <a:bodyPr/>
        <a:lstStyle/>
        <a:p>
          <a:endParaRPr lang="en-US"/>
        </a:p>
      </dgm:t>
    </dgm:pt>
    <dgm:pt modelId="{90A43468-AFD4-4A1E-AF17-C9E52D4E5DFD}" type="pres">
      <dgm:prSet presAssocID="{4CDBFB27-0375-4FC1-9200-16E2C3BA6704}" presName="hierChild4" presStyleCnt="0"/>
      <dgm:spPr/>
    </dgm:pt>
    <dgm:pt modelId="{EE8E3F5B-0A55-4BAB-A7E7-32574538DBB7}" type="pres">
      <dgm:prSet presAssocID="{4CDBFB27-0375-4FC1-9200-16E2C3BA6704}" presName="hierChild5" presStyleCnt="0"/>
      <dgm:spPr/>
    </dgm:pt>
    <dgm:pt modelId="{F6EF4B03-7338-4B7E-8856-D49518AC6AB3}" type="pres">
      <dgm:prSet presAssocID="{A403D237-29B3-432B-9966-461C3A4DAF55}" presName="hierChild5" presStyleCnt="0"/>
      <dgm:spPr/>
    </dgm:pt>
    <dgm:pt modelId="{B0F5D75B-CE67-489A-BCCE-AF833E67395C}" type="pres">
      <dgm:prSet presAssocID="{9D369B91-5D86-4908-9D18-30D18713E15D}" presName="hierChild5" presStyleCnt="0"/>
      <dgm:spPr/>
    </dgm:pt>
    <dgm:pt modelId="{0BA6A143-5C38-46D3-9F81-E610921337B9}" type="pres">
      <dgm:prSet presAssocID="{4C5EFC5A-F1C2-40C8-B50B-E211CF98095B}" presName="Name35" presStyleLbl="parChTrans1D2" presStyleIdx="4" presStyleCnt="6"/>
      <dgm:spPr/>
      <dgm:t>
        <a:bodyPr/>
        <a:lstStyle/>
        <a:p>
          <a:endParaRPr lang="en-US"/>
        </a:p>
      </dgm:t>
    </dgm:pt>
    <dgm:pt modelId="{834C38F7-00A9-4BB0-9B39-7078720C2EB4}" type="pres">
      <dgm:prSet presAssocID="{069676CE-B74A-43D1-A40F-D158602AB497}" presName="hierRoot2" presStyleCnt="0">
        <dgm:presLayoutVars>
          <dgm:hierBranch val="r"/>
        </dgm:presLayoutVars>
      </dgm:prSet>
      <dgm:spPr/>
    </dgm:pt>
    <dgm:pt modelId="{0202DEF5-CFB6-4B91-8935-8BECF6E701DE}" type="pres">
      <dgm:prSet presAssocID="{069676CE-B74A-43D1-A40F-D158602AB497}" presName="rootComposite" presStyleCnt="0"/>
      <dgm:spPr/>
    </dgm:pt>
    <dgm:pt modelId="{2B6D51E6-0180-4414-9941-7CA1538BEA99}" type="pres">
      <dgm:prSet presAssocID="{069676CE-B74A-43D1-A40F-D158602AB497}" presName="rootText" presStyleLbl="node2" presStyleIdx="4" presStyleCnt="6" custScaleX="322807" custScaleY="17926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C6AAA2E-D9A9-493A-A09A-D69A185C89AB}" type="pres">
      <dgm:prSet presAssocID="{069676CE-B74A-43D1-A40F-D158602AB497}" presName="rootConnector" presStyleLbl="node2" presStyleIdx="4" presStyleCnt="6"/>
      <dgm:spPr/>
      <dgm:t>
        <a:bodyPr/>
        <a:lstStyle/>
        <a:p>
          <a:endParaRPr lang="en-US"/>
        </a:p>
      </dgm:t>
    </dgm:pt>
    <dgm:pt modelId="{82F6C4BD-ED4D-48EA-86DF-8BF836D3C38A}" type="pres">
      <dgm:prSet presAssocID="{069676CE-B74A-43D1-A40F-D158602AB497}" presName="hierChild4" presStyleCnt="0"/>
      <dgm:spPr/>
    </dgm:pt>
    <dgm:pt modelId="{66560FBE-EE1C-4011-87A4-BED0CE06D26C}" type="pres">
      <dgm:prSet presAssocID="{3FD5C3A5-7E4D-425E-A3BD-A2577FA82DF0}" presName="Name50" presStyleLbl="parChTrans1D3" presStyleIdx="12" presStyleCnt="18"/>
      <dgm:spPr/>
      <dgm:t>
        <a:bodyPr/>
        <a:lstStyle/>
        <a:p>
          <a:endParaRPr lang="en-US"/>
        </a:p>
      </dgm:t>
    </dgm:pt>
    <dgm:pt modelId="{3C137BC9-CF4E-4790-B816-648E1F2A4E10}" type="pres">
      <dgm:prSet presAssocID="{4A3F33F6-06AC-4C0E-AEE4-A25AD7156BE2}" presName="hierRoot2" presStyleCnt="0">
        <dgm:presLayoutVars>
          <dgm:hierBranch val="r"/>
        </dgm:presLayoutVars>
      </dgm:prSet>
      <dgm:spPr/>
    </dgm:pt>
    <dgm:pt modelId="{EDE1BCBD-4050-4E8F-9BD9-3F25B5CB060F}" type="pres">
      <dgm:prSet presAssocID="{4A3F33F6-06AC-4C0E-AEE4-A25AD7156BE2}" presName="rootComposite" presStyleCnt="0"/>
      <dgm:spPr/>
    </dgm:pt>
    <dgm:pt modelId="{CA26BAEC-0D07-48D6-BF9C-CCAA0D3B5593}" type="pres">
      <dgm:prSet presAssocID="{4A3F33F6-06AC-4C0E-AEE4-A25AD7156BE2}" presName="rootText" presStyleLbl="node3" presStyleIdx="12" presStyleCnt="18" custScaleX="263014" custScaleY="13847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CE271DD-F310-46FE-8B71-BDA46458613D}" type="pres">
      <dgm:prSet presAssocID="{4A3F33F6-06AC-4C0E-AEE4-A25AD7156BE2}" presName="rootConnector" presStyleLbl="node3" presStyleIdx="12" presStyleCnt="18"/>
      <dgm:spPr/>
      <dgm:t>
        <a:bodyPr/>
        <a:lstStyle/>
        <a:p>
          <a:endParaRPr lang="en-US"/>
        </a:p>
      </dgm:t>
    </dgm:pt>
    <dgm:pt modelId="{D125AE20-2336-4733-B154-A03D598F1F3D}" type="pres">
      <dgm:prSet presAssocID="{4A3F33F6-06AC-4C0E-AEE4-A25AD7156BE2}" presName="hierChild4" presStyleCnt="0"/>
      <dgm:spPr/>
    </dgm:pt>
    <dgm:pt modelId="{BAFCB2E2-D696-4221-9E1D-6AF137389B92}" type="pres">
      <dgm:prSet presAssocID="{1565AE8D-BB66-468D-BB50-5D5ECB414BC7}" presName="Name50" presStyleLbl="parChTrans1D4" presStyleIdx="42" presStyleCnt="53"/>
      <dgm:spPr/>
      <dgm:t>
        <a:bodyPr/>
        <a:lstStyle/>
        <a:p>
          <a:endParaRPr lang="en-US"/>
        </a:p>
      </dgm:t>
    </dgm:pt>
    <dgm:pt modelId="{324E8ECE-AB5E-4AAF-9D71-4BFC248DE9D3}" type="pres">
      <dgm:prSet presAssocID="{238AF1CB-E221-47E2-9CB1-756D3B91562C}" presName="hierRoot2" presStyleCnt="0">
        <dgm:presLayoutVars>
          <dgm:hierBranch val="init"/>
        </dgm:presLayoutVars>
      </dgm:prSet>
      <dgm:spPr/>
    </dgm:pt>
    <dgm:pt modelId="{38F631E9-AF6E-4333-A402-0409476DAD9B}" type="pres">
      <dgm:prSet presAssocID="{238AF1CB-E221-47E2-9CB1-756D3B91562C}" presName="rootComposite" presStyleCnt="0"/>
      <dgm:spPr/>
    </dgm:pt>
    <dgm:pt modelId="{A7010BDE-3D91-4FAB-AA46-57B719CF7E2D}" type="pres">
      <dgm:prSet presAssocID="{238AF1CB-E221-47E2-9CB1-756D3B91562C}" presName="rootText" presStyleLbl="node4" presStyleIdx="42" presStyleCnt="53" custScaleX="197352" custScaleY="13872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E725146-D752-462F-B324-9AE3FF307341}" type="pres">
      <dgm:prSet presAssocID="{238AF1CB-E221-47E2-9CB1-756D3B91562C}" presName="rootConnector" presStyleLbl="node4" presStyleIdx="42" presStyleCnt="53"/>
      <dgm:spPr/>
      <dgm:t>
        <a:bodyPr/>
        <a:lstStyle/>
        <a:p>
          <a:endParaRPr lang="en-US"/>
        </a:p>
      </dgm:t>
    </dgm:pt>
    <dgm:pt modelId="{52412BC1-4A6C-4AA8-9E95-51EE957D7052}" type="pres">
      <dgm:prSet presAssocID="{238AF1CB-E221-47E2-9CB1-756D3B91562C}" presName="hierChild4" presStyleCnt="0"/>
      <dgm:spPr/>
    </dgm:pt>
    <dgm:pt modelId="{8A18E0DC-966C-4218-8F3B-D7B8B7ADB516}" type="pres">
      <dgm:prSet presAssocID="{238AF1CB-E221-47E2-9CB1-756D3B91562C}" presName="hierChild5" presStyleCnt="0"/>
      <dgm:spPr/>
    </dgm:pt>
    <dgm:pt modelId="{AF2298B7-1F93-4B3E-B11B-E112D4B23826}" type="pres">
      <dgm:prSet presAssocID="{D9E308FB-B45E-4216-A4D5-894F5336DAD4}" presName="Name50" presStyleLbl="parChTrans1D4" presStyleIdx="43" presStyleCnt="53"/>
      <dgm:spPr/>
      <dgm:t>
        <a:bodyPr/>
        <a:lstStyle/>
        <a:p>
          <a:endParaRPr lang="en-US"/>
        </a:p>
      </dgm:t>
    </dgm:pt>
    <dgm:pt modelId="{BE312118-592C-4DCA-ABBE-AFB5ABA4626F}" type="pres">
      <dgm:prSet presAssocID="{C8704DBD-8EE5-4CA7-B5C5-6C61EBAF4246}" presName="hierRoot2" presStyleCnt="0">
        <dgm:presLayoutVars>
          <dgm:hierBranch val="init"/>
        </dgm:presLayoutVars>
      </dgm:prSet>
      <dgm:spPr/>
    </dgm:pt>
    <dgm:pt modelId="{70ED7DDD-36E4-454E-A6AB-C34DF236A9DF}" type="pres">
      <dgm:prSet presAssocID="{C8704DBD-8EE5-4CA7-B5C5-6C61EBAF4246}" presName="rootComposite" presStyleCnt="0"/>
      <dgm:spPr/>
    </dgm:pt>
    <dgm:pt modelId="{09F472C0-874C-4905-AFFA-CF0D50775C03}" type="pres">
      <dgm:prSet presAssocID="{C8704DBD-8EE5-4CA7-B5C5-6C61EBAF4246}" presName="rootText" presStyleLbl="node4" presStyleIdx="43" presStyleCnt="53" custScaleX="17807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881A4E9-D69C-44ED-B417-F81EFB45E193}" type="pres">
      <dgm:prSet presAssocID="{C8704DBD-8EE5-4CA7-B5C5-6C61EBAF4246}" presName="rootConnector" presStyleLbl="node4" presStyleIdx="43" presStyleCnt="53"/>
      <dgm:spPr/>
      <dgm:t>
        <a:bodyPr/>
        <a:lstStyle/>
        <a:p>
          <a:endParaRPr lang="en-US"/>
        </a:p>
      </dgm:t>
    </dgm:pt>
    <dgm:pt modelId="{3963EA1F-B6DD-4CD5-B300-61B27797D1DA}" type="pres">
      <dgm:prSet presAssocID="{C8704DBD-8EE5-4CA7-B5C5-6C61EBAF4246}" presName="hierChild4" presStyleCnt="0"/>
      <dgm:spPr/>
    </dgm:pt>
    <dgm:pt modelId="{E9AFBA56-1ABA-4021-86A9-AEDC5B1302DF}" type="pres">
      <dgm:prSet presAssocID="{C8704DBD-8EE5-4CA7-B5C5-6C61EBAF4246}" presName="hierChild5" presStyleCnt="0"/>
      <dgm:spPr/>
    </dgm:pt>
    <dgm:pt modelId="{D36D1C7E-C072-4B30-BE71-0B453787EBC1}" type="pres">
      <dgm:prSet presAssocID="{30B29A93-E979-4A76-AC0B-A392C6A34285}" presName="Name50" presStyleLbl="parChTrans1D4" presStyleIdx="44" presStyleCnt="53"/>
      <dgm:spPr/>
      <dgm:t>
        <a:bodyPr/>
        <a:lstStyle/>
        <a:p>
          <a:endParaRPr lang="en-US"/>
        </a:p>
      </dgm:t>
    </dgm:pt>
    <dgm:pt modelId="{F03EBD51-421D-4D87-9D21-F6D5506B25FE}" type="pres">
      <dgm:prSet presAssocID="{81F19C41-14E6-453B-B0B7-742DD5D89F14}" presName="hierRoot2" presStyleCnt="0">
        <dgm:presLayoutVars>
          <dgm:hierBranch val="init"/>
        </dgm:presLayoutVars>
      </dgm:prSet>
      <dgm:spPr/>
    </dgm:pt>
    <dgm:pt modelId="{7BB886EC-8069-4E0A-8E05-160392659EAB}" type="pres">
      <dgm:prSet presAssocID="{81F19C41-14E6-453B-B0B7-742DD5D89F14}" presName="rootComposite" presStyleCnt="0"/>
      <dgm:spPr/>
    </dgm:pt>
    <dgm:pt modelId="{8F928B23-A393-4F29-892C-9CED278FCEEA}" type="pres">
      <dgm:prSet presAssocID="{81F19C41-14E6-453B-B0B7-742DD5D89F14}" presName="rootText" presStyleLbl="node4" presStyleIdx="44" presStyleCnt="53" custScaleX="13616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37D22F6-487C-42B0-BA1E-559677F6C90D}" type="pres">
      <dgm:prSet presAssocID="{81F19C41-14E6-453B-B0B7-742DD5D89F14}" presName="rootConnector" presStyleLbl="node4" presStyleIdx="44" presStyleCnt="53"/>
      <dgm:spPr/>
      <dgm:t>
        <a:bodyPr/>
        <a:lstStyle/>
        <a:p>
          <a:endParaRPr lang="en-US"/>
        </a:p>
      </dgm:t>
    </dgm:pt>
    <dgm:pt modelId="{B2483FBE-1D44-4AA9-B505-10574CAE4449}" type="pres">
      <dgm:prSet presAssocID="{81F19C41-14E6-453B-B0B7-742DD5D89F14}" presName="hierChild4" presStyleCnt="0"/>
      <dgm:spPr/>
    </dgm:pt>
    <dgm:pt modelId="{9FA4EB8A-E7E4-4B0C-B44C-9EA702218C65}" type="pres">
      <dgm:prSet presAssocID="{81F19C41-14E6-453B-B0B7-742DD5D89F14}" presName="hierChild5" presStyleCnt="0"/>
      <dgm:spPr/>
    </dgm:pt>
    <dgm:pt modelId="{368A2157-AFF1-4911-9502-588B2C3F42FE}" type="pres">
      <dgm:prSet presAssocID="{4A3F33F6-06AC-4C0E-AEE4-A25AD7156BE2}" presName="hierChild5" presStyleCnt="0"/>
      <dgm:spPr/>
    </dgm:pt>
    <dgm:pt modelId="{6DBE7034-F2E7-4074-8B37-88A77706F1A4}" type="pres">
      <dgm:prSet presAssocID="{CBE2800D-58A4-47D0-82AF-9C43067044C5}" presName="Name50" presStyleLbl="parChTrans1D3" presStyleIdx="13" presStyleCnt="18"/>
      <dgm:spPr/>
      <dgm:t>
        <a:bodyPr/>
        <a:lstStyle/>
        <a:p>
          <a:endParaRPr lang="en-US"/>
        </a:p>
      </dgm:t>
    </dgm:pt>
    <dgm:pt modelId="{E4F3CADC-566E-4FF0-88A3-BEBEAF8F6AEE}" type="pres">
      <dgm:prSet presAssocID="{AA55C651-6563-4C43-90C4-1B8F71B93842}" presName="hierRoot2" presStyleCnt="0">
        <dgm:presLayoutVars>
          <dgm:hierBranch val="init"/>
        </dgm:presLayoutVars>
      </dgm:prSet>
      <dgm:spPr/>
    </dgm:pt>
    <dgm:pt modelId="{66C13706-15E4-4BCE-B4AE-0642DE82A261}" type="pres">
      <dgm:prSet presAssocID="{AA55C651-6563-4C43-90C4-1B8F71B93842}" presName="rootComposite" presStyleCnt="0"/>
      <dgm:spPr/>
    </dgm:pt>
    <dgm:pt modelId="{C8A1B26E-0EAE-47B4-B463-4BAD04FB0F7C}" type="pres">
      <dgm:prSet presAssocID="{AA55C651-6563-4C43-90C4-1B8F71B93842}" presName="rootText" presStyleLbl="node3" presStyleIdx="13" presStyleCnt="18" custScaleX="151912" custScaleY="1418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4D7E6EB-D5E3-4500-B84A-73DD5472731B}" type="pres">
      <dgm:prSet presAssocID="{AA55C651-6563-4C43-90C4-1B8F71B93842}" presName="rootConnector" presStyleLbl="node3" presStyleIdx="13" presStyleCnt="18"/>
      <dgm:spPr/>
      <dgm:t>
        <a:bodyPr/>
        <a:lstStyle/>
        <a:p>
          <a:endParaRPr lang="en-US"/>
        </a:p>
      </dgm:t>
    </dgm:pt>
    <dgm:pt modelId="{5D2A4BE5-9A56-4EA6-8478-52BADA8C45A4}" type="pres">
      <dgm:prSet presAssocID="{AA55C651-6563-4C43-90C4-1B8F71B93842}" presName="hierChild4" presStyleCnt="0"/>
      <dgm:spPr/>
    </dgm:pt>
    <dgm:pt modelId="{4BFC6B0C-555A-407F-932C-CCB0235204F9}" type="pres">
      <dgm:prSet presAssocID="{26F9DCCC-EF55-4AC9-A43A-4E13DB6F8E3A}" presName="Name37" presStyleLbl="parChTrans1D4" presStyleIdx="45" presStyleCnt="53"/>
      <dgm:spPr/>
      <dgm:t>
        <a:bodyPr/>
        <a:lstStyle/>
        <a:p>
          <a:endParaRPr lang="en-US"/>
        </a:p>
      </dgm:t>
    </dgm:pt>
    <dgm:pt modelId="{E33F7484-79AC-4219-837E-ECB81F928459}" type="pres">
      <dgm:prSet presAssocID="{3B330B5F-31C1-4E95-8CE7-A4AC7448860C}" presName="hierRoot2" presStyleCnt="0">
        <dgm:presLayoutVars>
          <dgm:hierBranch val="init"/>
        </dgm:presLayoutVars>
      </dgm:prSet>
      <dgm:spPr/>
    </dgm:pt>
    <dgm:pt modelId="{9F5EC0D4-FD2C-44CC-A1AC-2CF6652970B5}" type="pres">
      <dgm:prSet presAssocID="{3B330B5F-31C1-4E95-8CE7-A4AC7448860C}" presName="rootComposite" presStyleCnt="0"/>
      <dgm:spPr/>
    </dgm:pt>
    <dgm:pt modelId="{04F91261-CA89-4B67-A832-E85FC1A3812B}" type="pres">
      <dgm:prSet presAssocID="{3B330B5F-31C1-4E95-8CE7-A4AC7448860C}" presName="rootText" presStyleLbl="node4" presStyleIdx="45" presStyleCnt="53" custScaleX="136846" custScaleY="17297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C70545D-21D0-431B-8227-1A9B3BE96E45}" type="pres">
      <dgm:prSet presAssocID="{3B330B5F-31C1-4E95-8CE7-A4AC7448860C}" presName="rootConnector" presStyleLbl="node4" presStyleIdx="45" presStyleCnt="53"/>
      <dgm:spPr/>
      <dgm:t>
        <a:bodyPr/>
        <a:lstStyle/>
        <a:p>
          <a:endParaRPr lang="en-US"/>
        </a:p>
      </dgm:t>
    </dgm:pt>
    <dgm:pt modelId="{4C3398BE-9C48-40CC-9708-414F2999F480}" type="pres">
      <dgm:prSet presAssocID="{3B330B5F-31C1-4E95-8CE7-A4AC7448860C}" presName="hierChild4" presStyleCnt="0"/>
      <dgm:spPr/>
    </dgm:pt>
    <dgm:pt modelId="{F63AA3E6-0964-49AC-A304-A1C09D8E78C1}" type="pres">
      <dgm:prSet presAssocID="{3B330B5F-31C1-4E95-8CE7-A4AC7448860C}" presName="hierChild5" presStyleCnt="0"/>
      <dgm:spPr/>
    </dgm:pt>
    <dgm:pt modelId="{386EA446-F6F0-4A08-AC84-392A1E1F6A6F}" type="pres">
      <dgm:prSet presAssocID="{EDB159CA-F0FE-4563-AD66-8FB1DD56F03A}" presName="Name37" presStyleLbl="parChTrans1D4" presStyleIdx="46" presStyleCnt="53"/>
      <dgm:spPr/>
      <dgm:t>
        <a:bodyPr/>
        <a:lstStyle/>
        <a:p>
          <a:endParaRPr lang="en-US"/>
        </a:p>
      </dgm:t>
    </dgm:pt>
    <dgm:pt modelId="{D72A899E-087E-4139-876D-746ABB5B7A3B}" type="pres">
      <dgm:prSet presAssocID="{C93D84F0-F771-4950-A491-4A324AC87C81}" presName="hierRoot2" presStyleCnt="0">
        <dgm:presLayoutVars>
          <dgm:hierBranch val="init"/>
        </dgm:presLayoutVars>
      </dgm:prSet>
      <dgm:spPr/>
    </dgm:pt>
    <dgm:pt modelId="{DD24E714-7335-4623-A956-7ECA4FF06774}" type="pres">
      <dgm:prSet presAssocID="{C93D84F0-F771-4950-A491-4A324AC87C81}" presName="rootComposite" presStyleCnt="0"/>
      <dgm:spPr/>
    </dgm:pt>
    <dgm:pt modelId="{C01600E5-444A-4509-BB71-BE549E7198A4}" type="pres">
      <dgm:prSet presAssocID="{C93D84F0-F771-4950-A491-4A324AC87C81}" presName="rootText" presStyleLbl="node4" presStyleIdx="46" presStyleCnt="53" custScaleX="167290" custScaleY="14184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FE39985-392F-4BE9-B86E-2EE691DBEE0F}" type="pres">
      <dgm:prSet presAssocID="{C93D84F0-F771-4950-A491-4A324AC87C81}" presName="rootConnector" presStyleLbl="node4" presStyleIdx="46" presStyleCnt="53"/>
      <dgm:spPr/>
      <dgm:t>
        <a:bodyPr/>
        <a:lstStyle/>
        <a:p>
          <a:endParaRPr lang="en-US"/>
        </a:p>
      </dgm:t>
    </dgm:pt>
    <dgm:pt modelId="{EAF9D554-3B51-40A8-899D-63A8D37210C8}" type="pres">
      <dgm:prSet presAssocID="{C93D84F0-F771-4950-A491-4A324AC87C81}" presName="hierChild4" presStyleCnt="0"/>
      <dgm:spPr/>
    </dgm:pt>
    <dgm:pt modelId="{34851EAA-D1E0-4062-AF5E-61B460B6AABB}" type="pres">
      <dgm:prSet presAssocID="{C93D84F0-F771-4950-A491-4A324AC87C81}" presName="hierChild5" presStyleCnt="0"/>
      <dgm:spPr/>
    </dgm:pt>
    <dgm:pt modelId="{C8F73659-C16F-4D81-A874-74F88BFB6D24}" type="pres">
      <dgm:prSet presAssocID="{1778EE6A-4E6A-42CD-BC0F-F886E7E70CFE}" presName="Name37" presStyleLbl="parChTrans1D4" presStyleIdx="47" presStyleCnt="53"/>
      <dgm:spPr/>
      <dgm:t>
        <a:bodyPr/>
        <a:lstStyle/>
        <a:p>
          <a:endParaRPr lang="en-US"/>
        </a:p>
      </dgm:t>
    </dgm:pt>
    <dgm:pt modelId="{D8865883-6914-4AAF-868B-A4BC5969008B}" type="pres">
      <dgm:prSet presAssocID="{F9DE6151-2529-4180-8327-DE5DD8B0CC0B}" presName="hierRoot2" presStyleCnt="0">
        <dgm:presLayoutVars>
          <dgm:hierBranch val="init"/>
        </dgm:presLayoutVars>
      </dgm:prSet>
      <dgm:spPr/>
    </dgm:pt>
    <dgm:pt modelId="{AD20343C-463F-4F3D-8F24-70D35F6A73F5}" type="pres">
      <dgm:prSet presAssocID="{F9DE6151-2529-4180-8327-DE5DD8B0CC0B}" presName="rootComposite" presStyleCnt="0"/>
      <dgm:spPr/>
    </dgm:pt>
    <dgm:pt modelId="{6715DB19-3120-4103-9C5F-9E13F80E0AE6}" type="pres">
      <dgm:prSet presAssocID="{F9DE6151-2529-4180-8327-DE5DD8B0CC0B}" presName="rootText" presStyleLbl="node4" presStyleIdx="47" presStyleCnt="53" custScaleX="167290" custScaleY="1490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1C1C35F-092A-43CC-991C-56DCD4476A56}" type="pres">
      <dgm:prSet presAssocID="{F9DE6151-2529-4180-8327-DE5DD8B0CC0B}" presName="rootConnector" presStyleLbl="node4" presStyleIdx="47" presStyleCnt="53"/>
      <dgm:spPr/>
      <dgm:t>
        <a:bodyPr/>
        <a:lstStyle/>
        <a:p>
          <a:endParaRPr lang="en-US"/>
        </a:p>
      </dgm:t>
    </dgm:pt>
    <dgm:pt modelId="{DAF25B20-D122-4F84-A404-4F2F511C8861}" type="pres">
      <dgm:prSet presAssocID="{F9DE6151-2529-4180-8327-DE5DD8B0CC0B}" presName="hierChild4" presStyleCnt="0"/>
      <dgm:spPr/>
    </dgm:pt>
    <dgm:pt modelId="{E6CB2B66-3C36-4943-A3FA-3AC0A601F913}" type="pres">
      <dgm:prSet presAssocID="{F9DE6151-2529-4180-8327-DE5DD8B0CC0B}" presName="hierChild5" presStyleCnt="0"/>
      <dgm:spPr/>
    </dgm:pt>
    <dgm:pt modelId="{EADFF8B8-DCFC-4699-8A25-F621F0EE4EDF}" type="pres">
      <dgm:prSet presAssocID="{AA55C651-6563-4C43-90C4-1B8F71B93842}" presName="hierChild5" presStyleCnt="0"/>
      <dgm:spPr/>
    </dgm:pt>
    <dgm:pt modelId="{8FBE2804-F90B-44AF-8F5F-99C7D51194D7}" type="pres">
      <dgm:prSet presAssocID="{450E86EA-2B72-4A7F-B847-CB27CAEA213C}" presName="Name50" presStyleLbl="parChTrans1D3" presStyleIdx="14" presStyleCnt="18"/>
      <dgm:spPr/>
      <dgm:t>
        <a:bodyPr/>
        <a:lstStyle/>
        <a:p>
          <a:endParaRPr lang="en-US"/>
        </a:p>
      </dgm:t>
    </dgm:pt>
    <dgm:pt modelId="{F6EF634F-B542-481B-BB89-BD4E278D45ED}" type="pres">
      <dgm:prSet presAssocID="{0EC21043-F251-4C8D-975E-E02A695161E5}" presName="hierRoot2" presStyleCnt="0">
        <dgm:presLayoutVars>
          <dgm:hierBranch val="init"/>
        </dgm:presLayoutVars>
      </dgm:prSet>
      <dgm:spPr/>
    </dgm:pt>
    <dgm:pt modelId="{F01AF053-38D1-4544-A1FE-4F0463944827}" type="pres">
      <dgm:prSet presAssocID="{0EC21043-F251-4C8D-975E-E02A695161E5}" presName="rootComposite" presStyleCnt="0"/>
      <dgm:spPr/>
    </dgm:pt>
    <dgm:pt modelId="{D30CF99A-9B95-48A5-9334-96CE7EE57A48}" type="pres">
      <dgm:prSet presAssocID="{0EC21043-F251-4C8D-975E-E02A695161E5}" presName="rootText" presStyleLbl="node3" presStyleIdx="14" presStyleCnt="18" custScaleX="151912" custScaleY="14982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9D81943-20D4-4F41-982D-B9F2DB70BC32}" type="pres">
      <dgm:prSet presAssocID="{0EC21043-F251-4C8D-975E-E02A695161E5}" presName="rootConnector" presStyleLbl="node3" presStyleIdx="14" presStyleCnt="18"/>
      <dgm:spPr/>
      <dgm:t>
        <a:bodyPr/>
        <a:lstStyle/>
        <a:p>
          <a:endParaRPr lang="en-US"/>
        </a:p>
      </dgm:t>
    </dgm:pt>
    <dgm:pt modelId="{6B7F893E-A8CD-4500-9D44-4C047C23D656}" type="pres">
      <dgm:prSet presAssocID="{0EC21043-F251-4C8D-975E-E02A695161E5}" presName="hierChild4" presStyleCnt="0"/>
      <dgm:spPr/>
    </dgm:pt>
    <dgm:pt modelId="{489F5F0A-8035-46D9-B9CE-6B078DFAA5E0}" type="pres">
      <dgm:prSet presAssocID="{0EC21043-F251-4C8D-975E-E02A695161E5}" presName="hierChild5" presStyleCnt="0"/>
      <dgm:spPr/>
    </dgm:pt>
    <dgm:pt modelId="{33BE93B0-53B8-4736-9B2F-AC6E4B9F49F2}" type="pres">
      <dgm:prSet presAssocID="{7A40F6CA-BA8C-4804-9091-201BBB0C879C}" presName="Name50" presStyleLbl="parChTrans1D3" presStyleIdx="15" presStyleCnt="18"/>
      <dgm:spPr/>
      <dgm:t>
        <a:bodyPr/>
        <a:lstStyle/>
        <a:p>
          <a:endParaRPr lang="en-US"/>
        </a:p>
      </dgm:t>
    </dgm:pt>
    <dgm:pt modelId="{B2C86B1E-668B-4268-A0C2-21D4ABEF4A2E}" type="pres">
      <dgm:prSet presAssocID="{52A05BD6-24DA-458E-B375-05411CC2E42D}" presName="hierRoot2" presStyleCnt="0">
        <dgm:presLayoutVars>
          <dgm:hierBranch val="init"/>
        </dgm:presLayoutVars>
      </dgm:prSet>
      <dgm:spPr/>
    </dgm:pt>
    <dgm:pt modelId="{70487055-472C-4F66-9C62-70ECA86F77D6}" type="pres">
      <dgm:prSet presAssocID="{52A05BD6-24DA-458E-B375-05411CC2E42D}" presName="rootComposite" presStyleCnt="0"/>
      <dgm:spPr/>
    </dgm:pt>
    <dgm:pt modelId="{88083B85-733D-4333-8E91-1FAFE77B0CF3}" type="pres">
      <dgm:prSet presAssocID="{52A05BD6-24DA-458E-B375-05411CC2E42D}" presName="rootText" presStyleLbl="node3" presStyleIdx="15" presStyleCnt="18" custScaleX="212801" custScaleY="18094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2F0D9AA-0D29-4BF2-9182-2D41D2595B91}" type="pres">
      <dgm:prSet presAssocID="{52A05BD6-24DA-458E-B375-05411CC2E42D}" presName="rootConnector" presStyleLbl="node3" presStyleIdx="15" presStyleCnt="18"/>
      <dgm:spPr/>
      <dgm:t>
        <a:bodyPr/>
        <a:lstStyle/>
        <a:p>
          <a:endParaRPr lang="en-US"/>
        </a:p>
      </dgm:t>
    </dgm:pt>
    <dgm:pt modelId="{4509E816-545B-4D0A-9922-1602E5B84C10}" type="pres">
      <dgm:prSet presAssocID="{52A05BD6-24DA-458E-B375-05411CC2E42D}" presName="hierChild4" presStyleCnt="0"/>
      <dgm:spPr/>
    </dgm:pt>
    <dgm:pt modelId="{D9DC6B51-9848-46A1-BD6B-950363792976}" type="pres">
      <dgm:prSet presAssocID="{52A05BD6-24DA-458E-B375-05411CC2E42D}" presName="hierChild5" presStyleCnt="0"/>
      <dgm:spPr/>
    </dgm:pt>
    <dgm:pt modelId="{F5AAD6DB-5269-44A4-ACC9-DFE95E83750B}" type="pres">
      <dgm:prSet presAssocID="{069676CE-B74A-43D1-A40F-D158602AB497}" presName="hierChild5" presStyleCnt="0"/>
      <dgm:spPr/>
    </dgm:pt>
    <dgm:pt modelId="{1AC57937-06C3-45A7-91E1-4721EC437D4C}" type="pres">
      <dgm:prSet presAssocID="{F2911C5D-ACD0-4A42-802B-0E8E4FBBF57D}" presName="Name35" presStyleLbl="parChTrans1D2" presStyleIdx="5" presStyleCnt="6"/>
      <dgm:spPr/>
      <dgm:t>
        <a:bodyPr/>
        <a:lstStyle/>
        <a:p>
          <a:endParaRPr lang="en-US"/>
        </a:p>
      </dgm:t>
    </dgm:pt>
    <dgm:pt modelId="{B6A431FD-1C25-48FA-A891-D20A15784F27}" type="pres">
      <dgm:prSet presAssocID="{F44A34CF-79FB-480E-8C4B-6A6F9F3B28C0}" presName="hierRoot2" presStyleCnt="0">
        <dgm:presLayoutVars>
          <dgm:hierBranch val="r"/>
        </dgm:presLayoutVars>
      </dgm:prSet>
      <dgm:spPr/>
    </dgm:pt>
    <dgm:pt modelId="{B53F2253-4F41-4998-B576-FB172F0D3504}" type="pres">
      <dgm:prSet presAssocID="{F44A34CF-79FB-480E-8C4B-6A6F9F3B28C0}" presName="rootComposite" presStyleCnt="0"/>
      <dgm:spPr/>
    </dgm:pt>
    <dgm:pt modelId="{6A126580-AC4C-4322-98BC-43A5E03FFD1C}" type="pres">
      <dgm:prSet presAssocID="{F44A34CF-79FB-480E-8C4B-6A6F9F3B28C0}" presName="rootText" presStyleLbl="node2" presStyleIdx="5" presStyleCnt="6" custScaleX="342957" custScaleY="17164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B8914FA-C8B4-4F32-91C6-0815848223F5}" type="pres">
      <dgm:prSet presAssocID="{F44A34CF-79FB-480E-8C4B-6A6F9F3B28C0}" presName="rootConnector" presStyleLbl="node2" presStyleIdx="5" presStyleCnt="6"/>
      <dgm:spPr/>
      <dgm:t>
        <a:bodyPr/>
        <a:lstStyle/>
        <a:p>
          <a:endParaRPr lang="en-US"/>
        </a:p>
      </dgm:t>
    </dgm:pt>
    <dgm:pt modelId="{F1D3DD06-83E3-47E5-A180-4528091C7238}" type="pres">
      <dgm:prSet presAssocID="{F44A34CF-79FB-480E-8C4B-6A6F9F3B28C0}" presName="hierChild4" presStyleCnt="0"/>
      <dgm:spPr/>
    </dgm:pt>
    <dgm:pt modelId="{EDD42B78-D215-4B0C-A82B-36581FAC8175}" type="pres">
      <dgm:prSet presAssocID="{83FEBC18-D170-42AC-82AF-56BA96644507}" presName="Name50" presStyleLbl="parChTrans1D3" presStyleIdx="16" presStyleCnt="18"/>
      <dgm:spPr/>
      <dgm:t>
        <a:bodyPr/>
        <a:lstStyle/>
        <a:p>
          <a:endParaRPr lang="en-US"/>
        </a:p>
      </dgm:t>
    </dgm:pt>
    <dgm:pt modelId="{F51A6BEA-AB90-4217-93F2-C9E40A2E4D0E}" type="pres">
      <dgm:prSet presAssocID="{174B56BB-2605-4734-8AD4-3AE0F7E710FD}" presName="hierRoot2" presStyleCnt="0">
        <dgm:presLayoutVars>
          <dgm:hierBranch val="r"/>
        </dgm:presLayoutVars>
      </dgm:prSet>
      <dgm:spPr/>
    </dgm:pt>
    <dgm:pt modelId="{8925EC9A-676C-4EF2-B245-DCC3306B4108}" type="pres">
      <dgm:prSet presAssocID="{174B56BB-2605-4734-8AD4-3AE0F7E710FD}" presName="rootComposite" presStyleCnt="0"/>
      <dgm:spPr/>
    </dgm:pt>
    <dgm:pt modelId="{63A632FD-7A93-4B19-A92B-0A14E2A75047}" type="pres">
      <dgm:prSet presAssocID="{174B56BB-2605-4734-8AD4-3AE0F7E710FD}" presName="rootText" presStyleLbl="node3" presStyleIdx="16" presStyleCnt="18" custScaleX="22962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E73B2FB-D148-4E9B-B062-B9887711741A}" type="pres">
      <dgm:prSet presAssocID="{174B56BB-2605-4734-8AD4-3AE0F7E710FD}" presName="rootConnector" presStyleLbl="node3" presStyleIdx="16" presStyleCnt="18"/>
      <dgm:spPr/>
      <dgm:t>
        <a:bodyPr/>
        <a:lstStyle/>
        <a:p>
          <a:endParaRPr lang="en-US"/>
        </a:p>
      </dgm:t>
    </dgm:pt>
    <dgm:pt modelId="{2CA5F636-3A18-4D2D-B221-4691BB6D0BCD}" type="pres">
      <dgm:prSet presAssocID="{174B56BB-2605-4734-8AD4-3AE0F7E710FD}" presName="hierChild4" presStyleCnt="0"/>
      <dgm:spPr/>
    </dgm:pt>
    <dgm:pt modelId="{9919D2DA-8214-4D8D-A4F8-7C25EE7BF3BB}" type="pres">
      <dgm:prSet presAssocID="{176F5580-1304-406A-9EDE-777FC0C316A2}" presName="Name50" presStyleLbl="parChTrans1D4" presStyleIdx="48" presStyleCnt="53"/>
      <dgm:spPr/>
      <dgm:t>
        <a:bodyPr/>
        <a:lstStyle/>
        <a:p>
          <a:endParaRPr lang="en-US"/>
        </a:p>
      </dgm:t>
    </dgm:pt>
    <dgm:pt modelId="{20EE629E-0CF9-4925-A3FA-64B16EA8554C}" type="pres">
      <dgm:prSet presAssocID="{997E49FB-401A-4C5F-BE64-01519609A613}" presName="hierRoot2" presStyleCnt="0">
        <dgm:presLayoutVars>
          <dgm:hierBranch val="init"/>
        </dgm:presLayoutVars>
      </dgm:prSet>
      <dgm:spPr/>
    </dgm:pt>
    <dgm:pt modelId="{F1300587-333D-4BA4-8193-CFC57C60D7B3}" type="pres">
      <dgm:prSet presAssocID="{997E49FB-401A-4C5F-BE64-01519609A613}" presName="rootComposite" presStyleCnt="0"/>
      <dgm:spPr/>
    </dgm:pt>
    <dgm:pt modelId="{C4EB2775-629A-4200-813D-231ABF1FD4E7}" type="pres">
      <dgm:prSet presAssocID="{997E49FB-401A-4C5F-BE64-01519609A613}" presName="rootText" presStyleLbl="node4" presStyleIdx="48" presStyleCnt="53" custScaleX="14057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92C4143-4887-45BB-87EB-BA5A4217FB93}" type="pres">
      <dgm:prSet presAssocID="{997E49FB-401A-4C5F-BE64-01519609A613}" presName="rootConnector" presStyleLbl="node4" presStyleIdx="48" presStyleCnt="53"/>
      <dgm:spPr/>
      <dgm:t>
        <a:bodyPr/>
        <a:lstStyle/>
        <a:p>
          <a:endParaRPr lang="en-US"/>
        </a:p>
      </dgm:t>
    </dgm:pt>
    <dgm:pt modelId="{45CC534B-8B04-4396-8661-892AC515EEBA}" type="pres">
      <dgm:prSet presAssocID="{997E49FB-401A-4C5F-BE64-01519609A613}" presName="hierChild4" presStyleCnt="0"/>
      <dgm:spPr/>
    </dgm:pt>
    <dgm:pt modelId="{1EB62A3F-EC05-40BC-B48F-4DB892ECAA3E}" type="pres">
      <dgm:prSet presAssocID="{997E49FB-401A-4C5F-BE64-01519609A613}" presName="hierChild5" presStyleCnt="0"/>
      <dgm:spPr/>
    </dgm:pt>
    <dgm:pt modelId="{E05F02D8-AD10-45B3-AFF9-15340FBEF647}" type="pres">
      <dgm:prSet presAssocID="{276E07E9-2A90-41FB-9C2A-1DC9A80C4260}" presName="Name50" presStyleLbl="parChTrans1D4" presStyleIdx="49" presStyleCnt="53"/>
      <dgm:spPr/>
      <dgm:t>
        <a:bodyPr/>
        <a:lstStyle/>
        <a:p>
          <a:endParaRPr lang="en-US"/>
        </a:p>
      </dgm:t>
    </dgm:pt>
    <dgm:pt modelId="{540B8AAF-CDED-4C7C-8002-6F05A496F95B}" type="pres">
      <dgm:prSet presAssocID="{C5220521-A2F5-420A-A3CA-4E21AE354ABA}" presName="hierRoot2" presStyleCnt="0">
        <dgm:presLayoutVars>
          <dgm:hierBranch val="init"/>
        </dgm:presLayoutVars>
      </dgm:prSet>
      <dgm:spPr/>
    </dgm:pt>
    <dgm:pt modelId="{01275B2B-F73B-431F-BA1B-7C32A5C009B1}" type="pres">
      <dgm:prSet presAssocID="{C5220521-A2F5-420A-A3CA-4E21AE354ABA}" presName="rootComposite" presStyleCnt="0"/>
      <dgm:spPr/>
    </dgm:pt>
    <dgm:pt modelId="{CF0CF5BB-1271-469E-B8BA-48A67DACA286}" type="pres">
      <dgm:prSet presAssocID="{C5220521-A2F5-420A-A3CA-4E21AE354ABA}" presName="rootText" presStyleLbl="node4" presStyleIdx="49" presStyleCnt="53" custScaleX="17627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7235A44-D56D-4C67-86ED-6538F2355836}" type="pres">
      <dgm:prSet presAssocID="{C5220521-A2F5-420A-A3CA-4E21AE354ABA}" presName="rootConnector" presStyleLbl="node4" presStyleIdx="49" presStyleCnt="53"/>
      <dgm:spPr/>
      <dgm:t>
        <a:bodyPr/>
        <a:lstStyle/>
        <a:p>
          <a:endParaRPr lang="en-US"/>
        </a:p>
      </dgm:t>
    </dgm:pt>
    <dgm:pt modelId="{6EE7E514-B3A0-4564-908F-E22502B8CE58}" type="pres">
      <dgm:prSet presAssocID="{C5220521-A2F5-420A-A3CA-4E21AE354ABA}" presName="hierChild4" presStyleCnt="0"/>
      <dgm:spPr/>
    </dgm:pt>
    <dgm:pt modelId="{1125134D-1729-45DE-ADB7-79C7A6E0ACB3}" type="pres">
      <dgm:prSet presAssocID="{C5220521-A2F5-420A-A3CA-4E21AE354ABA}" presName="hierChild5" presStyleCnt="0"/>
      <dgm:spPr/>
    </dgm:pt>
    <dgm:pt modelId="{230C7022-1FB6-445E-9A25-C3739674846E}" type="pres">
      <dgm:prSet presAssocID="{7F81B24A-7A89-490F-99F9-57870DFC9C8E}" presName="Name50" presStyleLbl="parChTrans1D4" presStyleIdx="50" presStyleCnt="53"/>
      <dgm:spPr/>
      <dgm:t>
        <a:bodyPr/>
        <a:lstStyle/>
        <a:p>
          <a:endParaRPr lang="en-US"/>
        </a:p>
      </dgm:t>
    </dgm:pt>
    <dgm:pt modelId="{9A953819-E9CC-4A1B-BA02-7A68DB774015}" type="pres">
      <dgm:prSet presAssocID="{3D5CCE54-DECC-441E-BE3D-87CD433DF42C}" presName="hierRoot2" presStyleCnt="0">
        <dgm:presLayoutVars>
          <dgm:hierBranch val="init"/>
        </dgm:presLayoutVars>
      </dgm:prSet>
      <dgm:spPr/>
    </dgm:pt>
    <dgm:pt modelId="{B7B015EC-2BC7-41C4-988B-CAE81C70DECF}" type="pres">
      <dgm:prSet presAssocID="{3D5CCE54-DECC-441E-BE3D-87CD433DF42C}" presName="rootComposite" presStyleCnt="0"/>
      <dgm:spPr/>
    </dgm:pt>
    <dgm:pt modelId="{57D94B1B-DDD8-4E37-806D-50D470F35BA4}" type="pres">
      <dgm:prSet presAssocID="{3D5CCE54-DECC-441E-BE3D-87CD433DF42C}" presName="rootText" presStyleLbl="node4" presStyleIdx="50" presStyleCnt="53" custScaleX="18026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7FE5998-68DE-4795-8488-9E82E5718EF0}" type="pres">
      <dgm:prSet presAssocID="{3D5CCE54-DECC-441E-BE3D-87CD433DF42C}" presName="rootConnector" presStyleLbl="node4" presStyleIdx="50" presStyleCnt="53"/>
      <dgm:spPr/>
      <dgm:t>
        <a:bodyPr/>
        <a:lstStyle/>
        <a:p>
          <a:endParaRPr lang="en-US"/>
        </a:p>
      </dgm:t>
    </dgm:pt>
    <dgm:pt modelId="{2013B120-ABEC-492B-BAE8-2E19EB084BE6}" type="pres">
      <dgm:prSet presAssocID="{3D5CCE54-DECC-441E-BE3D-87CD433DF42C}" presName="hierChild4" presStyleCnt="0"/>
      <dgm:spPr/>
    </dgm:pt>
    <dgm:pt modelId="{3D1BB64D-C518-4467-93FC-FD7AE1A41BA5}" type="pres">
      <dgm:prSet presAssocID="{3D5CCE54-DECC-441E-BE3D-87CD433DF42C}" presName="hierChild5" presStyleCnt="0"/>
      <dgm:spPr/>
    </dgm:pt>
    <dgm:pt modelId="{E366D50C-0D62-46D0-877C-56B41A752ECB}" type="pres">
      <dgm:prSet presAssocID="{174B56BB-2605-4734-8AD4-3AE0F7E710FD}" presName="hierChild5" presStyleCnt="0"/>
      <dgm:spPr/>
    </dgm:pt>
    <dgm:pt modelId="{D22A60A3-FF89-4575-8472-7DF8F56FB1CB}" type="pres">
      <dgm:prSet presAssocID="{F87F17F9-3F45-4691-8298-CE725E591C99}" presName="Name50" presStyleLbl="parChTrans1D3" presStyleIdx="17" presStyleCnt="18"/>
      <dgm:spPr/>
      <dgm:t>
        <a:bodyPr/>
        <a:lstStyle/>
        <a:p>
          <a:endParaRPr lang="en-US"/>
        </a:p>
      </dgm:t>
    </dgm:pt>
    <dgm:pt modelId="{8FBCFCC9-DF75-45F3-A64E-305F423D2F32}" type="pres">
      <dgm:prSet presAssocID="{04216307-56DB-45E9-9DBC-9D53D1379D4D}" presName="hierRoot2" presStyleCnt="0">
        <dgm:presLayoutVars>
          <dgm:hierBranch val="r"/>
        </dgm:presLayoutVars>
      </dgm:prSet>
      <dgm:spPr/>
    </dgm:pt>
    <dgm:pt modelId="{A1B3085E-3FB9-46DA-BA4B-2B229F15E631}" type="pres">
      <dgm:prSet presAssocID="{04216307-56DB-45E9-9DBC-9D53D1379D4D}" presName="rootComposite" presStyleCnt="0"/>
      <dgm:spPr/>
    </dgm:pt>
    <dgm:pt modelId="{08BE7DDD-1817-435C-B357-B4E86739AE6D}" type="pres">
      <dgm:prSet presAssocID="{04216307-56DB-45E9-9DBC-9D53D1379D4D}" presName="rootText" presStyleLbl="node3" presStyleIdx="17" presStyleCnt="18" custScaleX="17686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0B013EC-8DB9-41D1-99A9-E8290D8C15ED}" type="pres">
      <dgm:prSet presAssocID="{04216307-56DB-45E9-9DBC-9D53D1379D4D}" presName="rootConnector" presStyleLbl="node3" presStyleIdx="17" presStyleCnt="18"/>
      <dgm:spPr/>
      <dgm:t>
        <a:bodyPr/>
        <a:lstStyle/>
        <a:p>
          <a:endParaRPr lang="en-US"/>
        </a:p>
      </dgm:t>
    </dgm:pt>
    <dgm:pt modelId="{CB49EA55-A337-4CFD-9D76-686C3EB58F55}" type="pres">
      <dgm:prSet presAssocID="{04216307-56DB-45E9-9DBC-9D53D1379D4D}" presName="hierChild4" presStyleCnt="0"/>
      <dgm:spPr/>
    </dgm:pt>
    <dgm:pt modelId="{B4B2599A-68A5-4928-8C8F-B02F4D8C2DAF}" type="pres">
      <dgm:prSet presAssocID="{1F378F30-9C7F-4715-B41A-1B255F13F6B8}" presName="Name50" presStyleLbl="parChTrans1D4" presStyleIdx="51" presStyleCnt="53"/>
      <dgm:spPr/>
      <dgm:t>
        <a:bodyPr/>
        <a:lstStyle/>
        <a:p>
          <a:endParaRPr lang="en-US"/>
        </a:p>
      </dgm:t>
    </dgm:pt>
    <dgm:pt modelId="{5C3DC514-45F1-4FA9-9E78-2537EF1B5F11}" type="pres">
      <dgm:prSet presAssocID="{05528C33-3482-47F1-A862-88DD0442B480}" presName="hierRoot2" presStyleCnt="0">
        <dgm:presLayoutVars>
          <dgm:hierBranch val="r"/>
        </dgm:presLayoutVars>
      </dgm:prSet>
      <dgm:spPr/>
    </dgm:pt>
    <dgm:pt modelId="{9DDCDD91-7BDB-40BB-9142-6C74CF88163C}" type="pres">
      <dgm:prSet presAssocID="{05528C33-3482-47F1-A862-88DD0442B480}" presName="rootComposite" presStyleCnt="0"/>
      <dgm:spPr/>
    </dgm:pt>
    <dgm:pt modelId="{2F75092F-25AB-4F02-98E5-5CC33C3AA105}" type="pres">
      <dgm:prSet presAssocID="{05528C33-3482-47F1-A862-88DD0442B480}" presName="rootText" presStyleLbl="node4" presStyleIdx="51" presStyleCnt="53" custScaleX="15224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644B70B-5D15-4C3C-BDC0-3E16ED1B9558}" type="pres">
      <dgm:prSet presAssocID="{05528C33-3482-47F1-A862-88DD0442B480}" presName="rootConnector" presStyleLbl="node4" presStyleIdx="51" presStyleCnt="53"/>
      <dgm:spPr/>
      <dgm:t>
        <a:bodyPr/>
        <a:lstStyle/>
        <a:p>
          <a:endParaRPr lang="en-US"/>
        </a:p>
      </dgm:t>
    </dgm:pt>
    <dgm:pt modelId="{9F712D72-14DB-4A84-981E-5E4105C6D1AA}" type="pres">
      <dgm:prSet presAssocID="{05528C33-3482-47F1-A862-88DD0442B480}" presName="hierChild4" presStyleCnt="0"/>
      <dgm:spPr/>
    </dgm:pt>
    <dgm:pt modelId="{5914525E-7E42-4A08-81F7-0D8ADD49A463}" type="pres">
      <dgm:prSet presAssocID="{05528C33-3482-47F1-A862-88DD0442B480}" presName="hierChild5" presStyleCnt="0"/>
      <dgm:spPr/>
    </dgm:pt>
    <dgm:pt modelId="{F68254BD-1970-407C-9641-3520DB1F5DB5}" type="pres">
      <dgm:prSet presAssocID="{8538252F-4306-4E61-8712-EACFD51EAD8D}" presName="Name50" presStyleLbl="parChTrans1D4" presStyleIdx="52" presStyleCnt="53"/>
      <dgm:spPr/>
      <dgm:t>
        <a:bodyPr/>
        <a:lstStyle/>
        <a:p>
          <a:endParaRPr lang="en-US"/>
        </a:p>
      </dgm:t>
    </dgm:pt>
    <dgm:pt modelId="{054DF16C-AB0B-40D0-8FBE-77E4CDCF3162}" type="pres">
      <dgm:prSet presAssocID="{7D86BE87-35BB-4DE6-996B-6E3139D23B17}" presName="hierRoot2" presStyleCnt="0">
        <dgm:presLayoutVars>
          <dgm:hierBranch val="r"/>
        </dgm:presLayoutVars>
      </dgm:prSet>
      <dgm:spPr/>
    </dgm:pt>
    <dgm:pt modelId="{96EB62DF-DEB6-4463-A701-A2A720B2DCF0}" type="pres">
      <dgm:prSet presAssocID="{7D86BE87-35BB-4DE6-996B-6E3139D23B17}" presName="rootComposite" presStyleCnt="0"/>
      <dgm:spPr/>
    </dgm:pt>
    <dgm:pt modelId="{5FC471F6-B33D-4A9D-A2DE-67BBFA4152A3}" type="pres">
      <dgm:prSet presAssocID="{7D86BE87-35BB-4DE6-996B-6E3139D23B17}" presName="rootText" presStyleLbl="node4" presStyleIdx="52" presStyleCnt="53" custScaleX="17218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20DCD3B-6CAB-48EC-83F4-F3B317C68737}" type="pres">
      <dgm:prSet presAssocID="{7D86BE87-35BB-4DE6-996B-6E3139D23B17}" presName="rootConnector" presStyleLbl="node4" presStyleIdx="52" presStyleCnt="53"/>
      <dgm:spPr/>
      <dgm:t>
        <a:bodyPr/>
        <a:lstStyle/>
        <a:p>
          <a:endParaRPr lang="en-US"/>
        </a:p>
      </dgm:t>
    </dgm:pt>
    <dgm:pt modelId="{2ED7EEA7-37AF-487F-BF8C-755D7ABF21D0}" type="pres">
      <dgm:prSet presAssocID="{7D86BE87-35BB-4DE6-996B-6E3139D23B17}" presName="hierChild4" presStyleCnt="0"/>
      <dgm:spPr/>
    </dgm:pt>
    <dgm:pt modelId="{A207D671-778A-494E-B41B-04DEF053C099}" type="pres">
      <dgm:prSet presAssocID="{7D86BE87-35BB-4DE6-996B-6E3139D23B17}" presName="hierChild5" presStyleCnt="0"/>
      <dgm:spPr/>
    </dgm:pt>
    <dgm:pt modelId="{332376DC-0C85-4636-811B-D6AE72569568}" type="pres">
      <dgm:prSet presAssocID="{04216307-56DB-45E9-9DBC-9D53D1379D4D}" presName="hierChild5" presStyleCnt="0"/>
      <dgm:spPr/>
    </dgm:pt>
    <dgm:pt modelId="{FB7AAFF3-5257-434E-B73E-F8B1F19AA3E2}" type="pres">
      <dgm:prSet presAssocID="{F44A34CF-79FB-480E-8C4B-6A6F9F3B28C0}" presName="hierChild5" presStyleCnt="0"/>
      <dgm:spPr/>
    </dgm:pt>
    <dgm:pt modelId="{F0E7A83A-EBD0-4D5A-AEF9-8804BB016752}" type="pres">
      <dgm:prSet presAssocID="{B2929EAC-8DE9-4B7A-906E-40D0F9F826C3}" presName="hierChild3" presStyleCnt="0"/>
      <dgm:spPr/>
    </dgm:pt>
  </dgm:ptLst>
  <dgm:cxnLst>
    <dgm:cxn modelId="{B1B38EC7-9D1D-4706-BA2E-130F60526C4B}" type="presOf" srcId="{7829AD67-9E94-4F21-9D85-F94C1F3DD47B}" destId="{9690CCA9-DDE8-487C-8747-FC7957C75082}" srcOrd="0" destOrd="0" presId="urn:microsoft.com/office/officeart/2005/8/layout/orgChart1"/>
    <dgm:cxn modelId="{E30D89C5-CADF-4624-9E31-92F7EFC821B0}" type="presOf" srcId="{4CDBFB27-0375-4FC1-9200-16E2C3BA6704}" destId="{01C5C160-C560-4683-9FA7-930AF7F774CD}" srcOrd="0" destOrd="0" presId="urn:microsoft.com/office/officeart/2005/8/layout/orgChart1"/>
    <dgm:cxn modelId="{56ED5506-F758-4D88-AA4A-4EC6A86ED0EC}" type="presOf" srcId="{04216307-56DB-45E9-9DBC-9D53D1379D4D}" destId="{00B013EC-8DB9-41D1-99A9-E8290D8C15ED}" srcOrd="1" destOrd="0" presId="urn:microsoft.com/office/officeart/2005/8/layout/orgChart1"/>
    <dgm:cxn modelId="{10CE3976-CEAA-446F-8EA5-4EB22CABED7E}" type="presOf" srcId="{B23444D8-4877-4B2A-942E-CE3F3BA66D87}" destId="{0D5C6722-B564-42D1-AAA4-2AB6BBAE6198}" srcOrd="0" destOrd="0" presId="urn:microsoft.com/office/officeart/2005/8/layout/orgChart1"/>
    <dgm:cxn modelId="{210EAA90-2A7D-473C-9208-8B1C15D47447}" type="presOf" srcId="{FEE641D1-E00A-49A3-9E26-AD6109049734}" destId="{A2911A35-7BF1-4C35-A666-3A2C0611F2A8}" srcOrd="0" destOrd="0" presId="urn:microsoft.com/office/officeart/2005/8/layout/orgChart1"/>
    <dgm:cxn modelId="{F96A60FD-60E1-44B5-9388-41BEC04C35C4}" srcId="{78D98E0E-2B19-4201-A587-B74E3B63C902}" destId="{DDC71503-6983-4E6C-A4DD-6A0654B40D72}" srcOrd="2" destOrd="0" parTransId="{7B8739B2-C80C-4E8C-ABC9-CEDC41B98FC2}" sibTransId="{067D66CB-D0E2-4452-AB33-E3CB4ADDFCBD}"/>
    <dgm:cxn modelId="{8D859190-2D67-42B2-8548-B2125D57572A}" type="presOf" srcId="{A403D237-29B3-432B-9966-461C3A4DAF55}" destId="{9E999435-EB0A-4441-BF7D-BA5BF589B343}" srcOrd="0" destOrd="0" presId="urn:microsoft.com/office/officeart/2005/8/layout/orgChart1"/>
    <dgm:cxn modelId="{5F72DF3E-178B-4391-A062-730202010009}" type="presOf" srcId="{46C6E020-3B22-4A44-80EE-ED9D082E6EEF}" destId="{2015E55C-E167-44EA-8807-B5457211AF59}" srcOrd="0" destOrd="0" presId="urn:microsoft.com/office/officeart/2005/8/layout/orgChart1"/>
    <dgm:cxn modelId="{55C97D2E-0902-4E22-BEB4-30C6EF12A597}" srcId="{069676CE-B74A-43D1-A40F-D158602AB497}" destId="{AA55C651-6563-4C43-90C4-1B8F71B93842}" srcOrd="1" destOrd="0" parTransId="{CBE2800D-58A4-47D0-82AF-9C43067044C5}" sibTransId="{EB2F99D4-D6B6-4478-BA37-6F7E05368F64}"/>
    <dgm:cxn modelId="{728CFE4E-34E5-44F6-9823-49A40E22C54C}" srcId="{4A3F33F6-06AC-4C0E-AEE4-A25AD7156BE2}" destId="{238AF1CB-E221-47E2-9CB1-756D3B91562C}" srcOrd="0" destOrd="0" parTransId="{1565AE8D-BB66-468D-BB50-5D5ECB414BC7}" sibTransId="{D04D86A0-9554-4135-A48B-7CEA09D30929}"/>
    <dgm:cxn modelId="{5099B86C-EDFE-4EC5-9ED3-2FB778C88B01}" type="presOf" srcId="{4A45E9B9-CBB5-4547-821A-EA5B2C0B6A6D}" destId="{919F6F66-25AA-4B15-95D3-6E0C21383043}" srcOrd="0" destOrd="0" presId="urn:microsoft.com/office/officeart/2005/8/layout/orgChart1"/>
    <dgm:cxn modelId="{81F163E6-61B7-4011-89C2-C546632C7BBA}" type="presOf" srcId="{2C21BEA9-D215-4614-9A21-EB32EF9FD417}" destId="{540AB7BF-5390-495D-BE43-F137A7822EB5}" srcOrd="1" destOrd="0" presId="urn:microsoft.com/office/officeart/2005/8/layout/orgChart1"/>
    <dgm:cxn modelId="{852EE0FD-C3D7-4707-B64F-F69E6E8FE9D6}" srcId="{6CBF03C6-78E2-4011-A34C-1B7DF4F0546F}" destId="{80524780-4C38-480E-82E4-01D55777AC98}" srcOrd="0" destOrd="0" parTransId="{8948A364-BBAA-488F-9BF6-339EA703A693}" sibTransId="{AC6CEA79-2627-45BD-AA56-BFC7149C7129}"/>
    <dgm:cxn modelId="{0DD065E5-BC06-4251-9020-4C086EBE4A6B}" type="presOf" srcId="{BF245360-E70F-4503-A75C-449E9C4363F5}" destId="{D30F6C37-0180-47BE-9C3E-DF4E76021041}" srcOrd="1" destOrd="0" presId="urn:microsoft.com/office/officeart/2005/8/layout/orgChart1"/>
    <dgm:cxn modelId="{F23E407D-CCA9-4127-AF83-E069E586B40B}" type="presOf" srcId="{05528C33-3482-47F1-A862-88DD0442B480}" destId="{B644B70B-5D15-4C3C-BDC0-3E16ED1B9558}" srcOrd="1" destOrd="0" presId="urn:microsoft.com/office/officeart/2005/8/layout/orgChart1"/>
    <dgm:cxn modelId="{CCBD9562-555C-4C98-9218-E0A7FF5EEE5D}" type="presOf" srcId="{26F9DCCC-EF55-4AC9-A43A-4E13DB6F8E3A}" destId="{4BFC6B0C-555A-407F-932C-CCB0235204F9}" srcOrd="0" destOrd="0" presId="urn:microsoft.com/office/officeart/2005/8/layout/orgChart1"/>
    <dgm:cxn modelId="{3A6A280A-BE36-436E-AF61-E73E11197155}" srcId="{F44A34CF-79FB-480E-8C4B-6A6F9F3B28C0}" destId="{04216307-56DB-45E9-9DBC-9D53D1379D4D}" srcOrd="1" destOrd="0" parTransId="{F87F17F9-3F45-4691-8298-CE725E591C99}" sibTransId="{47C7A272-E0AA-41A5-9E73-4663C444A8EE}"/>
    <dgm:cxn modelId="{32DD6532-22B7-4038-9E25-D7D152BB6F4D}" type="presOf" srcId="{D381C1E2-1D27-425B-ABD6-E0D91B62A718}" destId="{F7E20B5C-B0D6-41AD-B2C8-0AE7FE4962AE}" srcOrd="1" destOrd="0" presId="urn:microsoft.com/office/officeart/2005/8/layout/orgChart1"/>
    <dgm:cxn modelId="{A5622E46-1D50-4351-BC19-019CE6C0E07A}" srcId="{7B9C90C0-F27F-4F49-872C-9DC4E6619F1D}" destId="{E936E952-6141-4821-9BF8-D39DF6B2931D}" srcOrd="0" destOrd="0" parTransId="{D6CA6909-3BDB-4D1E-BECB-302CA17B0621}" sibTransId="{CBF0686A-B91B-4A51-B879-74ED7AE62105}"/>
    <dgm:cxn modelId="{CD2245A1-7E40-4F84-A52C-C58C6ED8CD3A}" type="presOf" srcId="{73A1F2C3-1448-4163-88F2-F156A5C3E408}" destId="{27C7EB70-5474-48EA-89D4-862C2E1A1C41}" srcOrd="0" destOrd="0" presId="urn:microsoft.com/office/officeart/2005/8/layout/orgChart1"/>
    <dgm:cxn modelId="{2138B9CA-CC53-433B-A3D4-E890706BC34F}" srcId="{AA55C651-6563-4C43-90C4-1B8F71B93842}" destId="{3B330B5F-31C1-4E95-8CE7-A4AC7448860C}" srcOrd="0" destOrd="0" parTransId="{26F9DCCC-EF55-4AC9-A43A-4E13DB6F8E3A}" sibTransId="{A6DA4596-58D5-437F-AB80-F4B711A6D436}"/>
    <dgm:cxn modelId="{7B51BA53-F9B5-4F3D-AFFB-45F9D60D1E6E}" type="presOf" srcId="{069676CE-B74A-43D1-A40F-D158602AB497}" destId="{2B6D51E6-0180-4414-9941-7CA1538BEA99}" srcOrd="0" destOrd="0" presId="urn:microsoft.com/office/officeart/2005/8/layout/orgChart1"/>
    <dgm:cxn modelId="{4BCCF7C8-6DF8-424A-99CC-739521B0EFE1}" type="presOf" srcId="{7B8739B2-C80C-4E8C-ABC9-CEDC41B98FC2}" destId="{EAE9C8CC-D58B-4E6A-9FB9-32D76D78A03D}" srcOrd="0" destOrd="0" presId="urn:microsoft.com/office/officeart/2005/8/layout/orgChart1"/>
    <dgm:cxn modelId="{6AF024DD-F259-4AEB-A0F7-B9B57469C46E}" type="presOf" srcId="{B8533B69-05DC-45EF-82FE-F1A91BB1D025}" destId="{94B8BCBC-CD03-43BC-90C6-BE7FD00C195E}" srcOrd="1" destOrd="0" presId="urn:microsoft.com/office/officeart/2005/8/layout/orgChart1"/>
    <dgm:cxn modelId="{BE834BE0-0F74-4F4C-A2F9-6993A665232A}" srcId="{D0F4C588-FEB0-4711-9295-8330A9C480B2}" destId="{F07EA0A6-0807-4ADE-94DE-A1729F1A0E53}" srcOrd="0" destOrd="0" parTransId="{1C5BAAD8-2453-4FEF-B522-98C30376ADEA}" sibTransId="{7F67B60C-FAD6-4576-B7E2-DBDC38C560B9}"/>
    <dgm:cxn modelId="{5DF21C19-3985-4557-96D2-28226C6F7822}" type="presOf" srcId="{BDAB2EE8-7999-4EEC-8228-C642AF0FBC76}" destId="{5381CD1C-E1C2-492C-929A-7B8F90A22893}" srcOrd="0" destOrd="0" presId="urn:microsoft.com/office/officeart/2005/8/layout/orgChart1"/>
    <dgm:cxn modelId="{FECB7AA6-1D4B-4D2E-A76E-A640DC8A213B}" type="presOf" srcId="{5EB3B9ED-0A7F-4930-8C58-9BF8C6AEC0D6}" destId="{4C91FDB6-2C42-49D9-BA93-475B4CE954F4}" srcOrd="1" destOrd="0" presId="urn:microsoft.com/office/officeart/2005/8/layout/orgChart1"/>
    <dgm:cxn modelId="{9959E456-F2B3-40BC-91B3-F37E9131F555}" type="presOf" srcId="{8A7A0798-BD39-4EEF-A8DD-EFF62620006A}" destId="{B1CD9DAD-28F4-46E9-8C85-CEC93625F41C}" srcOrd="0" destOrd="0" presId="urn:microsoft.com/office/officeart/2005/8/layout/orgChart1"/>
    <dgm:cxn modelId="{C86022EA-9573-4788-AFFF-F715BFF6B974}" srcId="{31BB7C06-AE54-4B47-80B2-DC2DC1715586}" destId="{569CA4B5-99C0-4993-B1BB-463919492D27}" srcOrd="2" destOrd="0" parTransId="{BDAB2EE8-7999-4EEC-8228-C642AF0FBC76}" sibTransId="{1FF6AB28-4B5D-4225-8132-F7B194FA394F}"/>
    <dgm:cxn modelId="{C15A9BD7-35EF-4E9F-8C51-8239D78A10BA}" type="presOf" srcId="{DED4C3A8-AE35-4D28-9EBA-AD2A0D4E6263}" destId="{1E7A8CB4-90B3-4891-A6D5-D9CCCC3118EB}" srcOrd="0" destOrd="0" presId="urn:microsoft.com/office/officeart/2005/8/layout/orgChart1"/>
    <dgm:cxn modelId="{FDD71111-E831-437D-B818-5A65CD042B07}" type="presOf" srcId="{3FD5C3A5-7E4D-425E-A3BD-A2577FA82DF0}" destId="{66560FBE-EE1C-4011-87A4-BED0CE06D26C}" srcOrd="0" destOrd="0" presId="urn:microsoft.com/office/officeart/2005/8/layout/orgChart1"/>
    <dgm:cxn modelId="{23A58D70-5BDA-49D7-B358-B5EAA75460F4}" type="presOf" srcId="{4746F7E2-BED9-4FA9-95CD-E452A8096535}" destId="{4A95E740-8A99-4690-8701-221AF6163A4B}" srcOrd="0" destOrd="0" presId="urn:microsoft.com/office/officeart/2005/8/layout/orgChart1"/>
    <dgm:cxn modelId="{CB84B466-B94B-440C-AA12-D84D3B978FCA}" srcId="{4746F7E2-BED9-4FA9-95CD-E452A8096535}" destId="{7021443D-F151-4888-A026-C5ECD823DBFD}" srcOrd="1" destOrd="0" parTransId="{DBE4F237-2BFC-4945-ABC4-5A841299A321}" sibTransId="{0AFB7B89-5A9B-4182-A70F-DE678D6ED296}"/>
    <dgm:cxn modelId="{B8A7F2E4-C758-42A9-93AB-6387D7859FF3}" type="presOf" srcId="{ACFC9FFF-4E1E-4BDF-AB8A-56427BE74DCE}" destId="{9B80D8A5-08CC-42C2-9D66-E341B2285FD0}" srcOrd="0" destOrd="0" presId="urn:microsoft.com/office/officeart/2005/8/layout/orgChart1"/>
    <dgm:cxn modelId="{81429480-D418-4201-BAB6-DC9CCCC5C72F}" type="presOf" srcId="{D7DF4688-E163-4CDC-A617-3675861EA87A}" destId="{F7892810-83B9-4939-8B33-672DD16CEA08}" srcOrd="1" destOrd="0" presId="urn:microsoft.com/office/officeart/2005/8/layout/orgChart1"/>
    <dgm:cxn modelId="{CA38DF58-0D3C-4D7F-931F-67CA5426065A}" type="presOf" srcId="{6B387347-AC9A-435C-85CA-5E3444E491B1}" destId="{BFF7F3AF-A897-42A6-8AFF-561ED0C52DA4}" srcOrd="0" destOrd="0" presId="urn:microsoft.com/office/officeart/2005/8/layout/orgChart1"/>
    <dgm:cxn modelId="{462DE14F-F5CA-4F4B-8611-E75F66374E9E}" type="presOf" srcId="{C93D84F0-F771-4950-A491-4A324AC87C81}" destId="{C01600E5-444A-4509-BB71-BE549E7198A4}" srcOrd="0" destOrd="0" presId="urn:microsoft.com/office/officeart/2005/8/layout/orgChart1"/>
    <dgm:cxn modelId="{E9B3B944-6367-4DE2-B87F-07646258AAFC}" type="presOf" srcId="{231A87A2-B4E1-48A2-BD46-A85831118F52}" destId="{FCB6DCFA-26D7-4A99-8CAD-83DE802014B9}" srcOrd="1" destOrd="0" presId="urn:microsoft.com/office/officeart/2005/8/layout/orgChart1"/>
    <dgm:cxn modelId="{4D3D584E-A907-4682-888E-80092EDC1DD9}" srcId="{CA80E9DB-8085-4754-84F3-841E44726D3D}" destId="{F07D97B5-437C-45BF-BCD9-40866BC209FE}" srcOrd="0" destOrd="0" parTransId="{BD405836-0A46-433E-808F-76524F616875}" sibTransId="{F49957E3-EEA4-4872-B85B-86557AD0B4BA}"/>
    <dgm:cxn modelId="{B844E7CB-4517-4E94-A3BE-4BE1F39C13DE}" type="presOf" srcId="{4746F7E2-BED9-4FA9-95CD-E452A8096535}" destId="{E0280722-05E4-4440-9EB4-22730CF99A88}" srcOrd="1" destOrd="0" presId="urn:microsoft.com/office/officeart/2005/8/layout/orgChart1"/>
    <dgm:cxn modelId="{C0F92392-28C6-4806-B8F5-6EFC0FE02B5C}" type="presOf" srcId="{77F6FA16-62D1-4EB2-A4CA-D6F34A6F593E}" destId="{96790C3C-0947-4CD5-8159-984979999F07}" srcOrd="1" destOrd="0" presId="urn:microsoft.com/office/officeart/2005/8/layout/orgChart1"/>
    <dgm:cxn modelId="{DC3490C8-E0A5-4ED9-AF29-24A563D7E28D}" type="presOf" srcId="{CF6BE040-4E90-46AD-9C0E-DF4404FCFC0D}" destId="{AF34FCB8-9293-4399-8AC4-4522969E62DD}" srcOrd="0" destOrd="0" presId="urn:microsoft.com/office/officeart/2005/8/layout/orgChart1"/>
    <dgm:cxn modelId="{29D89A9E-E4DF-42D7-AF60-9BBE1D05B842}" srcId="{B2929EAC-8DE9-4B7A-906E-40D0F9F826C3}" destId="{9D369B91-5D86-4908-9D18-30D18713E15D}" srcOrd="3" destOrd="0" parTransId="{8A9621D7-1917-4A33-BA86-E5FEDB1D7309}" sibTransId="{B0FABB18-C0AA-4E3B-B24B-751C5FAF4C0D}"/>
    <dgm:cxn modelId="{36D780C8-AC41-446F-A7EF-E6A6E7E82E89}" type="presOf" srcId="{5B24CCA6-6C6F-4137-9727-5434ACD16B44}" destId="{48297262-F2C6-4A92-AE1D-148ECFC2026F}" srcOrd="1" destOrd="0" presId="urn:microsoft.com/office/officeart/2005/8/layout/orgChart1"/>
    <dgm:cxn modelId="{41F53074-CEEB-439F-9C7B-6DA0D5043F94}" type="presOf" srcId="{5C3E0FBF-B5BE-4A57-801D-BE418F397A52}" destId="{7A338C1C-CFFB-4C01-8278-C1D4CBD7F44B}" srcOrd="1" destOrd="0" presId="urn:microsoft.com/office/officeart/2005/8/layout/orgChart1"/>
    <dgm:cxn modelId="{E24F51F6-8006-4096-823C-E28A5792EBAB}" type="presOf" srcId="{4F3B58B0-CE6A-4FAE-B26C-275E119E5929}" destId="{DC7FF930-2CFF-4BDF-8E6A-AFC64917E188}" srcOrd="0" destOrd="0" presId="urn:microsoft.com/office/officeart/2005/8/layout/orgChart1"/>
    <dgm:cxn modelId="{494865FD-D67E-4512-AFBD-829DBC97D795}" type="presOf" srcId="{78D98E0E-2B19-4201-A587-B74E3B63C902}" destId="{66DF16ED-FDB1-44D8-ACAB-8BE29AD1E71D}" srcOrd="1" destOrd="0" presId="urn:microsoft.com/office/officeart/2005/8/layout/orgChart1"/>
    <dgm:cxn modelId="{63C877FC-CC5C-4CD7-93A8-AD8B6EEADA18}" type="presOf" srcId="{385A27B8-4ADA-45B0-B8E8-32244AE08812}" destId="{8B0074D2-939B-4721-85F1-D9905EB26404}" srcOrd="0" destOrd="0" presId="urn:microsoft.com/office/officeart/2005/8/layout/orgChart1"/>
    <dgm:cxn modelId="{B7E5ACE9-43C9-4AEE-AB06-7371D610A184}" type="presOf" srcId="{BD405836-0A46-433E-808F-76524F616875}" destId="{94A9652C-B6F2-4433-97CA-B10EAB8A7F19}" srcOrd="0" destOrd="0" presId="urn:microsoft.com/office/officeart/2005/8/layout/orgChart1"/>
    <dgm:cxn modelId="{FFF8327C-1BD6-46A8-8865-43BFDF4D666B}" type="presOf" srcId="{4B22474E-4226-4139-9CE8-38ABDE1407DF}" destId="{6B1C80EE-2923-4BA8-8244-742864EBF38F}" srcOrd="0" destOrd="0" presId="urn:microsoft.com/office/officeart/2005/8/layout/orgChart1"/>
    <dgm:cxn modelId="{F52D23B7-A604-4968-9480-C3B262F54396}" type="presOf" srcId="{5F38E0A1-5758-4A11-AB38-617DA4AF184A}" destId="{4580ECFD-9A89-46E0-826F-9DFE4A246BB3}" srcOrd="0" destOrd="0" presId="urn:microsoft.com/office/officeart/2005/8/layout/orgChart1"/>
    <dgm:cxn modelId="{75AD777C-3DA6-4A74-B1B9-1211ECD4FF58}" srcId="{04216307-56DB-45E9-9DBC-9D53D1379D4D}" destId="{05528C33-3482-47F1-A862-88DD0442B480}" srcOrd="0" destOrd="0" parTransId="{1F378F30-9C7F-4715-B41A-1B255F13F6B8}" sibTransId="{DE85DC8C-E466-4B92-9A2C-6F1C73D94668}"/>
    <dgm:cxn modelId="{718167EE-006D-42DD-A406-F8ED434D6BD1}" type="presOf" srcId="{D9E308FB-B45E-4216-A4D5-894F5336DAD4}" destId="{AF2298B7-1F93-4B3E-B11B-E112D4B23826}" srcOrd="0" destOrd="0" presId="urn:microsoft.com/office/officeart/2005/8/layout/orgChart1"/>
    <dgm:cxn modelId="{EBF614C9-D410-4796-B4AC-4861B10ACC51}" type="presOf" srcId="{C0CDD9D0-C244-4041-843A-C567C974B7BB}" destId="{A7C3CBAB-74D4-43F6-82AB-B165F5DB3125}" srcOrd="1" destOrd="0" presId="urn:microsoft.com/office/officeart/2005/8/layout/orgChart1"/>
    <dgm:cxn modelId="{8B406BD4-048D-4B72-8BE8-4A35EFFD806F}" type="presOf" srcId="{7A40F6CA-BA8C-4804-9091-201BBB0C879C}" destId="{33BE93B0-53B8-4736-9B2F-AC6E4B9F49F2}" srcOrd="0" destOrd="0" presId="urn:microsoft.com/office/officeart/2005/8/layout/orgChart1"/>
    <dgm:cxn modelId="{3CAF1850-9CBA-4C03-97D8-9D44C3742E16}" type="presOf" srcId="{EEDA4850-3D91-4FD8-BE72-89FD56ACA1BB}" destId="{98C5EE57-C5AE-41FB-9294-64B84B953239}" srcOrd="1" destOrd="0" presId="urn:microsoft.com/office/officeart/2005/8/layout/orgChart1"/>
    <dgm:cxn modelId="{7BA6A774-C8CB-4C5B-8BCD-F45685B70131}" srcId="{F07D97B5-437C-45BF-BCD9-40866BC209FE}" destId="{102C8CB4-14E8-4614-9F6D-EA368684EB87}" srcOrd="1" destOrd="0" parTransId="{C8D70983-D0BB-460F-81B1-5D1E2F562CFE}" sibTransId="{5673B8AC-CEEB-437A-9B3F-924E5C687F3C}"/>
    <dgm:cxn modelId="{08DAD995-FC11-41D3-B439-BC0DC2518785}" type="presOf" srcId="{183665B4-E2FB-43EA-AE9D-1C08D453929B}" destId="{12FD58E8-FA50-4E91-8A1D-074DC187B8A0}" srcOrd="0" destOrd="0" presId="urn:microsoft.com/office/officeart/2005/8/layout/orgChart1"/>
    <dgm:cxn modelId="{A6467DED-9D9A-4BB0-9166-0B40A39ED542}" type="presOf" srcId="{B8533B69-05DC-45EF-82FE-F1A91BB1D025}" destId="{1442BBFC-1969-4C4B-94F6-8A8AB14B8444}" srcOrd="0" destOrd="0" presId="urn:microsoft.com/office/officeart/2005/8/layout/orgChart1"/>
    <dgm:cxn modelId="{F5D4E0B3-B668-4F80-8688-98FFB21D3927}" type="presOf" srcId="{C8704DBD-8EE5-4CA7-B5C5-6C61EBAF4246}" destId="{3881A4E9-D69C-44ED-B417-F81EFB45E193}" srcOrd="1" destOrd="0" presId="urn:microsoft.com/office/officeart/2005/8/layout/orgChart1"/>
    <dgm:cxn modelId="{C091A18F-92EA-414E-9DD6-763414285AC5}" type="presOf" srcId="{6CBF03C6-78E2-4011-A34C-1B7DF4F0546F}" destId="{12FF3FB4-9684-44AB-A702-A5144ED509E1}" srcOrd="0" destOrd="0" presId="urn:microsoft.com/office/officeart/2005/8/layout/orgChart1"/>
    <dgm:cxn modelId="{CA10052B-8BBF-4B04-B971-E1D1C7FDBDDE}" type="presOf" srcId="{27EBC27F-7618-4DD1-982F-29B910C4DD63}" destId="{824F9FC8-1174-42E9-9758-8403CC6729D0}" srcOrd="1" destOrd="0" presId="urn:microsoft.com/office/officeart/2005/8/layout/orgChart1"/>
    <dgm:cxn modelId="{9B9EA902-F66E-4F85-A4CA-C07F15BEF4A2}" type="presOf" srcId="{7F81B24A-7A89-490F-99F9-57870DFC9C8E}" destId="{230C7022-1FB6-445E-9A25-C3739674846E}" srcOrd="0" destOrd="0" presId="urn:microsoft.com/office/officeart/2005/8/layout/orgChart1"/>
    <dgm:cxn modelId="{A9447D2A-74A1-47CC-8845-2CA11A8042EF}" type="presOf" srcId="{2520BE00-CDC2-4A01-86CC-5F4B249C70E3}" destId="{68C08578-BB4F-40AD-B8CC-7D6749FD1827}" srcOrd="1" destOrd="0" presId="urn:microsoft.com/office/officeart/2005/8/layout/orgChart1"/>
    <dgm:cxn modelId="{0D10AD8B-58AD-4F70-B7C7-1173A215301A}" type="presOf" srcId="{DDC71503-6983-4E6C-A4DD-6A0654B40D72}" destId="{09A3968A-7848-446F-A1CD-AA9EFE9FE725}" srcOrd="1" destOrd="0" presId="urn:microsoft.com/office/officeart/2005/8/layout/orgChart1"/>
    <dgm:cxn modelId="{F37746A1-CACA-4E65-ADF1-3727349D11C1}" srcId="{260CA0D4-82C8-4921-BFD6-5683420ACBCD}" destId="{54664CB6-C676-4AD6-A207-F933C3DD998C}" srcOrd="0" destOrd="0" parTransId="{6F8D08DC-0B43-4616-92D5-431F53B9AAD2}" sibTransId="{BFD799C6-2EC7-436B-B316-D165EAB80071}"/>
    <dgm:cxn modelId="{C6D7906A-ACF8-4F52-A47F-B5E76BFBC057}" srcId="{5C3E0FBF-B5BE-4A57-801D-BE418F397A52}" destId="{8CA95CC8-A7DE-4757-80B1-F420D4E8D16B}" srcOrd="2" destOrd="0" parTransId="{E3A01405-3D7F-4403-A221-1976452C89C2}" sibTransId="{F22208BE-FEB6-4E97-A2E4-FBDA3D61F392}"/>
    <dgm:cxn modelId="{751ED94C-1152-401E-8F75-CCDDDBA68A89}" type="presOf" srcId="{7E6D48AF-37AF-4DCE-A275-FECE8BF7E5A1}" destId="{FBE93259-A80D-4155-AD09-5139C486AE97}" srcOrd="0" destOrd="0" presId="urn:microsoft.com/office/officeart/2005/8/layout/orgChart1"/>
    <dgm:cxn modelId="{A6FE01E2-8E2B-4EB8-A306-9B9BA72D34DC}" srcId="{183665B4-E2FB-43EA-AE9D-1C08D453929B}" destId="{B2929EAC-8DE9-4B7A-906E-40D0F9F826C3}" srcOrd="0" destOrd="0" parTransId="{F879B916-353B-4DE8-989C-491B346C7D77}" sibTransId="{5439EFBE-0C95-4159-82D9-7FEF274E60F2}"/>
    <dgm:cxn modelId="{983EFB24-0975-446B-A66C-1889E719FD27}" type="presOf" srcId="{8CA95CC8-A7DE-4757-80B1-F420D4E8D16B}" destId="{8D51FDC8-A727-40CC-8E3A-ACBBADC2BA95}" srcOrd="1" destOrd="0" presId="urn:microsoft.com/office/officeart/2005/8/layout/orgChart1"/>
    <dgm:cxn modelId="{4F7B7AAD-7315-4FE5-B4E0-35B77AB87746}" srcId="{B2929EAC-8DE9-4B7A-906E-40D0F9F826C3}" destId="{2520BE00-CDC2-4A01-86CC-5F4B249C70E3}" srcOrd="2" destOrd="0" parTransId="{744F96BD-B6EF-42CE-8C2B-AB4099E2CFB0}" sibTransId="{3DEBB9D7-6E83-4DC3-B69D-55EAF76FC736}"/>
    <dgm:cxn modelId="{8B71502F-4040-42F3-BDC9-C7ED4B7E73CE}" type="presOf" srcId="{F07D97B5-437C-45BF-BCD9-40866BC209FE}" destId="{46578E1D-F9EC-4512-92B8-A020550ECB06}" srcOrd="1" destOrd="0" presId="urn:microsoft.com/office/officeart/2005/8/layout/orgChart1"/>
    <dgm:cxn modelId="{DA05A50E-922D-42EE-9A90-885D9E9E617A}" srcId="{AEEA4AF6-7AB3-4E4C-95CE-1821C5BDCA5F}" destId="{5EB3B9ED-0A7F-4930-8C58-9BF8C6AEC0D6}" srcOrd="0" destOrd="0" parTransId="{4A45E9B9-CBB5-4547-821A-EA5B2C0B6A6D}" sibTransId="{126FCE06-0990-480A-B673-3B1D1F0353FC}"/>
    <dgm:cxn modelId="{B75B190C-1AC4-446D-B543-34D29E3E7BFA}" type="presOf" srcId="{27EBC27F-7618-4DD1-982F-29B910C4DD63}" destId="{B4BBCFC8-2CCD-4089-9621-14B4733B353B}" srcOrd="0" destOrd="0" presId="urn:microsoft.com/office/officeart/2005/8/layout/orgChart1"/>
    <dgm:cxn modelId="{F5F0EADA-1F23-40EF-BF49-0CE60F2A637D}" type="presOf" srcId="{CBE2800D-58A4-47D0-82AF-9C43067044C5}" destId="{6DBE7034-F2E7-4074-8B37-88A77706F1A4}" srcOrd="0" destOrd="0" presId="urn:microsoft.com/office/officeart/2005/8/layout/orgChart1"/>
    <dgm:cxn modelId="{310667D9-1BEC-4F24-8774-186FFDA647B1}" type="presOf" srcId="{744F96BD-B6EF-42CE-8C2B-AB4099E2CFB0}" destId="{8E63CE34-471F-4397-9D4C-2D10997B3190}" srcOrd="0" destOrd="0" presId="urn:microsoft.com/office/officeart/2005/8/layout/orgChart1"/>
    <dgm:cxn modelId="{1EBFAB0E-E0BB-4652-9C51-BA7455895B0B}" type="presOf" srcId="{997E49FB-401A-4C5F-BE64-01519609A613}" destId="{A92C4143-4887-45BB-87EB-BA5A4217FB93}" srcOrd="1" destOrd="0" presId="urn:microsoft.com/office/officeart/2005/8/layout/orgChart1"/>
    <dgm:cxn modelId="{AB85C887-B820-4243-912E-A062A7CFE145}" srcId="{7B9C90C0-F27F-4F49-872C-9DC4E6619F1D}" destId="{4E71E8CC-3512-4E27-B809-6113A0CC2D7F}" srcOrd="1" destOrd="0" parTransId="{690508D8-2689-4B73-9038-9910AC6B6CEA}" sibTransId="{260FFF5A-A10D-40CF-80AB-3D70A9041B4A}"/>
    <dgm:cxn modelId="{C5E08053-3ADC-4115-BDD1-E1C5C71F7E19}" type="presOf" srcId="{ED90B2C5-CD5D-4819-97E5-65DA174D85E8}" destId="{6C3181FB-DA05-438D-B413-F99BF10DB2AC}" srcOrd="0" destOrd="0" presId="urn:microsoft.com/office/officeart/2005/8/layout/orgChart1"/>
    <dgm:cxn modelId="{90BEF317-151F-496D-83D5-3097C8D10728}" type="presOf" srcId="{C5220521-A2F5-420A-A3CA-4E21AE354ABA}" destId="{CF0CF5BB-1271-469E-B8BA-48A67DACA286}" srcOrd="0" destOrd="0" presId="urn:microsoft.com/office/officeart/2005/8/layout/orgChart1"/>
    <dgm:cxn modelId="{1CDCF3F1-F403-42C5-89AC-D770C16D0616}" type="presOf" srcId="{A403D237-29B3-432B-9966-461C3A4DAF55}" destId="{0A1005C8-B3AE-4BE4-AFCB-4B9E29912164}" srcOrd="1" destOrd="0" presId="urn:microsoft.com/office/officeart/2005/8/layout/orgChart1"/>
    <dgm:cxn modelId="{55046955-02B6-4E6A-955A-128B88B71264}" srcId="{9D369B91-5D86-4908-9D18-30D18713E15D}" destId="{5C3E0FBF-B5BE-4A57-801D-BE418F397A52}" srcOrd="2" destOrd="0" parTransId="{CAB7E457-18DF-4CE7-92D9-3FE733F5F3F9}" sibTransId="{735B811B-CD7D-4DB3-B6CD-168E01D9C395}"/>
    <dgm:cxn modelId="{34877F3C-A93C-4455-A1A3-E9EF6257DBD1}" type="presOf" srcId="{3B330B5F-31C1-4E95-8CE7-A4AC7448860C}" destId="{6C70545D-21D0-431B-8227-1A9B3BE96E45}" srcOrd="1" destOrd="0" presId="urn:microsoft.com/office/officeart/2005/8/layout/orgChart1"/>
    <dgm:cxn modelId="{1F9751AA-7CED-4853-94A1-C60FA16A7326}" type="presOf" srcId="{174B56BB-2605-4734-8AD4-3AE0F7E710FD}" destId="{EE73B2FB-D148-4E9B-B062-B9887711741A}" srcOrd="1" destOrd="0" presId="urn:microsoft.com/office/officeart/2005/8/layout/orgChart1"/>
    <dgm:cxn modelId="{91C922CE-D57B-4C7E-BCCD-8A8C8FB39E28}" type="presOf" srcId="{7B9C90C0-F27F-4F49-872C-9DC4E6619F1D}" destId="{7FEE962F-AE84-4C37-9ADA-29EE8F2BA0FB}" srcOrd="0" destOrd="0" presId="urn:microsoft.com/office/officeart/2005/8/layout/orgChart1"/>
    <dgm:cxn modelId="{84C16438-E9F7-49C5-B933-5D477556C8A1}" type="presOf" srcId="{9462B842-BAA7-4E4B-8E8A-F311369A7A0E}" destId="{8FE1C876-5581-40F9-B88F-5DB3AE401E3C}" srcOrd="0" destOrd="0" presId="urn:microsoft.com/office/officeart/2005/8/layout/orgChart1"/>
    <dgm:cxn modelId="{4D181BBE-FD75-44AB-9653-82F963B8C8CE}" type="presOf" srcId="{984785CD-64BD-4711-9CE5-C6F1A4C1D5EC}" destId="{B60B02F9-13F2-4DA7-820A-059E540E202C}" srcOrd="0" destOrd="0" presId="urn:microsoft.com/office/officeart/2005/8/layout/orgChart1"/>
    <dgm:cxn modelId="{338FA047-4F0A-4158-9EF7-7E1B19C76653}" srcId="{D0F4C588-FEB0-4711-9295-8330A9C480B2}" destId="{C2ED9EF7-AEBD-4F5B-A99C-BDA282334720}" srcOrd="1" destOrd="0" parTransId="{BCBD8BD5-9065-42D6-99D8-BBEDAFE7A4B2}" sibTransId="{178C83FA-74C5-43C6-B8BE-6C2A261162EC}"/>
    <dgm:cxn modelId="{44CF8987-24F2-49E0-920B-B86C12BDB2B5}" srcId="{260CA0D4-82C8-4921-BFD6-5683420ACBCD}" destId="{F895B2A6-16D5-47D2-A86E-4807F5DF6D62}" srcOrd="2" destOrd="0" parTransId="{B23444D8-4877-4B2A-942E-CE3F3BA66D87}" sibTransId="{DBBECE1A-499D-4984-849E-2A217FBB8070}"/>
    <dgm:cxn modelId="{CD34520B-79CB-44E1-9649-BBE4185F6AE5}" srcId="{7B9C90C0-F27F-4F49-872C-9DC4E6619F1D}" destId="{49E745AC-5F03-4B2F-9E15-A95F34DEA6DC}" srcOrd="2" destOrd="0" parTransId="{ED90B2C5-CD5D-4819-97E5-65DA174D85E8}" sibTransId="{1EB7F16D-C8A6-4E13-B1F0-E0C015882D71}"/>
    <dgm:cxn modelId="{79336128-0ADD-4F5B-8C24-06CAAEDDD4ED}" type="presOf" srcId="{569CA4B5-99C0-4993-B1BB-463919492D27}" destId="{39690D3C-7241-4DE9-8F7D-0C478893F7F5}" srcOrd="1" destOrd="0" presId="urn:microsoft.com/office/officeart/2005/8/layout/orgChart1"/>
    <dgm:cxn modelId="{575B9418-0E86-4E2F-AEE7-CD67132AA45B}" srcId="{5C3E0FBF-B5BE-4A57-801D-BE418F397A52}" destId="{B16C916F-BF30-457C-9388-C6DDA3BA32DF}" srcOrd="0" destOrd="0" parTransId="{2507E107-C7FB-4F14-8E6D-D32A97E14679}" sibTransId="{F0455CF6-0331-43CD-ADED-6FCC3AD71E43}"/>
    <dgm:cxn modelId="{36369D4F-1986-4472-8DED-E7775FC8571F}" type="presOf" srcId="{F2911C5D-ACD0-4A42-802B-0E8E4FBBF57D}" destId="{1AC57937-06C3-45A7-91E1-4721EC437D4C}" srcOrd="0" destOrd="0" presId="urn:microsoft.com/office/officeart/2005/8/layout/orgChart1"/>
    <dgm:cxn modelId="{5387E321-9444-43A9-B6EE-D042AFF0E5D7}" type="presOf" srcId="{4A3F33F6-06AC-4C0E-AEE4-A25AD7156BE2}" destId="{0CE271DD-F310-46FE-8B71-BDA46458613D}" srcOrd="1" destOrd="0" presId="urn:microsoft.com/office/officeart/2005/8/layout/orgChart1"/>
    <dgm:cxn modelId="{37DA9A91-FE06-4D27-A236-CDE37CD85FF0}" type="presOf" srcId="{3B330B5F-31C1-4E95-8CE7-A4AC7448860C}" destId="{04F91261-CA89-4B67-A832-E85FC1A3812B}" srcOrd="0" destOrd="0" presId="urn:microsoft.com/office/officeart/2005/8/layout/orgChart1"/>
    <dgm:cxn modelId="{1A632BC0-2B48-4009-9F32-B8162A64A6E6}" type="presOf" srcId="{15E419CA-3128-430B-A066-5837363FA3B5}" destId="{AD9503CD-3AE9-4878-8BC1-DC482807C1E1}" srcOrd="0" destOrd="0" presId="urn:microsoft.com/office/officeart/2005/8/layout/orgChart1"/>
    <dgm:cxn modelId="{9238A789-FFFF-4E4C-9696-F03761054E32}" srcId="{F07D97B5-437C-45BF-BCD9-40866BC209FE}" destId="{D381C1E2-1D27-425B-ABD6-E0D91B62A718}" srcOrd="2" destOrd="0" parTransId="{D9265ABD-B979-4516-A5B3-6CE6D8F946FA}" sibTransId="{3D5292C0-FC15-44A2-A8D0-055A2AEE761A}"/>
    <dgm:cxn modelId="{73E241A6-3EA8-4C7C-855E-81380D196062}" type="presOf" srcId="{CA80E9DB-8085-4754-84F3-841E44726D3D}" destId="{A97BE85C-C7F0-49BA-9DFE-9C1801F968B4}" srcOrd="0" destOrd="0" presId="urn:microsoft.com/office/officeart/2005/8/layout/orgChart1"/>
    <dgm:cxn modelId="{ED1ED881-69F4-4060-9895-B1C7FEFD7200}" type="presOf" srcId="{F07EA0A6-0807-4ADE-94DE-A1729F1A0E53}" destId="{EE357BBD-C107-44CC-A3B1-020FB9C912F0}" srcOrd="0" destOrd="0" presId="urn:microsoft.com/office/officeart/2005/8/layout/orgChart1"/>
    <dgm:cxn modelId="{EC7BC933-B63F-4CDA-8994-9544B24DA6E3}" type="presOf" srcId="{038EB869-761E-4534-9EE9-E454B21F70FC}" destId="{6B23E6A1-AF1B-4665-A8B7-035615B80FF5}" srcOrd="0" destOrd="0" presId="urn:microsoft.com/office/officeart/2005/8/layout/orgChart1"/>
    <dgm:cxn modelId="{E6563E79-BE4C-4368-8AFF-80801F176B42}" type="presOf" srcId="{265B80C5-3368-4907-A953-954B48890AD5}" destId="{6085A05B-22A7-4264-B787-FC3A885CAB16}" srcOrd="1" destOrd="0" presId="urn:microsoft.com/office/officeart/2005/8/layout/orgChart1"/>
    <dgm:cxn modelId="{ABA0B7BD-01B2-4BDA-B5EE-30D7181E445B}" type="presOf" srcId="{F895B2A6-16D5-47D2-A86E-4807F5DF6D62}" destId="{48AEDB47-2D0C-49E7-A078-AC9B060A1D49}" srcOrd="1" destOrd="0" presId="urn:microsoft.com/office/officeart/2005/8/layout/orgChart1"/>
    <dgm:cxn modelId="{2CE8B84C-A195-49EB-897F-481E65879C45}" type="presOf" srcId="{D0F4C588-FEB0-4711-9295-8330A9C480B2}" destId="{96AF6379-9DE4-43B9-A2E3-CE7FF8CC0C3A}" srcOrd="0" destOrd="0" presId="urn:microsoft.com/office/officeart/2005/8/layout/orgChart1"/>
    <dgm:cxn modelId="{3367CED7-F00C-4D91-95AD-2F98FC121C1B}" type="presOf" srcId="{176F5580-1304-406A-9EDE-777FC0C316A2}" destId="{9919D2DA-8214-4D8D-A4F8-7C25EE7BF3BB}" srcOrd="0" destOrd="0" presId="urn:microsoft.com/office/officeart/2005/8/layout/orgChart1"/>
    <dgm:cxn modelId="{484261F7-596C-4E70-B5B0-F7C8C60DD29C}" type="presOf" srcId="{FEE641D1-E00A-49A3-9E26-AD6109049734}" destId="{1122785F-6217-4A93-8383-9DE77C33D6F0}" srcOrd="1" destOrd="0" presId="urn:microsoft.com/office/officeart/2005/8/layout/orgChart1"/>
    <dgm:cxn modelId="{7E863452-9A42-4A1B-AE17-47667157E174}" type="presOf" srcId="{C8D70983-D0BB-460F-81B1-5D1E2F562CFE}" destId="{30553774-2470-4C18-B413-686C9716DCE8}" srcOrd="0" destOrd="0" presId="urn:microsoft.com/office/officeart/2005/8/layout/orgChart1"/>
    <dgm:cxn modelId="{A3511659-2514-4E68-83C8-6941220690D6}" srcId="{069676CE-B74A-43D1-A40F-D158602AB497}" destId="{4A3F33F6-06AC-4C0E-AEE4-A25AD7156BE2}" srcOrd="0" destOrd="0" parTransId="{3FD5C3A5-7E4D-425E-A3BD-A2577FA82DF0}" sibTransId="{6D0A8082-F4E3-42B3-8485-F29E83717EB6}"/>
    <dgm:cxn modelId="{082EE784-DC7A-4C48-B8C7-EA276D496B68}" type="presOf" srcId="{C2ED9EF7-AEBD-4F5B-A99C-BDA282334720}" destId="{3EC07E6E-6D8A-4E42-8375-4A92AEB33D76}" srcOrd="1" destOrd="0" presId="urn:microsoft.com/office/officeart/2005/8/layout/orgChart1"/>
    <dgm:cxn modelId="{12DDC808-0BF2-455A-8170-F470BAF6B3BD}" srcId="{4A3F33F6-06AC-4C0E-AEE4-A25AD7156BE2}" destId="{C8704DBD-8EE5-4CA7-B5C5-6C61EBAF4246}" srcOrd="1" destOrd="0" parTransId="{D9E308FB-B45E-4216-A4D5-894F5336DAD4}" sibTransId="{AD782654-D1BF-4811-A81B-2752884BB999}"/>
    <dgm:cxn modelId="{189318B9-D3FB-4E15-9350-A2B4F8D0CCDF}" type="presOf" srcId="{4E71E8CC-3512-4E27-B809-6113A0CC2D7F}" destId="{91A4FEF7-7914-4CB7-B448-827C818FABE4}" srcOrd="0" destOrd="0" presId="urn:microsoft.com/office/officeart/2005/8/layout/orgChart1"/>
    <dgm:cxn modelId="{C2AF30CF-31D3-4293-8EEB-7920CB471151}" srcId="{2520BE00-CDC2-4A01-86CC-5F4B249C70E3}" destId="{78D98E0E-2B19-4201-A587-B74E3B63C902}" srcOrd="1" destOrd="0" parTransId="{3C83D2BE-0B6D-4EE6-B2E8-746AC89AA05F}" sibTransId="{3CDC2BAC-9D19-4A28-B0A1-4BDF09E6E1CF}"/>
    <dgm:cxn modelId="{AA4B2958-4623-44E6-ADA4-B9C550A72B88}" srcId="{9D369B91-5D86-4908-9D18-30D18713E15D}" destId="{D0F4C588-FEB0-4711-9295-8330A9C480B2}" srcOrd="1" destOrd="0" parTransId="{7F8C94F8-F38F-43EC-9443-4527360159FD}" sibTransId="{F05F149A-5078-469D-A11A-0639C08B2AD0}"/>
    <dgm:cxn modelId="{6E998DCB-A9B3-4D56-BF49-9A1CD199D3C6}" type="presOf" srcId="{09CDE622-2B1D-4310-890C-5822E4E0D993}" destId="{84765326-80DE-4733-AE50-D26C9608CCA8}" srcOrd="1" destOrd="0" presId="urn:microsoft.com/office/officeart/2005/8/layout/orgChart1"/>
    <dgm:cxn modelId="{F8453538-2ABA-4161-8808-BB6BA29DB401}" type="presOf" srcId="{8538252F-4306-4E61-8712-EACFD51EAD8D}" destId="{F68254BD-1970-407C-9641-3520DB1F5DB5}" srcOrd="0" destOrd="0" presId="urn:microsoft.com/office/officeart/2005/8/layout/orgChart1"/>
    <dgm:cxn modelId="{BCDAEE4E-DA90-472B-95FA-A658B7C90D48}" type="presOf" srcId="{BB9A29B5-9CD3-412B-B1E3-A51AEEE5F4D8}" destId="{526FEADC-6972-4670-86ED-FE8CD2025049}" srcOrd="0" destOrd="0" presId="urn:microsoft.com/office/officeart/2005/8/layout/orgChart1"/>
    <dgm:cxn modelId="{D1CF58F1-939F-43C4-B371-EA6F0F5706C9}" type="presOf" srcId="{54733463-486C-4E45-9DCE-4E46DB3881AA}" destId="{CC90A932-6467-4E0D-A5EF-7E39E3D4F87E}" srcOrd="0" destOrd="0" presId="urn:microsoft.com/office/officeart/2005/8/layout/orgChart1"/>
    <dgm:cxn modelId="{F25ACAAD-B352-4B31-81B7-76A7E6F8FDE5}" type="presOf" srcId="{AEEA4AF6-7AB3-4E4C-95CE-1821C5BDCA5F}" destId="{6AF9EB2A-7302-4D31-96FD-D77C5FF07E54}" srcOrd="1" destOrd="0" presId="urn:microsoft.com/office/officeart/2005/8/layout/orgChart1"/>
    <dgm:cxn modelId="{C76E38FE-617E-4738-A408-A8954026CA83}" type="presOf" srcId="{9662E0F7-4385-4865-AF8E-44DF63516637}" destId="{8E442703-E1EA-48C5-86C6-604D63000F8F}" srcOrd="1" destOrd="0" presId="urn:microsoft.com/office/officeart/2005/8/layout/orgChart1"/>
    <dgm:cxn modelId="{1C4ADCEA-45D7-4DE0-9C69-8B6328A1F22A}" type="presOf" srcId="{EEDA4850-3D91-4FD8-BE72-89FD56ACA1BB}" destId="{F6C74D5E-33C8-4E50-87FA-8FDC948F2690}" srcOrd="0" destOrd="0" presId="urn:microsoft.com/office/officeart/2005/8/layout/orgChart1"/>
    <dgm:cxn modelId="{A56623EE-1707-417D-ABE5-636A15FE5534}" srcId="{2520BE00-CDC2-4A01-86CC-5F4B249C70E3}" destId="{4746F7E2-BED9-4FA9-95CD-E452A8096535}" srcOrd="0" destOrd="0" parTransId="{AE062D71-62B2-445E-8C0D-3F7D5264F594}" sibTransId="{7BF4DE6C-DA6B-4149-B523-68057688CC93}"/>
    <dgm:cxn modelId="{4DDD224B-C1B5-483C-849A-9455D80D64D1}" srcId="{9D369B91-5D86-4908-9D18-30D18713E15D}" destId="{A403D237-29B3-432B-9966-461C3A4DAF55}" srcOrd="3" destOrd="0" parTransId="{BB20B9C8-06B7-4DAC-893D-F94D9EF46CDD}" sibTransId="{DE8511C8-CCB2-4435-BE9D-B18F84CE7137}"/>
    <dgm:cxn modelId="{FF7062C8-CE96-4F7A-AE16-BBFCF927C1A6}" type="presOf" srcId="{54664CB6-C676-4AD6-A207-F933C3DD998C}" destId="{12477E34-A7EA-4635-817C-BC124381887D}" srcOrd="0" destOrd="0" presId="urn:microsoft.com/office/officeart/2005/8/layout/orgChart1"/>
    <dgm:cxn modelId="{98B567A3-5327-4573-9507-518D9FCB1500}" srcId="{6B387347-AC9A-435C-85CA-5E3444E491B1}" destId="{231A87A2-B4E1-48A2-BD46-A85831118F52}" srcOrd="0" destOrd="0" parTransId="{8B646AD2-D485-4066-B5CF-6C46CA260681}" sibTransId="{2BEED9E9-F7EC-4F4C-8C8E-A5A48EC7DD41}"/>
    <dgm:cxn modelId="{1ED3A4C5-1F48-4210-93A3-D424D62E73D6}" type="presOf" srcId="{873339AF-D5BB-4DC6-9A03-60AB002B3B43}" destId="{A15159B3-49C8-4134-AFD5-D2CCC8A16EEA}" srcOrd="0" destOrd="0" presId="urn:microsoft.com/office/officeart/2005/8/layout/orgChart1"/>
    <dgm:cxn modelId="{EEEABD74-9D78-4FE0-B3B2-8EC22FA36DDE}" type="presOf" srcId="{BF245360-E70F-4503-A75C-449E9C4363F5}" destId="{4E062377-FFC3-48F2-BC38-5B9874733C21}" srcOrd="0" destOrd="0" presId="urn:microsoft.com/office/officeart/2005/8/layout/orgChart1"/>
    <dgm:cxn modelId="{BEBB88EE-B3FD-4C25-816E-99F777EF629F}" type="presOf" srcId="{6CBF03C6-78E2-4011-A34C-1B7DF4F0546F}" destId="{6AC2A109-509F-4AC2-80A0-7A5490426766}" srcOrd="1" destOrd="0" presId="urn:microsoft.com/office/officeart/2005/8/layout/orgChart1"/>
    <dgm:cxn modelId="{3C3D70A0-9FA3-468F-92A4-187DBDC0ED86}" type="presOf" srcId="{1C5BAAD8-2453-4FEF-B522-98C30376ADEA}" destId="{67ECA753-F6E4-449A-B5FA-9DC102D07667}" srcOrd="0" destOrd="0" presId="urn:microsoft.com/office/officeart/2005/8/layout/orgChart1"/>
    <dgm:cxn modelId="{FCBEC098-7595-41FA-BBEF-B75DAACB1BE0}" type="presOf" srcId="{E936E952-6141-4821-9BF8-D39DF6B2931D}" destId="{DCFD1FF1-B418-4EB6-A4BA-8BA7052A4729}" srcOrd="0" destOrd="0" presId="urn:microsoft.com/office/officeart/2005/8/layout/orgChart1"/>
    <dgm:cxn modelId="{3314CFEC-A4F1-4790-9D05-50911ACC7B10}" srcId="{B2929EAC-8DE9-4B7A-906E-40D0F9F826C3}" destId="{069676CE-B74A-43D1-A40F-D158602AB497}" srcOrd="4" destOrd="0" parTransId="{4C5EFC5A-F1C2-40C8-B50B-E211CF98095B}" sibTransId="{0FCC8CD0-59AA-4AD1-9457-921C22565AC2}"/>
    <dgm:cxn modelId="{5CD03A2E-2239-4DE5-9CB8-38D1AC478E1E}" type="presOf" srcId="{15E419CA-3128-430B-A066-5837363FA3B5}" destId="{53DFACAA-5C6F-4C85-8BFA-B2486EAF8331}" srcOrd="1" destOrd="0" presId="urn:microsoft.com/office/officeart/2005/8/layout/orgChart1"/>
    <dgm:cxn modelId="{5B4CF81C-C0A0-4B0C-8385-58A71490E135}" type="presOf" srcId="{3D5CCE54-DECC-441E-BE3D-87CD433DF42C}" destId="{57D94B1B-DDD8-4E37-806D-50D470F35BA4}" srcOrd="0" destOrd="0" presId="urn:microsoft.com/office/officeart/2005/8/layout/orgChart1"/>
    <dgm:cxn modelId="{0342BD5E-D9C6-4489-9D36-3CE9B34A486A}" type="presOf" srcId="{B1D17722-0B8E-4653-81BA-1CB4DFCB54FA}" destId="{0EED057C-959B-46CA-9F6B-E14C9360CB43}" srcOrd="1" destOrd="0" presId="urn:microsoft.com/office/officeart/2005/8/layout/orgChart1"/>
    <dgm:cxn modelId="{1BB973C9-DCDF-403F-AEA8-BEECD563A13E}" srcId="{5C3E0FBF-B5BE-4A57-801D-BE418F397A52}" destId="{4F3B58B0-CE6A-4FAE-B26C-275E119E5929}" srcOrd="1" destOrd="0" parTransId="{ACFC9FFF-4E1E-4BDF-AB8A-56427BE74DCE}" sibTransId="{07D3459A-6462-4414-A57D-5C6ABF253337}"/>
    <dgm:cxn modelId="{0AC55D91-1C47-4B35-B32A-AA54E427A2D9}" type="presOf" srcId="{4A3F33F6-06AC-4C0E-AEE4-A25AD7156BE2}" destId="{CA26BAEC-0D07-48D6-BF9C-CCAA0D3B5593}" srcOrd="0" destOrd="0" presId="urn:microsoft.com/office/officeart/2005/8/layout/orgChart1"/>
    <dgm:cxn modelId="{FECACDB7-1D44-4A22-839D-887779FC1519}" srcId="{9662E0F7-4385-4865-AF8E-44DF63516637}" destId="{EEDA4850-3D91-4FD8-BE72-89FD56ACA1BB}" srcOrd="1" destOrd="0" parTransId="{4504A0F3-DD59-47BE-A961-A53B2925E1F4}" sibTransId="{A6034BEB-DF47-4608-BA23-1DA08B7AF45D}"/>
    <dgm:cxn modelId="{21CCDD31-FCFF-40F4-8C1E-41992F041C51}" type="presOf" srcId="{D7DF4688-E163-4CDC-A617-3675861EA87A}" destId="{59E83297-5D78-401B-A3B9-3F6975A5943B}" srcOrd="0" destOrd="0" presId="urn:microsoft.com/office/officeart/2005/8/layout/orgChart1"/>
    <dgm:cxn modelId="{9166BF2F-0D4D-4511-9F87-D73B21F2270B}" type="presOf" srcId="{5C3E0FBF-B5BE-4A57-801D-BE418F397A52}" destId="{3EA34648-91DF-4704-B3D0-2AD782A9B36F}" srcOrd="0" destOrd="0" presId="urn:microsoft.com/office/officeart/2005/8/layout/orgChart1"/>
    <dgm:cxn modelId="{2212820B-DF6C-4F93-A908-51F28152D9EC}" type="presOf" srcId="{F07D97B5-437C-45BF-BCD9-40866BC209FE}" destId="{B69F24C6-D993-4868-99DB-AF7A7CF35007}" srcOrd="0" destOrd="0" presId="urn:microsoft.com/office/officeart/2005/8/layout/orgChart1"/>
    <dgm:cxn modelId="{9CEEF9C7-1684-4DC2-A600-CBA49A0B6EFC}" type="presOf" srcId="{CE10267B-6E32-4790-B2AD-AA1CF06D4834}" destId="{1DA2EBE9-F429-4A6A-8748-CBE4A842238A}" srcOrd="0" destOrd="0" presId="urn:microsoft.com/office/officeart/2005/8/layout/orgChart1"/>
    <dgm:cxn modelId="{68FC774D-08DE-4D74-A962-15330C6F3AA3}" type="presOf" srcId="{31BB7C06-AE54-4B47-80B2-DC2DC1715586}" destId="{0B30C4EF-94B9-410F-887D-CFB00C64F4AB}" srcOrd="1" destOrd="0" presId="urn:microsoft.com/office/officeart/2005/8/layout/orgChart1"/>
    <dgm:cxn modelId="{4F3B5A5A-1142-4383-A7DA-57F4667A1B5D}" type="presOf" srcId="{52A05BD6-24DA-458E-B375-05411CC2E42D}" destId="{D2F0D9AA-0D29-4BF2-9182-2D41D2595B91}" srcOrd="1" destOrd="0" presId="urn:microsoft.com/office/officeart/2005/8/layout/orgChart1"/>
    <dgm:cxn modelId="{059A37F0-8AE8-436D-A669-CF5E6F971D70}" type="presOf" srcId="{2414B048-04E8-4F18-ADEF-8C0D9CBFDF34}" destId="{66B11EF1-C4F8-430B-B7EE-32A22D7067F6}" srcOrd="0" destOrd="0" presId="urn:microsoft.com/office/officeart/2005/8/layout/orgChart1"/>
    <dgm:cxn modelId="{8A5B09F9-1580-4EB2-82EF-F9CD0B81B16C}" type="presOf" srcId="{D6CA6909-3BDB-4D1E-BECB-302CA17B0621}" destId="{141EFDCD-2EA1-42C3-90AB-29515FBE5A88}" srcOrd="0" destOrd="0" presId="urn:microsoft.com/office/officeart/2005/8/layout/orgChart1"/>
    <dgm:cxn modelId="{33C71542-5E64-414F-9A92-78EED43113A0}" type="presOf" srcId="{D45CF031-31BC-448B-9216-0A8F85634BEA}" destId="{84D9A4DD-77E7-4FB7-829E-10204C26AC5B}" srcOrd="0" destOrd="0" presId="urn:microsoft.com/office/officeart/2005/8/layout/orgChart1"/>
    <dgm:cxn modelId="{4FA7F70F-D0AE-48D1-9050-28B9C227DA95}" type="presOf" srcId="{AE062D71-62B2-445E-8C0D-3F7D5264F594}" destId="{FDB32119-C1C2-4825-AD3E-B6D462DAA959}" srcOrd="0" destOrd="0" presId="urn:microsoft.com/office/officeart/2005/8/layout/orgChart1"/>
    <dgm:cxn modelId="{F0CB3039-579B-4F08-9DA2-5F4456CF664A}" srcId="{9D369B91-5D86-4908-9D18-30D18713E15D}" destId="{6CBF03C6-78E2-4011-A34C-1B7DF4F0546F}" srcOrd="0" destOrd="0" parTransId="{72318D4F-49C5-4899-A8F7-E7EB646D89A2}" sibTransId="{A2BECD50-A20A-45D2-8FEF-38E433A3C38F}"/>
    <dgm:cxn modelId="{A5F4F929-EE3A-4C38-86B9-B31BDB7537CE}" type="presOf" srcId="{BB20B9C8-06B7-4DAC-893D-F94D9EF46CDD}" destId="{DBA480B0-34B7-4DC0-B55E-8A012282D0FE}" srcOrd="0" destOrd="0" presId="urn:microsoft.com/office/officeart/2005/8/layout/orgChart1"/>
    <dgm:cxn modelId="{E833F8DA-A406-4ADF-A117-0FAE8FD33DC4}" srcId="{7E6D48AF-37AF-4DCE-A275-FECE8BF7E5A1}" destId="{265B80C5-3368-4907-A953-954B48890AD5}" srcOrd="0" destOrd="0" parTransId="{86016C3C-FE75-45C3-89E1-3C440C785AEF}" sibTransId="{46FD630F-2FAA-4561-9905-56A612679A02}"/>
    <dgm:cxn modelId="{7FADE0AE-9F37-4946-B954-1E2F5305AD64}" type="presOf" srcId="{984785CD-64BD-4711-9CE5-C6F1A4C1D5EC}" destId="{761177AA-E9A9-4F93-9133-935447677005}" srcOrd="1" destOrd="0" presId="urn:microsoft.com/office/officeart/2005/8/layout/orgChart1"/>
    <dgm:cxn modelId="{C09F74E0-BA53-41C0-A077-4E1933446623}" srcId="{6CBF03C6-78E2-4011-A34C-1B7DF4F0546F}" destId="{9462B842-BAA7-4E4B-8E8A-F311369A7A0E}" srcOrd="1" destOrd="0" parTransId="{EEE2EFA2-7D3F-45EE-980A-44F3DE5BB01D}" sibTransId="{EAFB6529-F018-4889-91D1-407BA7299764}"/>
    <dgm:cxn modelId="{58548B60-2889-4E1B-95DC-8BB6D58C3E9B}" srcId="{260CA0D4-82C8-4921-BFD6-5683420ACBCD}" destId="{2C21BEA9-D215-4614-9A21-EB32EF9FD417}" srcOrd="1" destOrd="0" parTransId="{A6F03098-FBEE-45DB-9170-75070FEF069C}" sibTransId="{1544978D-A611-42D4-BE6A-9DBF8D404205}"/>
    <dgm:cxn modelId="{FC8D7AE8-0C89-463E-99B9-82AFC88AA14C}" srcId="{A403D237-29B3-432B-9966-461C3A4DAF55}" destId="{B1D17722-0B8E-4653-81BA-1CB4DFCB54FA}" srcOrd="1" destOrd="0" parTransId="{F143706D-EBDD-40CA-BD7B-CCE024D27C0B}" sibTransId="{514B98A7-E0B6-49A2-B35A-CCDF99CBDE04}"/>
    <dgm:cxn modelId="{A7327246-4859-4E92-BAC2-E1ECCCA16D4F}" type="presOf" srcId="{F143706D-EBDD-40CA-BD7B-CCE024D27C0B}" destId="{BAB79883-351C-42B6-B069-931B71D0EED2}" srcOrd="0" destOrd="0" presId="urn:microsoft.com/office/officeart/2005/8/layout/orgChart1"/>
    <dgm:cxn modelId="{45267337-AF8D-4AB3-A787-9FDB8543BAD6}" type="presOf" srcId="{4504A0F3-DD59-47BE-A961-A53B2925E1F4}" destId="{ED28E639-8147-44EE-8B7D-D91FD2DAC690}" srcOrd="0" destOrd="0" presId="urn:microsoft.com/office/officeart/2005/8/layout/orgChart1"/>
    <dgm:cxn modelId="{F6F13DC9-E724-4A46-8B4C-F9D37F058761}" type="presOf" srcId="{2520BE00-CDC2-4A01-86CC-5F4B249C70E3}" destId="{EC6E2E9A-C94D-476B-8D3D-21A66D83886A}" srcOrd="0" destOrd="0" presId="urn:microsoft.com/office/officeart/2005/8/layout/orgChart1"/>
    <dgm:cxn modelId="{2C661FEF-248D-4A48-9093-CA013D1EA78F}" type="presOf" srcId="{873339AF-D5BB-4DC6-9A03-60AB002B3B43}" destId="{90E9E010-597C-4317-B67B-8635CB35AE54}" srcOrd="1" destOrd="0" presId="urn:microsoft.com/office/officeart/2005/8/layout/orgChart1"/>
    <dgm:cxn modelId="{520B7E49-EA85-4A8B-B173-8F7FA5F75917}" srcId="{9662E0F7-4385-4865-AF8E-44DF63516637}" destId="{984785CD-64BD-4711-9CE5-C6F1A4C1D5EC}" srcOrd="2" destOrd="0" parTransId="{A5CCD15D-CBFC-4CD1-B0A3-912B0FC809D1}" sibTransId="{CC821DB7-27B4-4A01-8F8B-6985F737C159}"/>
    <dgm:cxn modelId="{4B392AD1-0498-4588-ACBF-0018E1B9555A}" srcId="{31BB7C06-AE54-4B47-80B2-DC2DC1715586}" destId="{27EBC27F-7618-4DD1-982F-29B910C4DD63}" srcOrd="1" destOrd="0" parTransId="{7829AD67-9E94-4F21-9D85-F94C1F3DD47B}" sibTransId="{8E769918-0A71-49BA-A607-5B58FDB54963}"/>
    <dgm:cxn modelId="{CCD7F4F9-B489-44F9-AFEF-484EBAF2D199}" type="presOf" srcId="{AA55C651-6563-4C43-90C4-1B8F71B93842}" destId="{C8A1B26E-0EAE-47B4-B463-4BAD04FB0F7C}" srcOrd="0" destOrd="0" presId="urn:microsoft.com/office/officeart/2005/8/layout/orgChart1"/>
    <dgm:cxn modelId="{D813368B-0BF5-4C2F-AEFE-03784BFF97FD}" type="presOf" srcId="{9D369B91-5D86-4908-9D18-30D18713E15D}" destId="{6CA190D8-B03E-4DF3-85FE-1DA9BFD528C8}" srcOrd="1" destOrd="0" presId="urn:microsoft.com/office/officeart/2005/8/layout/orgChart1"/>
    <dgm:cxn modelId="{1F8A3252-0CD4-47B5-9DBF-BD26A9F2076D}" type="presOf" srcId="{231A87A2-B4E1-48A2-BD46-A85831118F52}" destId="{E9FACDA6-AA11-4FF6-9582-56BC762C454B}" srcOrd="0" destOrd="0" presId="urn:microsoft.com/office/officeart/2005/8/layout/orgChart1"/>
    <dgm:cxn modelId="{7A2D909E-D6CE-495F-8153-90DD39C94C91}" type="presOf" srcId="{7D86BE87-35BB-4DE6-996B-6E3139D23B17}" destId="{920DCD3B-6CAB-48EC-83F4-F3B317C68737}" srcOrd="1" destOrd="0" presId="urn:microsoft.com/office/officeart/2005/8/layout/orgChart1"/>
    <dgm:cxn modelId="{C456BA06-2048-4D89-ACF3-83D44EAE966F}" type="presOf" srcId="{6BAF62C2-A10E-4849-91A7-E090225089D3}" destId="{6DC823DB-878D-4DAD-AAF3-0AC1FBD9DCF5}" srcOrd="0" destOrd="0" presId="urn:microsoft.com/office/officeart/2005/8/layout/orgChart1"/>
    <dgm:cxn modelId="{C57F724F-3125-4249-8001-717794742096}" srcId="{A403D237-29B3-432B-9966-461C3A4DAF55}" destId="{4CDBFB27-0375-4FC1-9200-16E2C3BA6704}" srcOrd="2" destOrd="0" parTransId="{2414B048-04E8-4F18-ADEF-8C0D9CBFDF34}" sibTransId="{1E9EFE6B-9509-4E0D-A8C9-F92F2FBAAEF9}"/>
    <dgm:cxn modelId="{971E0509-335D-448E-B056-B6CAA63FD944}" type="presOf" srcId="{DBE4F237-2BFC-4945-ABC4-5A841299A321}" destId="{C2391893-7873-43F8-ABDD-7559E598CB0E}" srcOrd="0" destOrd="0" presId="urn:microsoft.com/office/officeart/2005/8/layout/orgChart1"/>
    <dgm:cxn modelId="{8F1645D1-980E-4190-BF33-997015C3E424}" type="presOf" srcId="{6B387347-AC9A-435C-85CA-5E3444E491B1}" destId="{845F32F2-6069-45A6-9020-1F7383F59F96}" srcOrd="1" destOrd="0" presId="urn:microsoft.com/office/officeart/2005/8/layout/orgChart1"/>
    <dgm:cxn modelId="{58DAF4D1-689D-4971-85BE-46AAC8F2916E}" srcId="{174B56BB-2605-4734-8AD4-3AE0F7E710FD}" destId="{C5220521-A2F5-420A-A3CA-4E21AE354ABA}" srcOrd="1" destOrd="0" parTransId="{276E07E9-2A90-41FB-9C2A-1DC9A80C4260}" sibTransId="{DC56C1AC-2C3A-4273-9AD5-98158D5633F8}"/>
    <dgm:cxn modelId="{EDA5C8F7-063A-4911-BDDA-3BA84FD95197}" type="presOf" srcId="{450E86EA-2B72-4A7F-B847-CB27CAEA213C}" destId="{8FBE2804-F90B-44AF-8F5F-99C7D51194D7}" srcOrd="0" destOrd="0" presId="urn:microsoft.com/office/officeart/2005/8/layout/orgChart1"/>
    <dgm:cxn modelId="{466C169C-40F2-416D-96C5-F1BEA546D8C8}" type="presOf" srcId="{6993853A-9943-48DA-A641-28C94185D3C7}" destId="{112E3103-4F35-4D49-AC49-2B8FF5BDB4D1}" srcOrd="0" destOrd="0" presId="urn:microsoft.com/office/officeart/2005/8/layout/orgChart1"/>
    <dgm:cxn modelId="{0D1420B8-4198-4CC2-8630-FC07BEA37988}" type="presOf" srcId="{A6F03098-FBEE-45DB-9170-75070FEF069C}" destId="{A92430AA-1921-48DF-8811-7DE7208F57DB}" srcOrd="0" destOrd="0" presId="urn:microsoft.com/office/officeart/2005/8/layout/orgChart1"/>
    <dgm:cxn modelId="{9B4041DA-4C8D-4F62-9124-D26A1166E282}" type="presOf" srcId="{D0F4C588-FEB0-4711-9295-8330A9C480B2}" destId="{CA565777-DFF5-4383-844C-B657040EC761}" srcOrd="1" destOrd="0" presId="urn:microsoft.com/office/officeart/2005/8/layout/orgChart1"/>
    <dgm:cxn modelId="{A4C10ACD-9AEA-437C-BFA6-70B8A97B6F1E}" srcId="{B2929EAC-8DE9-4B7A-906E-40D0F9F826C3}" destId="{F44A34CF-79FB-480E-8C4B-6A6F9F3B28C0}" srcOrd="5" destOrd="0" parTransId="{F2911C5D-ACD0-4A42-802B-0E8E4FBBF57D}" sibTransId="{101C41F9-D512-42D3-A85A-CA1E40FD272B}"/>
    <dgm:cxn modelId="{77928A9C-2586-4569-8AAE-ACA922F9AEDB}" srcId="{F07D97B5-437C-45BF-BCD9-40866BC209FE}" destId="{5B24CCA6-6C6F-4137-9727-5434ACD16B44}" srcOrd="3" destOrd="0" parTransId="{6BAF62C2-A10E-4849-91A7-E090225089D3}" sibTransId="{10B90AFA-4108-43CA-9CD3-80350BABD9CB}"/>
    <dgm:cxn modelId="{E2D634AB-AE9C-4A4D-9FFB-28567388F5C3}" type="presOf" srcId="{F87F17F9-3F45-4691-8298-CE725E591C99}" destId="{D22A60A3-FF89-4575-8472-7DF8F56FB1CB}" srcOrd="0" destOrd="0" presId="urn:microsoft.com/office/officeart/2005/8/layout/orgChart1"/>
    <dgm:cxn modelId="{3D1CC6B8-95F5-4253-B060-45D85014FFE0}" type="presOf" srcId="{72318D4F-49C5-4899-A8F7-E7EB646D89A2}" destId="{DEFFE91A-6AC7-490C-B29C-0AFED6BB34C5}" srcOrd="0" destOrd="0" presId="urn:microsoft.com/office/officeart/2005/8/layout/orgChart1"/>
    <dgm:cxn modelId="{9E507F91-E395-4F17-9BC3-01D5D84BA625}" srcId="{6B387347-AC9A-435C-85CA-5E3444E491B1}" destId="{873339AF-D5BB-4DC6-9A03-60AB002B3B43}" srcOrd="1" destOrd="0" parTransId="{5F38E0A1-5758-4A11-AB38-617DA4AF184A}" sibTransId="{66E68E34-4CB0-4A01-971C-0E46AEEA908A}"/>
    <dgm:cxn modelId="{D5801246-6E12-449A-A679-BF090CE54E5B}" srcId="{78D98E0E-2B19-4201-A587-B74E3B63C902}" destId="{AEEA4AF6-7AB3-4E4C-95CE-1821C5BDCA5F}" srcOrd="0" destOrd="0" parTransId="{8A7A0798-BD39-4EEF-A8DD-EFF62620006A}" sibTransId="{7BB0C97E-003D-4FD5-B544-F949244B3F06}"/>
    <dgm:cxn modelId="{4EDEC67A-DDE6-49D8-8228-565403C83B7F}" type="presOf" srcId="{68A16D13-E2B5-45D1-AB98-B58E0FD26003}" destId="{25356122-F0ED-495C-B978-B99B6EFAB72C}" srcOrd="0" destOrd="0" presId="urn:microsoft.com/office/officeart/2005/8/layout/orgChart1"/>
    <dgm:cxn modelId="{23ECB4C9-3710-4645-9479-953D1CA761CF}" type="presOf" srcId="{265B80C5-3368-4907-A953-954B48890AD5}" destId="{EB348327-36F8-4EA1-AB78-C1D2765EEB82}" srcOrd="0" destOrd="0" presId="urn:microsoft.com/office/officeart/2005/8/layout/orgChart1"/>
    <dgm:cxn modelId="{013C9A3D-34B1-4644-9CFE-C9112039E641}" type="presOf" srcId="{F44A34CF-79FB-480E-8C4B-6A6F9F3B28C0}" destId="{6A126580-AC4C-4322-98BC-43A5E03FFD1C}" srcOrd="0" destOrd="0" presId="urn:microsoft.com/office/officeart/2005/8/layout/orgChart1"/>
    <dgm:cxn modelId="{8C3156C1-D821-4604-A9FF-2954FCFB0862}" type="presOf" srcId="{CA80E9DB-8085-4754-84F3-841E44726D3D}" destId="{E172BFFF-E8AF-4EB2-A1BA-83489250D10E}" srcOrd="1" destOrd="0" presId="urn:microsoft.com/office/officeart/2005/8/layout/orgChart1"/>
    <dgm:cxn modelId="{A872ABA9-0756-46B6-8E29-6B05EDB00FE3}" type="presOf" srcId="{9D5461D1-086F-45E9-A32A-FEF5FAB9637F}" destId="{99F8A3DE-AF4E-480E-8F18-9EDFF57A291E}" srcOrd="0" destOrd="0" presId="urn:microsoft.com/office/officeart/2005/8/layout/orgChart1"/>
    <dgm:cxn modelId="{5721EAEC-5ED5-4F18-8A15-4A5A83AFD9C7}" srcId="{D7DF4688-E163-4CDC-A617-3675861EA87A}" destId="{9662E0F7-4385-4865-AF8E-44DF63516637}" srcOrd="0" destOrd="0" parTransId="{038EB869-761E-4534-9EE9-E454B21F70FC}" sibTransId="{5401B4EF-2651-46CD-BEB4-5710C56DFC0B}"/>
    <dgm:cxn modelId="{6F7C60EE-6FAF-41B0-ABBB-0D46BD508528}" type="presOf" srcId="{069676CE-B74A-43D1-A40F-D158602AB497}" destId="{BC6AAA2E-D9A9-493A-A09A-D69A185C89AB}" srcOrd="1" destOrd="0" presId="urn:microsoft.com/office/officeart/2005/8/layout/orgChart1"/>
    <dgm:cxn modelId="{89D4ED7E-B408-41BF-A81C-5E32CB4C4AD2}" srcId="{7E6D48AF-37AF-4DCE-A275-FECE8BF7E5A1}" destId="{C0CDD9D0-C244-4041-843A-C567C974B7BB}" srcOrd="1" destOrd="0" parTransId="{0D6DF832-D814-47E1-BEB8-AF9B98FBB143}" sibTransId="{B4AD634B-C8DC-4565-A75E-8707E36C0C8F}"/>
    <dgm:cxn modelId="{627DCA9E-2136-4B40-BB47-2CDB7FF527B4}" type="presOf" srcId="{DDC71503-6983-4E6C-A4DD-6A0654B40D72}" destId="{37F6A494-CDCF-40CA-A8BA-D96972E14A9D}" srcOrd="0" destOrd="0" presId="urn:microsoft.com/office/officeart/2005/8/layout/orgChart1"/>
    <dgm:cxn modelId="{6C536343-160A-4969-9174-1F074A5F1180}" type="presOf" srcId="{2899175B-B0B8-41DC-B182-BA636DD82563}" destId="{84707E69-C3D0-4016-9A11-2E3880EA32B7}" srcOrd="0" destOrd="0" presId="urn:microsoft.com/office/officeart/2005/8/layout/orgChart1"/>
    <dgm:cxn modelId="{956F9CE1-2D74-4C26-B9FB-7351AE375CC7}" type="presOf" srcId="{F9DE6151-2529-4180-8327-DE5DD8B0CC0B}" destId="{91C1C35F-092A-43CC-991C-56DCD4476A56}" srcOrd="1" destOrd="0" presId="urn:microsoft.com/office/officeart/2005/8/layout/orgChart1"/>
    <dgm:cxn modelId="{1829C710-531D-4B69-9E3E-32A63D6A6E2C}" type="presOf" srcId="{CAB7E457-18DF-4CE7-92D9-3FE733F5F3F9}" destId="{F46991B3-05DF-4918-9DF7-9FFCBADCFAD3}" srcOrd="0" destOrd="0" presId="urn:microsoft.com/office/officeart/2005/8/layout/orgChart1"/>
    <dgm:cxn modelId="{201366E2-5260-43F9-8A5F-439BE63C52D2}" srcId="{AA55C651-6563-4C43-90C4-1B8F71B93842}" destId="{F9DE6151-2529-4180-8327-DE5DD8B0CC0B}" srcOrd="2" destOrd="0" parTransId="{1778EE6A-4E6A-42CD-BC0F-F886E7E70CFE}" sibTransId="{AB91819F-8549-4F84-89F4-8B9823F6572F}"/>
    <dgm:cxn modelId="{74B4CB5C-6F18-4BF9-8C9F-D8D1B93B63F9}" type="presOf" srcId="{8CA95CC8-A7DE-4757-80B1-F420D4E8D16B}" destId="{98F4CBCA-1515-4D97-BF78-9E3335656E38}" srcOrd="0" destOrd="0" presId="urn:microsoft.com/office/officeart/2005/8/layout/orgChart1"/>
    <dgm:cxn modelId="{CCAD7988-6F57-41DC-9D95-7A4D44F845F4}" srcId="{DDC71503-6983-4E6C-A4DD-6A0654B40D72}" destId="{BF245360-E70F-4503-A75C-449E9C4363F5}" srcOrd="0" destOrd="0" parTransId="{8D74A626-C244-42D2-8173-737C29742A85}" sibTransId="{0DE773C5-6137-4126-936D-55208B490704}"/>
    <dgm:cxn modelId="{83AA39E3-B95C-466B-B1B7-4D60384C7E35}" type="presOf" srcId="{9D369B91-5D86-4908-9D18-30D18713E15D}" destId="{43BAFDF8-5783-4884-9EEB-8D2CCDA4764C}" srcOrd="0" destOrd="0" presId="urn:microsoft.com/office/officeart/2005/8/layout/orgChart1"/>
    <dgm:cxn modelId="{A8AB1E0C-D467-4332-8BB6-9E31A080E64B}" type="presOf" srcId="{AEEA4AF6-7AB3-4E4C-95CE-1821C5BDCA5F}" destId="{20DE6770-43C7-4B7A-9E59-06A0F7212949}" srcOrd="0" destOrd="0" presId="urn:microsoft.com/office/officeart/2005/8/layout/orgChart1"/>
    <dgm:cxn modelId="{868597B2-79B9-44CA-A643-2B0A0B426E5E}" srcId="{174B56BB-2605-4734-8AD4-3AE0F7E710FD}" destId="{3D5CCE54-DECC-441E-BE3D-87CD433DF42C}" srcOrd="2" destOrd="0" parTransId="{7F81B24A-7A89-490F-99F9-57870DFC9C8E}" sibTransId="{0585A88F-BB39-47E3-83F7-17E4CF18752F}"/>
    <dgm:cxn modelId="{9D6B90ED-8DE0-40B6-9CA7-614DE7FA5E55}" type="presOf" srcId="{5832A334-DD0E-4D3A-893D-EEDFEF504D24}" destId="{C39C1F75-0C19-4BE9-B415-A823E96E7329}" srcOrd="0" destOrd="0" presId="urn:microsoft.com/office/officeart/2005/8/layout/orgChart1"/>
    <dgm:cxn modelId="{F41A7BD9-5395-4CC9-AA37-A8B6E8D2E63B}" type="presOf" srcId="{260CA0D4-82C8-4921-BFD6-5683420ACBCD}" destId="{DB01E9DB-8616-4385-8BD7-2DC93D5DDDFA}" srcOrd="1" destOrd="0" presId="urn:microsoft.com/office/officeart/2005/8/layout/orgChart1"/>
    <dgm:cxn modelId="{44185A88-9A00-4B8D-892B-C7B7E93D0A65}" type="presOf" srcId="{81F19C41-14E6-453B-B0B7-742DD5D89F14}" destId="{A37D22F6-487C-42B0-BA1E-559677F6C90D}" srcOrd="1" destOrd="0" presId="urn:microsoft.com/office/officeart/2005/8/layout/orgChart1"/>
    <dgm:cxn modelId="{C574F550-3522-4790-9EF1-0EAE5A56128D}" type="presOf" srcId="{9462B842-BAA7-4E4B-8E8A-F311369A7A0E}" destId="{938BA667-9EF5-4419-B538-3A933531C0F1}" srcOrd="1" destOrd="0" presId="urn:microsoft.com/office/officeart/2005/8/layout/orgChart1"/>
    <dgm:cxn modelId="{8A6286BA-46D1-4B36-8C1A-6C34ADED5E53}" type="presOf" srcId="{52A05BD6-24DA-458E-B375-05411CC2E42D}" destId="{88083B85-733D-4333-8E91-1FAFE77B0CF3}" srcOrd="0" destOrd="0" presId="urn:microsoft.com/office/officeart/2005/8/layout/orgChart1"/>
    <dgm:cxn modelId="{3B523776-B589-4904-AF0E-974550115E01}" srcId="{2520BE00-CDC2-4A01-86CC-5F4B249C70E3}" destId="{7B9C90C0-F27F-4F49-872C-9DC4E6619F1D}" srcOrd="3" destOrd="0" parTransId="{6993853A-9943-48DA-A641-28C94185D3C7}" sibTransId="{FE7664EB-33A2-4CBD-A73F-551BC08F8366}"/>
    <dgm:cxn modelId="{842FA534-8E24-4BB4-9545-B9018F9197F9}" type="presOf" srcId="{EEE2EFA2-7D3F-45EE-980A-44F3DE5BB01D}" destId="{8121A202-F08F-45A2-A927-335795C8689E}" srcOrd="0" destOrd="0" presId="urn:microsoft.com/office/officeart/2005/8/layout/orgChart1"/>
    <dgm:cxn modelId="{1976C5C7-3997-4FD7-823C-5DBC25AAA0C2}" type="presOf" srcId="{238AF1CB-E221-47E2-9CB1-756D3B91562C}" destId="{A7010BDE-3D91-4FAB-AA46-57B719CF7E2D}" srcOrd="0" destOrd="0" presId="urn:microsoft.com/office/officeart/2005/8/layout/orgChart1"/>
    <dgm:cxn modelId="{F58CACCA-BE35-48B4-9C5E-FB5648CEC7E7}" type="presOf" srcId="{80524780-4C38-480E-82E4-01D55777AC98}" destId="{77FEDEA4-3951-41F1-8549-D13BF185326C}" srcOrd="1" destOrd="0" presId="urn:microsoft.com/office/officeart/2005/8/layout/orgChart1"/>
    <dgm:cxn modelId="{4BE4B114-6AA8-43C0-A9B2-1A2A99C29A85}" srcId="{04216307-56DB-45E9-9DBC-9D53D1379D4D}" destId="{7D86BE87-35BB-4DE6-996B-6E3139D23B17}" srcOrd="1" destOrd="0" parTransId="{8538252F-4306-4E61-8712-EACFD51EAD8D}" sibTransId="{C83C893B-B434-4433-9DA4-0CCA6F8F2664}"/>
    <dgm:cxn modelId="{E2542962-6946-4290-8188-EDFFF0971C5B}" type="presOf" srcId="{4F3B58B0-CE6A-4FAE-B26C-275E119E5929}" destId="{0439E60C-312C-47C4-887D-A119CB8D09DF}" srcOrd="1" destOrd="0" presId="urn:microsoft.com/office/officeart/2005/8/layout/orgChart1"/>
    <dgm:cxn modelId="{3F2D8535-F287-4100-8C89-49AEA9183B8D}" type="presOf" srcId="{7B9C90C0-F27F-4F49-872C-9DC4E6619F1D}" destId="{55AE3080-78D2-4A08-9A41-1214F49601CC}" srcOrd="1" destOrd="0" presId="urn:microsoft.com/office/officeart/2005/8/layout/orgChart1"/>
    <dgm:cxn modelId="{724BD69A-33BC-4CAB-8668-1CF18035621B}" type="presOf" srcId="{276E07E9-2A90-41FB-9C2A-1DC9A80C4260}" destId="{E05F02D8-AD10-45B3-AFF9-15340FBEF647}" srcOrd="0" destOrd="0" presId="urn:microsoft.com/office/officeart/2005/8/layout/orgChart1"/>
    <dgm:cxn modelId="{4470D9E0-8096-4CA8-B3EC-D81F963E1B68}" srcId="{CA80E9DB-8085-4754-84F3-841E44726D3D}" destId="{6B387347-AC9A-435C-85CA-5E3444E491B1}" srcOrd="1" destOrd="0" parTransId="{73A1F2C3-1448-4163-88F2-F156A5C3E408}" sibTransId="{6ABB0E81-F06F-4CB5-97B1-05B679FF003C}"/>
    <dgm:cxn modelId="{00D9056F-3327-4458-B676-E138AA50905A}" type="presOf" srcId="{7D86BE87-35BB-4DE6-996B-6E3139D23B17}" destId="{5FC471F6-B33D-4A9D-A2DE-67BBFA4152A3}" srcOrd="0" destOrd="0" presId="urn:microsoft.com/office/officeart/2005/8/layout/orgChart1"/>
    <dgm:cxn modelId="{15F92B3C-5F7B-4527-ADDC-2F130729674E}" type="presOf" srcId="{7021443D-F151-4888-A026-C5ECD823DBFD}" destId="{D940A902-E309-49EF-B414-98F48D191FBF}" srcOrd="0" destOrd="0" presId="urn:microsoft.com/office/officeart/2005/8/layout/orgChart1"/>
    <dgm:cxn modelId="{F9660962-C485-4FCE-98A6-8FD6E43A09E1}" type="presOf" srcId="{8948A364-BBAA-488F-9BF6-339EA703A693}" destId="{1B0D28D9-690C-4724-8B74-3168F517331D}" srcOrd="0" destOrd="0" presId="urn:microsoft.com/office/officeart/2005/8/layout/orgChart1"/>
    <dgm:cxn modelId="{33AB754E-A33B-4A56-8BD1-0F9A99F81333}" type="presOf" srcId="{3C83D2BE-0B6D-4EE6-B2E8-746AC89AA05F}" destId="{8A330895-384B-4C45-94AB-9A30641F2649}" srcOrd="0" destOrd="0" presId="urn:microsoft.com/office/officeart/2005/8/layout/orgChart1"/>
    <dgm:cxn modelId="{2197F701-A548-4314-ACCA-3EF017445553}" type="presOf" srcId="{102C8CB4-14E8-4614-9F6D-EA368684EB87}" destId="{D97ECAA6-2E64-4D9C-8A17-E5EECF218246}" srcOrd="0" destOrd="0" presId="urn:microsoft.com/office/officeart/2005/8/layout/orgChart1"/>
    <dgm:cxn modelId="{D26259E5-CCCF-4C8D-AB86-06EA250DB01C}" type="presOf" srcId="{F44A34CF-79FB-480E-8C4B-6A6F9F3B28C0}" destId="{8B8914FA-C8B4-4F32-91C6-0815848223F5}" srcOrd="1" destOrd="0" presId="urn:microsoft.com/office/officeart/2005/8/layout/orgChart1"/>
    <dgm:cxn modelId="{24E1DB63-447E-4895-9FE8-92685052E4EB}" srcId="{B2929EAC-8DE9-4B7A-906E-40D0F9F826C3}" destId="{D7DF4688-E163-4CDC-A617-3675861EA87A}" srcOrd="0" destOrd="0" parTransId="{DED4C3A8-AE35-4D28-9EBA-AD2A0D4E6263}" sibTransId="{3A7E0A0E-73AF-4C7F-951B-76B0DB97B145}"/>
    <dgm:cxn modelId="{3D45FC4D-4D24-41B4-A527-82A6F17C54F3}" srcId="{D7DF4688-E163-4CDC-A617-3675861EA87A}" destId="{31BB7C06-AE54-4B47-80B2-DC2DC1715586}" srcOrd="1" destOrd="0" parTransId="{5832A334-DD0E-4D3A-893D-EEDFEF504D24}" sibTransId="{BA86BECC-00FE-485F-8E8C-231800558495}"/>
    <dgm:cxn modelId="{1983A892-E09F-4DD2-99B9-5D4AF31D4BB8}" type="presOf" srcId="{997E49FB-401A-4C5F-BE64-01519609A613}" destId="{C4EB2775-629A-4200-813D-231ABF1FD4E7}" srcOrd="0" destOrd="0" presId="urn:microsoft.com/office/officeart/2005/8/layout/orgChart1"/>
    <dgm:cxn modelId="{E662CB6C-A086-4EA8-AB0A-A2F05712E5F5}" type="presOf" srcId="{260CA0D4-82C8-4921-BFD6-5683420ACBCD}" destId="{EB1304D2-80AF-4A04-90B6-7A61918729C9}" srcOrd="0" destOrd="0" presId="urn:microsoft.com/office/officeart/2005/8/layout/orgChart1"/>
    <dgm:cxn modelId="{38911348-16D7-44F4-A54B-AEACFEF88E53}" type="presOf" srcId="{E936E952-6141-4821-9BF8-D39DF6B2931D}" destId="{33813992-5A91-4026-9180-2F144E972652}" srcOrd="1" destOrd="0" presId="urn:microsoft.com/office/officeart/2005/8/layout/orgChart1"/>
    <dgm:cxn modelId="{5457818C-F69E-43E7-AC0F-9F9C192DBFDE}" type="presOf" srcId="{C2ED9EF7-AEBD-4F5B-A99C-BDA282334720}" destId="{B8C787B6-ED17-4222-A204-FDB8D508247E}" srcOrd="0" destOrd="0" presId="urn:microsoft.com/office/officeart/2005/8/layout/orgChart1"/>
    <dgm:cxn modelId="{7824AD66-78F3-4637-8CFE-E01FED22E45C}" type="presOf" srcId="{A5CCD15D-CBFC-4CD1-B0A3-912B0FC809D1}" destId="{581BAB87-C53D-4EDB-9C78-16060D39D43F}" srcOrd="0" destOrd="0" presId="urn:microsoft.com/office/officeart/2005/8/layout/orgChart1"/>
    <dgm:cxn modelId="{D2204EDF-3AA2-4048-ADDE-A9C7D31EF8E9}" type="presOf" srcId="{7F8C94F8-F38F-43EC-9443-4527360159FD}" destId="{CCF40266-0990-4B65-8097-E303456D0551}" srcOrd="0" destOrd="0" presId="urn:microsoft.com/office/officeart/2005/8/layout/orgChart1"/>
    <dgm:cxn modelId="{AE15A4D7-361B-4F28-A305-DBE3A94B2D73}" srcId="{31BB7C06-AE54-4B47-80B2-DC2DC1715586}" destId="{46C6E020-3B22-4A44-80EE-ED9D082E6EEF}" srcOrd="0" destOrd="0" parTransId="{B6B80867-8C0A-41CB-85D5-DB8A9EC3C1A2}" sibTransId="{438D0B35-23FC-4EBC-8EAF-D054BF4910CD}"/>
    <dgm:cxn modelId="{62E7C49B-15D4-4DBB-A956-8AAC3D98496B}" type="presOf" srcId="{30B29A93-E979-4A76-AC0B-A392C6A34285}" destId="{D36D1C7E-C072-4B30-BE71-0B453787EBC1}" srcOrd="0" destOrd="0" presId="urn:microsoft.com/office/officeart/2005/8/layout/orgChart1"/>
    <dgm:cxn modelId="{E11CDEBE-6EDA-4CE7-938D-CF74636749A1}" type="presOf" srcId="{D9265ABD-B979-4516-A5B3-6CE6D8F946FA}" destId="{D53CFB81-8A4B-4D2F-AA6F-D798C6ADE28E}" srcOrd="0" destOrd="0" presId="urn:microsoft.com/office/officeart/2005/8/layout/orgChart1"/>
    <dgm:cxn modelId="{E67F9D0E-3753-4FF5-9D5D-273DE0A3DE55}" type="presOf" srcId="{8DEE3F21-1111-4BB5-BF12-E7F6340AA662}" destId="{0933C9C0-EA96-4CE8-92D7-A690D445C4B9}" srcOrd="0" destOrd="0" presId="urn:microsoft.com/office/officeart/2005/8/layout/orgChart1"/>
    <dgm:cxn modelId="{CF1B47C4-0985-4F70-9515-6A47B45E9C89}" type="presOf" srcId="{80524780-4C38-480E-82E4-01D55777AC98}" destId="{F6970A8E-2759-459A-B6E3-52E5E4BBDEF7}" srcOrd="0" destOrd="0" presId="urn:microsoft.com/office/officeart/2005/8/layout/orgChart1"/>
    <dgm:cxn modelId="{E7D30B3D-C1E2-4E05-9994-BE790E1D69EF}" type="presOf" srcId="{2C21BEA9-D215-4614-9A21-EB32EF9FD417}" destId="{8406DCF8-D567-4BB9-B2C1-43701E525B2A}" srcOrd="0" destOrd="0" presId="urn:microsoft.com/office/officeart/2005/8/layout/orgChart1"/>
    <dgm:cxn modelId="{7C8D481D-BEAA-419C-870C-B62CF15B9165}" type="presOf" srcId="{102C8CB4-14E8-4614-9F6D-EA368684EB87}" destId="{2B17D5DE-34A3-4602-ADAB-61D5F2B3BA00}" srcOrd="1" destOrd="0" presId="urn:microsoft.com/office/officeart/2005/8/layout/orgChart1"/>
    <dgm:cxn modelId="{E2A7B9FE-4029-41F8-A909-D9780BC8E729}" type="presOf" srcId="{F895B2A6-16D5-47D2-A86E-4807F5DF6D62}" destId="{AF275DDF-EF7A-44C8-9D7B-AE8695C3A0A0}" srcOrd="0" destOrd="0" presId="urn:microsoft.com/office/officeart/2005/8/layout/orgChart1"/>
    <dgm:cxn modelId="{252298BD-4927-411D-8F78-3FB9101B657D}" type="presOf" srcId="{C0CDD9D0-C244-4041-843A-C567C974B7BB}" destId="{0F9DC1A1-1C1E-4BB7-B6E4-CFE7BD5EA29C}" srcOrd="0" destOrd="0" presId="urn:microsoft.com/office/officeart/2005/8/layout/orgChart1"/>
    <dgm:cxn modelId="{78B8338D-47CB-4748-A82B-613E0245783C}" type="presOf" srcId="{EDB159CA-F0FE-4563-AD66-8FB1DD56F03A}" destId="{386EA446-F6F0-4A08-AC84-392A1E1F6A6F}" srcOrd="0" destOrd="0" presId="urn:microsoft.com/office/officeart/2005/8/layout/orgChart1"/>
    <dgm:cxn modelId="{FCEE50C0-1CB5-41F1-9B6A-2CC6815C0DD7}" type="presOf" srcId="{CE10267B-6E32-4790-B2AD-AA1CF06D4834}" destId="{FFFD2714-7C90-437B-AB23-3AB7CE87B397}" srcOrd="1" destOrd="0" presId="urn:microsoft.com/office/officeart/2005/8/layout/orgChart1"/>
    <dgm:cxn modelId="{55CFC01E-8F62-4FD6-8A7D-B0372CEB988A}" type="presOf" srcId="{81F19C41-14E6-453B-B0B7-742DD5D89F14}" destId="{8F928B23-A393-4F29-892C-9CED278FCEEA}" srcOrd="0" destOrd="0" presId="urn:microsoft.com/office/officeart/2005/8/layout/orgChart1"/>
    <dgm:cxn modelId="{2973DE35-87B9-465A-B5CE-9D64A9D8CB38}" type="presOf" srcId="{1565AE8D-BB66-468D-BB50-5D5ECB414BC7}" destId="{BAFCB2E2-D696-4221-9E1D-6AF137389B92}" srcOrd="0" destOrd="0" presId="urn:microsoft.com/office/officeart/2005/8/layout/orgChart1"/>
    <dgm:cxn modelId="{305DF025-B2B9-474C-A42E-82560A4F6D03}" type="presOf" srcId="{9662E0F7-4385-4865-AF8E-44DF63516637}" destId="{D98B9849-A752-4FB1-AF91-E06878B3D053}" srcOrd="0" destOrd="0" presId="urn:microsoft.com/office/officeart/2005/8/layout/orgChart1"/>
    <dgm:cxn modelId="{A385C884-D545-43FA-9650-516675728D49}" type="presOf" srcId="{D381C1E2-1D27-425B-ABD6-E0D91B62A718}" destId="{CDF390B1-5070-4773-B3FA-FBFCB4CB434B}" srcOrd="0" destOrd="0" presId="urn:microsoft.com/office/officeart/2005/8/layout/orgChart1"/>
    <dgm:cxn modelId="{38F2678C-839D-48C1-9ED2-EBE0739CF577}" srcId="{9662E0F7-4385-4865-AF8E-44DF63516637}" destId="{CE10267B-6E32-4790-B2AD-AA1CF06D4834}" srcOrd="0" destOrd="0" parTransId="{4B22474E-4226-4139-9CE8-38ABDE1407DF}" sibTransId="{DC9D0397-5C51-4F9E-8F6B-7F5E8422366A}"/>
    <dgm:cxn modelId="{A365769E-6CE2-438F-AC02-0994CD86C0BD}" type="presOf" srcId="{83FEBC18-D170-42AC-82AF-56BA96644507}" destId="{EDD42B78-D215-4B0C-A82B-36581FAC8175}" srcOrd="0" destOrd="0" presId="urn:microsoft.com/office/officeart/2005/8/layout/orgChart1"/>
    <dgm:cxn modelId="{8B321927-5034-4070-89EB-23698E558A2E}" type="presOf" srcId="{F9DE6151-2529-4180-8327-DE5DD8B0CC0B}" destId="{6715DB19-3120-4103-9C5F-9E13F80E0AE6}" srcOrd="0" destOrd="0" presId="urn:microsoft.com/office/officeart/2005/8/layout/orgChart1"/>
    <dgm:cxn modelId="{DA955930-43FC-4B29-AFE2-C651ECA9EA09}" type="presOf" srcId="{F07EA0A6-0807-4ADE-94DE-A1729F1A0E53}" destId="{A195F8C1-D56C-4D93-B602-DBFA13D312FD}" srcOrd="1" destOrd="0" presId="urn:microsoft.com/office/officeart/2005/8/layout/orgChart1"/>
    <dgm:cxn modelId="{DBC601AD-92FE-4B41-8FB3-C8C1FFBE6D6C}" srcId="{6B387347-AC9A-435C-85CA-5E3444E491B1}" destId="{09CDE622-2B1D-4310-890C-5822E4E0D993}" srcOrd="2" destOrd="0" parTransId="{14C00EF4-6A46-4045-8B2F-16F2D3D88949}" sibTransId="{A3960787-F273-4152-8E6A-F780D9F80CA2}"/>
    <dgm:cxn modelId="{21DBFACC-BE45-4FC2-AB06-A2312A219CC2}" type="presOf" srcId="{4CDBFB27-0375-4FC1-9200-16E2C3BA6704}" destId="{825FFD21-5979-413B-BE69-E0D15902175B}" srcOrd="1" destOrd="0" presId="urn:microsoft.com/office/officeart/2005/8/layout/orgChart1"/>
    <dgm:cxn modelId="{477D6850-AAD7-46BA-9ED1-69CB7167366C}" type="presOf" srcId="{4E71E8CC-3512-4E27-B809-6113A0CC2D7F}" destId="{CF30F4E7-5E2E-4CF5-9726-5AFC10C540F9}" srcOrd="1" destOrd="0" presId="urn:microsoft.com/office/officeart/2005/8/layout/orgChart1"/>
    <dgm:cxn modelId="{7EF117E9-6E00-40BF-9A6C-74C22B5DA37B}" type="presOf" srcId="{B2929EAC-8DE9-4B7A-906E-40D0F9F826C3}" destId="{E15E8F02-510D-4EE7-90B4-8BEF81F8BC05}" srcOrd="0" destOrd="0" presId="urn:microsoft.com/office/officeart/2005/8/layout/orgChart1"/>
    <dgm:cxn modelId="{2CE3CB17-E46C-4425-9D91-B73314182E36}" type="presOf" srcId="{04216307-56DB-45E9-9DBC-9D53D1379D4D}" destId="{08BE7DDD-1817-435C-B357-B4E86739AE6D}" srcOrd="0" destOrd="0" presId="urn:microsoft.com/office/officeart/2005/8/layout/orgChart1"/>
    <dgm:cxn modelId="{37659B51-DBC3-4A2A-AFB1-B0FD0B16BDE4}" type="presOf" srcId="{7021443D-F151-4888-A026-C5ECD823DBFD}" destId="{9971F6F3-7AD7-4752-A810-71F79E7961F2}" srcOrd="1" destOrd="0" presId="urn:microsoft.com/office/officeart/2005/8/layout/orgChart1"/>
    <dgm:cxn modelId="{D803FE01-70BE-490F-AC13-61C038501B7C}" type="presOf" srcId="{1F378F30-9C7F-4715-B41A-1B255F13F6B8}" destId="{B4B2599A-68A5-4928-8C8F-B02F4D8C2DAF}" srcOrd="0" destOrd="0" presId="urn:microsoft.com/office/officeart/2005/8/layout/orgChart1"/>
    <dgm:cxn modelId="{2707CECB-A2A7-410E-BFD4-9BE5613FB8D2}" srcId="{174B56BB-2605-4734-8AD4-3AE0F7E710FD}" destId="{997E49FB-401A-4C5F-BE64-01519609A613}" srcOrd="0" destOrd="0" parTransId="{176F5580-1304-406A-9EDE-777FC0C316A2}" sibTransId="{FFE3D5D3-ECE1-4C41-A8CB-2A12A6F2CAC8}"/>
    <dgm:cxn modelId="{FFD83A01-E57F-41EA-8838-957F73BEBBCF}" type="presOf" srcId="{5EEBA779-0FE5-49A3-8506-1D1568C020A3}" destId="{4F3897D5-FB91-4FA8-89E1-2CA8CBB09544}" srcOrd="0" destOrd="0" presId="urn:microsoft.com/office/officeart/2005/8/layout/orgChart1"/>
    <dgm:cxn modelId="{924A5A2B-8E84-497C-9490-5C1148364B5E}" type="presOf" srcId="{54664CB6-C676-4AD6-A207-F933C3DD998C}" destId="{02C13E3D-2D98-4561-8CB5-54C7DBBB931A}" srcOrd="1" destOrd="0" presId="urn:microsoft.com/office/officeart/2005/8/layout/orgChart1"/>
    <dgm:cxn modelId="{19ABEEA9-371A-49A9-A730-5FE2068996D4}" type="presOf" srcId="{09CDE622-2B1D-4310-890C-5822E4E0D993}" destId="{DCFFAB09-A13E-4881-9BA2-00ABA676FAC8}" srcOrd="0" destOrd="0" presId="urn:microsoft.com/office/officeart/2005/8/layout/orgChart1"/>
    <dgm:cxn modelId="{B64C7F43-5C85-40BF-B07A-BAAD57DE3322}" type="presOf" srcId="{5B24CCA6-6C6F-4137-9727-5434ACD16B44}" destId="{B0B7355B-1580-438E-9985-6314E4506094}" srcOrd="0" destOrd="0" presId="urn:microsoft.com/office/officeart/2005/8/layout/orgChart1"/>
    <dgm:cxn modelId="{25AC244A-C425-4627-BF4D-EAA3CCB7E7BD}" type="presOf" srcId="{14C00EF4-6A46-4045-8B2F-16F2D3D88949}" destId="{2B6B5FA7-C0B5-4E40-B4E0-E96A4CA4115D}" srcOrd="0" destOrd="0" presId="urn:microsoft.com/office/officeart/2005/8/layout/orgChart1"/>
    <dgm:cxn modelId="{797969D1-B4CF-41EE-928B-F78E58E519DC}" type="presOf" srcId="{BA44A716-CB42-4503-B305-8DBAB3FC504D}" destId="{76069DE3-8F7C-421B-BE74-B2C17A9F3CC7}" srcOrd="0" destOrd="0" presId="urn:microsoft.com/office/officeart/2005/8/layout/orgChart1"/>
    <dgm:cxn modelId="{43B887AD-0C50-4D3F-9DD1-2B806136F64D}" type="presOf" srcId="{AA55C651-6563-4C43-90C4-1B8F71B93842}" destId="{94D7E6EB-D5E3-4500-B84A-73DD5472731B}" srcOrd="1" destOrd="0" presId="urn:microsoft.com/office/officeart/2005/8/layout/orgChart1"/>
    <dgm:cxn modelId="{A1F6ACE9-DB13-4FC2-8744-D50A6728C7B9}" srcId="{4A3F33F6-06AC-4C0E-AEE4-A25AD7156BE2}" destId="{81F19C41-14E6-453B-B0B7-742DD5D89F14}" srcOrd="2" destOrd="0" parTransId="{30B29A93-E979-4A76-AC0B-A392C6A34285}" sibTransId="{E1312E7C-12D7-4EF5-9903-BF787CD4ADEB}"/>
    <dgm:cxn modelId="{AA1F5A1D-8CCD-4B20-B2AC-D0CE43144D7B}" type="presOf" srcId="{B1D17722-0B8E-4653-81BA-1CB4DFCB54FA}" destId="{BF19D96D-66F4-43EA-AF3E-6601EEACD7F3}" srcOrd="0" destOrd="0" presId="urn:microsoft.com/office/officeart/2005/8/layout/orgChart1"/>
    <dgm:cxn modelId="{0758CE4A-4251-4975-9976-BD4502F48A29}" srcId="{DDC71503-6983-4E6C-A4DD-6A0654B40D72}" destId="{FEE641D1-E00A-49A3-9E26-AD6109049734}" srcOrd="1" destOrd="0" parTransId="{BA44A716-CB42-4503-B305-8DBAB3FC504D}" sibTransId="{C1A27114-DCEB-4B25-AE00-51FA42793F76}"/>
    <dgm:cxn modelId="{8863765E-C566-458B-AC6D-8CCA65703260}" type="presOf" srcId="{4C5EFC5A-F1C2-40C8-B50B-E211CF98095B}" destId="{0BA6A143-5C38-46D3-9F81-E610921337B9}" srcOrd="0" destOrd="0" presId="urn:microsoft.com/office/officeart/2005/8/layout/orgChart1"/>
    <dgm:cxn modelId="{10974ACF-E9DB-4222-8932-AF28887D38EA}" type="presOf" srcId="{F4C4564D-0F94-4A63-B51C-FBE886FEFC1D}" destId="{4BB5E445-FC39-4C77-AC71-D00C1338179F}" srcOrd="0" destOrd="0" presId="urn:microsoft.com/office/officeart/2005/8/layout/orgChart1"/>
    <dgm:cxn modelId="{00974379-9EAC-4478-A792-4A4E769BC804}" type="presOf" srcId="{690508D8-2689-4B73-9038-9910AC6B6CEA}" destId="{9F0B90AE-265C-44CA-9867-7FF0D6EFF680}" srcOrd="0" destOrd="0" presId="urn:microsoft.com/office/officeart/2005/8/layout/orgChart1"/>
    <dgm:cxn modelId="{C835891A-0B10-4077-A8F6-FC1D16CB02C3}" type="presOf" srcId="{05528C33-3482-47F1-A862-88DD0442B480}" destId="{2F75092F-25AB-4F02-98E5-5CC33C3AA105}" srcOrd="0" destOrd="0" presId="urn:microsoft.com/office/officeart/2005/8/layout/orgChart1"/>
    <dgm:cxn modelId="{F12F6643-B34D-4D7A-9CD0-13ACCE03A7D4}" type="presOf" srcId="{78D98E0E-2B19-4201-A587-B74E3B63C902}" destId="{68065BB3-9D95-4309-B02F-8373D9319E8C}" srcOrd="0" destOrd="0" presId="urn:microsoft.com/office/officeart/2005/8/layout/orgChart1"/>
    <dgm:cxn modelId="{7E624344-373F-4F6E-950E-B9449BEF4F21}" srcId="{2520BE00-CDC2-4A01-86CC-5F4B249C70E3}" destId="{260CA0D4-82C8-4921-BFD6-5683420ACBCD}" srcOrd="2" destOrd="0" parTransId="{5EEBA779-0FE5-49A3-8506-1D1568C020A3}" sibTransId="{2FFB3ED4-CB9D-459F-82AB-C0A1361DA4CE}"/>
    <dgm:cxn modelId="{2B2CAB0E-A265-46F2-A215-936E24918D9A}" type="presOf" srcId="{C8704DBD-8EE5-4CA7-B5C5-6C61EBAF4246}" destId="{09F472C0-874C-4905-AFFA-CF0D50775C03}" srcOrd="0" destOrd="0" presId="urn:microsoft.com/office/officeart/2005/8/layout/orgChart1"/>
    <dgm:cxn modelId="{E22EBDB2-05FF-4C15-97ED-43175151C37B}" type="presOf" srcId="{174B56BB-2605-4734-8AD4-3AE0F7E710FD}" destId="{63A632FD-7A93-4B19-A92B-0A14E2A75047}" srcOrd="0" destOrd="0" presId="urn:microsoft.com/office/officeart/2005/8/layout/orgChart1"/>
    <dgm:cxn modelId="{D06A5172-11F1-4F36-844B-34023B48721D}" type="presOf" srcId="{8B646AD2-D485-4066-B5CF-6C46CA260681}" destId="{D0EE3C38-32BF-49E5-A55D-7578DB373D92}" srcOrd="0" destOrd="0" presId="urn:microsoft.com/office/officeart/2005/8/layout/orgChart1"/>
    <dgm:cxn modelId="{7018071B-5CCB-49AC-88EF-4ED0226CB35B}" type="presOf" srcId="{8D74A626-C244-42D2-8173-737C29742A85}" destId="{9E3B905B-BA6D-4462-800A-05E95ACFF38E}" srcOrd="0" destOrd="0" presId="urn:microsoft.com/office/officeart/2005/8/layout/orgChart1"/>
    <dgm:cxn modelId="{3AB52449-B702-4F9F-97BF-A90B5A7F59C9}" srcId="{A403D237-29B3-432B-9966-461C3A4DAF55}" destId="{85622847-7394-49A9-B5D2-8F23E08340E6}" srcOrd="0" destOrd="0" parTransId="{68A16D13-E2B5-45D1-AB98-B58E0FD26003}" sibTransId="{0DCEE01A-37B4-4636-9E9C-D745DD4C9211}"/>
    <dgm:cxn modelId="{0F122D7B-A26E-40D4-B99B-03D8A0BDD3D3}" srcId="{B2929EAC-8DE9-4B7A-906E-40D0F9F826C3}" destId="{CA80E9DB-8085-4754-84F3-841E44726D3D}" srcOrd="1" destOrd="0" parTransId="{54733463-486C-4E45-9DCE-4E46DB3881AA}" sibTransId="{1793C7BB-9934-48DB-A224-458942133EF7}"/>
    <dgm:cxn modelId="{3475DB7D-0C64-4DB8-B531-CD842CAAF556}" srcId="{4746F7E2-BED9-4FA9-95CD-E452A8096535}" destId="{BB9A29B5-9CD3-412B-B1E3-A51AEEE5F4D8}" srcOrd="0" destOrd="0" parTransId="{CF6BE040-4E90-46AD-9C0E-DF4404FCFC0D}" sibTransId="{6EF3FC17-04D3-40B9-991A-5D2E6539C79F}"/>
    <dgm:cxn modelId="{3FBC620C-DF6C-47C9-AE2D-CC7D52EF57D6}" srcId="{AA55C651-6563-4C43-90C4-1B8F71B93842}" destId="{C93D84F0-F771-4950-A491-4A324AC87C81}" srcOrd="1" destOrd="0" parTransId="{EDB159CA-F0FE-4563-AD66-8FB1DD56F03A}" sibTransId="{4E4CFA84-E59F-4AAF-BDC6-779B3117AFE0}"/>
    <dgm:cxn modelId="{AEAC633B-7C2C-4596-AF8C-24343028564F}" type="presOf" srcId="{5EB3B9ED-0A7F-4930-8C58-9BF8C6AEC0D6}" destId="{63E71A39-D3E3-456B-9729-756AD7996BA3}" srcOrd="0" destOrd="0" presId="urn:microsoft.com/office/officeart/2005/8/layout/orgChart1"/>
    <dgm:cxn modelId="{D4E9F8C6-13E8-449A-827D-4F4413B56620}" type="presOf" srcId="{C93D84F0-F771-4950-A491-4A324AC87C81}" destId="{2FE39985-392F-4BE9-B86E-2EE691DBEE0F}" srcOrd="1" destOrd="0" presId="urn:microsoft.com/office/officeart/2005/8/layout/orgChart1"/>
    <dgm:cxn modelId="{BB419BE5-067B-45EE-B734-B53F5229AB2E}" type="presOf" srcId="{BCBD8BD5-9065-42D6-99D8-BBEDAFE7A4B2}" destId="{C10375E8-1FE5-43B3-B33B-D04FA01E43B2}" srcOrd="0" destOrd="0" presId="urn:microsoft.com/office/officeart/2005/8/layout/orgChart1"/>
    <dgm:cxn modelId="{E591E887-8A13-43FC-92C9-3C5ED5E51290}" type="presOf" srcId="{B16C916F-BF30-457C-9388-C6DDA3BA32DF}" destId="{C591C947-F4DC-4C31-B5B4-4FC444AEAB3A}" srcOrd="1" destOrd="0" presId="urn:microsoft.com/office/officeart/2005/8/layout/orgChart1"/>
    <dgm:cxn modelId="{970B0EC6-D813-401B-BCC8-909393EFE585}" type="presOf" srcId="{8A9621D7-1917-4A33-BA86-E5FEDB1D7309}" destId="{76DE5DD8-4B6A-4426-AE82-7A9B9F2A51EC}" srcOrd="0" destOrd="0" presId="urn:microsoft.com/office/officeart/2005/8/layout/orgChart1"/>
    <dgm:cxn modelId="{6616FFA0-B028-4F1B-8B08-A483BBB1D15D}" type="presOf" srcId="{85622847-7394-49A9-B5D2-8F23E08340E6}" destId="{DD62CEE7-88A0-43A6-B1E8-A58EA761D514}" srcOrd="0" destOrd="0" presId="urn:microsoft.com/office/officeart/2005/8/layout/orgChart1"/>
    <dgm:cxn modelId="{66143868-97F6-4874-A3D3-15D0643F6C62}" srcId="{9662E0F7-4385-4865-AF8E-44DF63516637}" destId="{B8533B69-05DC-45EF-82FE-F1A91BB1D025}" srcOrd="3" destOrd="0" parTransId="{D45CF031-31BC-448B-9216-0A8F85634BEA}" sibTransId="{00F3A398-410E-4835-A33F-34BBF0F337DE}"/>
    <dgm:cxn modelId="{D1E7487A-4FD9-48F7-ADB9-F746B0E81068}" srcId="{4746F7E2-BED9-4FA9-95CD-E452A8096535}" destId="{77F6FA16-62D1-4EB2-A4CA-D6F34A6F593E}" srcOrd="2" destOrd="0" parTransId="{9D5461D1-086F-45E9-A32A-FEF5FAB9637F}" sibTransId="{3065F393-124F-4936-9AF7-6582867B1CB5}"/>
    <dgm:cxn modelId="{48584AB4-BCD8-4885-B898-1C2CEF1FDD40}" type="presOf" srcId="{7E6D48AF-37AF-4DCE-A275-FECE8BF7E5A1}" destId="{80C1F88B-11D8-4148-B9B3-866B9F4C29D8}" srcOrd="1" destOrd="0" presId="urn:microsoft.com/office/officeart/2005/8/layout/orgChart1"/>
    <dgm:cxn modelId="{C97AB133-BA2F-441D-92FB-A7EFC3771702}" srcId="{069676CE-B74A-43D1-A40F-D158602AB497}" destId="{0EC21043-F251-4C8D-975E-E02A695161E5}" srcOrd="2" destOrd="0" parTransId="{450E86EA-2B72-4A7F-B847-CB27CAEA213C}" sibTransId="{0F0D24F2-7ECA-4ECA-8435-C641B25BE1E3}"/>
    <dgm:cxn modelId="{108E266D-BBDE-4AAC-90CF-C6562D51791F}" type="presOf" srcId="{B16C916F-BF30-457C-9388-C6DDA3BA32DF}" destId="{30581DEF-DAC5-4C90-BD9C-B4CBFA9F1E73}" srcOrd="0" destOrd="0" presId="urn:microsoft.com/office/officeart/2005/8/layout/orgChart1"/>
    <dgm:cxn modelId="{75C0F7F1-60FD-442F-B6E1-7561024E87DD}" srcId="{069676CE-B74A-43D1-A40F-D158602AB497}" destId="{52A05BD6-24DA-458E-B375-05411CC2E42D}" srcOrd="3" destOrd="0" parTransId="{7A40F6CA-BA8C-4804-9091-201BBB0C879C}" sibTransId="{996549AC-5A60-4DDF-B733-F840FD87EBC3}"/>
    <dgm:cxn modelId="{09241E66-5DA3-427E-B082-C633DC70E734}" type="presOf" srcId="{0EC21043-F251-4C8D-975E-E02A695161E5}" destId="{79D81943-20D4-4F41-982D-B9F2DB70BC32}" srcOrd="1" destOrd="0" presId="urn:microsoft.com/office/officeart/2005/8/layout/orgChart1"/>
    <dgm:cxn modelId="{68792313-66A7-4779-A6E6-DE1019953D5F}" type="presOf" srcId="{C5220521-A2F5-420A-A3CA-4E21AE354ABA}" destId="{67235A44-D56D-4C67-86ED-6538F2355836}" srcOrd="1" destOrd="0" presId="urn:microsoft.com/office/officeart/2005/8/layout/orgChart1"/>
    <dgm:cxn modelId="{7B7EE366-D74F-42A3-AF93-89AF8C5F0074}" type="presOf" srcId="{B2929EAC-8DE9-4B7A-906E-40D0F9F826C3}" destId="{38F59F5E-1496-42AA-BE78-6C12DD1C1A76}" srcOrd="1" destOrd="0" presId="urn:microsoft.com/office/officeart/2005/8/layout/orgChart1"/>
    <dgm:cxn modelId="{2FF238AB-F437-4C64-AA47-37C68557444B}" type="presOf" srcId="{1778EE6A-4E6A-42CD-BC0F-F886E7E70CFE}" destId="{C8F73659-C16F-4D81-A874-74F88BFB6D24}" srcOrd="0" destOrd="0" presId="urn:microsoft.com/office/officeart/2005/8/layout/orgChart1"/>
    <dgm:cxn modelId="{F2AF65FA-E5AB-4834-9C6A-2190C43CF66F}" type="presOf" srcId="{77F6FA16-62D1-4EB2-A4CA-D6F34A6F593E}" destId="{01748BDE-02D5-4E8F-B811-1F8C70F6AB27}" srcOrd="0" destOrd="0" presId="urn:microsoft.com/office/officeart/2005/8/layout/orgChart1"/>
    <dgm:cxn modelId="{94495D0A-2D22-4396-ADC8-E09A023CC4D5}" type="presOf" srcId="{E3A01405-3D7F-4403-A221-1976452C89C2}" destId="{7B8EB8B9-FB0C-4049-B50D-666994D0C220}" srcOrd="0" destOrd="0" presId="urn:microsoft.com/office/officeart/2005/8/layout/orgChart1"/>
    <dgm:cxn modelId="{7BEEA218-6A41-4915-B834-D024325570B0}" srcId="{F07D97B5-437C-45BF-BCD9-40866BC209FE}" destId="{15E419CA-3128-430B-A066-5837363FA3B5}" srcOrd="0" destOrd="0" parTransId="{F4C4564D-0F94-4A63-B51C-FBE886FEFC1D}" sibTransId="{EF5DE427-8CB4-4766-BB7C-649D893F0A04}"/>
    <dgm:cxn modelId="{ED0072AD-C116-4082-BFDD-081F7FDF8CC4}" type="presOf" srcId="{85622847-7394-49A9-B5D2-8F23E08340E6}" destId="{4CA50539-F1C3-497E-BAAE-DDDBFF36479B}" srcOrd="1" destOrd="0" presId="urn:microsoft.com/office/officeart/2005/8/layout/orgChart1"/>
    <dgm:cxn modelId="{97CBE2E6-E147-4EE9-AF2F-C5AD5EE93BE5}" srcId="{78D98E0E-2B19-4201-A587-B74E3B63C902}" destId="{7E6D48AF-37AF-4DCE-A275-FECE8BF7E5A1}" srcOrd="1" destOrd="0" parTransId="{8DEE3F21-1111-4BB5-BF12-E7F6340AA662}" sibTransId="{15FE53C5-C1C2-478C-AA02-AFBD552D6231}"/>
    <dgm:cxn modelId="{3FE6CF84-9670-400D-BC9F-089E95C94316}" type="presOf" srcId="{2507E107-C7FB-4F14-8E6D-D32A97E14679}" destId="{53A4A566-FCF7-4DB3-8D66-087CB564B8A5}" srcOrd="0" destOrd="0" presId="urn:microsoft.com/office/officeart/2005/8/layout/orgChart1"/>
    <dgm:cxn modelId="{4D15FDBA-9F9F-4C2F-BE9F-ACEBB298124D}" type="presOf" srcId="{86016C3C-FE75-45C3-89E1-3C440C785AEF}" destId="{C4EBBCCD-91D9-4351-B1D7-CB6EA3DCD8E4}" srcOrd="0" destOrd="0" presId="urn:microsoft.com/office/officeart/2005/8/layout/orgChart1"/>
    <dgm:cxn modelId="{09C111B7-06B2-4905-B9D0-C31F39A46109}" type="presOf" srcId="{B6B80867-8C0A-41CB-85D5-DB8A9EC3C1A2}" destId="{D96023E0-D17F-4263-B7F2-06BA3D441BC7}" srcOrd="0" destOrd="0" presId="urn:microsoft.com/office/officeart/2005/8/layout/orgChart1"/>
    <dgm:cxn modelId="{A30829C5-2E91-45EE-9C22-D0AB8E5284F9}" srcId="{AEEA4AF6-7AB3-4E4C-95CE-1821C5BDCA5F}" destId="{2899175B-B0B8-41DC-B182-BA636DD82563}" srcOrd="1" destOrd="0" parTransId="{385A27B8-4ADA-45B0-B8E8-32244AE08812}" sibTransId="{DB64EE4D-7C9D-49BA-B063-730E8DE8E2F9}"/>
    <dgm:cxn modelId="{8B87A63B-3B8E-4D77-A3B3-20E854539151}" type="presOf" srcId="{6F8D08DC-0B43-4616-92D5-431F53B9AAD2}" destId="{89451074-A34A-4251-BBDE-65189CCDDF7A}" srcOrd="0" destOrd="0" presId="urn:microsoft.com/office/officeart/2005/8/layout/orgChart1"/>
    <dgm:cxn modelId="{33687B9C-83C7-4ABD-8758-2327B4F023BC}" type="presOf" srcId="{0D6DF832-D814-47E1-BEB8-AF9B98FBB143}" destId="{5C5B8FD0-01AD-4365-A804-018ADB602C72}" srcOrd="0" destOrd="0" presId="urn:microsoft.com/office/officeart/2005/8/layout/orgChart1"/>
    <dgm:cxn modelId="{938B784B-B00C-426D-B293-FBED5570AE92}" type="presOf" srcId="{3D5CCE54-DECC-441E-BE3D-87CD433DF42C}" destId="{E7FE5998-68DE-4795-8488-9E82E5718EF0}" srcOrd="1" destOrd="0" presId="urn:microsoft.com/office/officeart/2005/8/layout/orgChart1"/>
    <dgm:cxn modelId="{2C5248EF-016D-419F-A1AA-03ABF1C5A27D}" type="presOf" srcId="{2899175B-B0B8-41DC-B182-BA636DD82563}" destId="{C1E8F010-B027-4114-AC95-CDA878FBAC4E}" srcOrd="1" destOrd="0" presId="urn:microsoft.com/office/officeart/2005/8/layout/orgChart1"/>
    <dgm:cxn modelId="{8AC9A809-C0D6-45CA-AC69-C356AC016799}" type="presOf" srcId="{49E745AC-5F03-4B2F-9E15-A95F34DEA6DC}" destId="{9C4FDF6D-2289-4F58-9237-2752A3BE2B2A}" srcOrd="1" destOrd="0" presId="urn:microsoft.com/office/officeart/2005/8/layout/orgChart1"/>
    <dgm:cxn modelId="{297F2056-0BD0-4F44-98CD-1EE2B20AEB94}" type="presOf" srcId="{49E745AC-5F03-4B2F-9E15-A95F34DEA6DC}" destId="{F0A45102-C4D0-455E-B14E-582CA5394E48}" srcOrd="0" destOrd="0" presId="urn:microsoft.com/office/officeart/2005/8/layout/orgChart1"/>
    <dgm:cxn modelId="{7F36AEDB-F8BC-4C43-88B5-0C4DA1DACD24}" type="presOf" srcId="{BB9A29B5-9CD3-412B-B1E3-A51AEEE5F4D8}" destId="{D55DF5E4-D6BF-4EE3-8BE7-0C5D88F65355}" srcOrd="1" destOrd="0" presId="urn:microsoft.com/office/officeart/2005/8/layout/orgChart1"/>
    <dgm:cxn modelId="{AE6C0F8C-139A-434C-BE8C-D96DDD5AAA45}" type="presOf" srcId="{31BB7C06-AE54-4B47-80B2-DC2DC1715586}" destId="{E52A84AB-A1BC-4616-BF6D-AA20BCF518DF}" srcOrd="0" destOrd="0" presId="urn:microsoft.com/office/officeart/2005/8/layout/orgChart1"/>
    <dgm:cxn modelId="{9817AED2-FD9D-4DC8-A28D-02F3CC94309F}" type="presOf" srcId="{46C6E020-3B22-4A44-80EE-ED9D082E6EEF}" destId="{84AE4FFF-8A80-464A-8A86-F3C76DDF7AD4}" srcOrd="1" destOrd="0" presId="urn:microsoft.com/office/officeart/2005/8/layout/orgChart1"/>
    <dgm:cxn modelId="{764A4D0A-40B3-4C74-9ED1-673CD9F2C3D9}" type="presOf" srcId="{569CA4B5-99C0-4993-B1BB-463919492D27}" destId="{5576562B-C952-4293-9479-885BD57C1751}" srcOrd="0" destOrd="0" presId="urn:microsoft.com/office/officeart/2005/8/layout/orgChart1"/>
    <dgm:cxn modelId="{F1ABD54E-F18D-4CE2-BDB5-811AA97FA843}" type="presOf" srcId="{238AF1CB-E221-47E2-9CB1-756D3B91562C}" destId="{4E725146-D752-462F-B324-9AE3FF307341}" srcOrd="1" destOrd="0" presId="urn:microsoft.com/office/officeart/2005/8/layout/orgChart1"/>
    <dgm:cxn modelId="{62345343-0A08-4EEF-A6C8-73FD38F968F8}" srcId="{F44A34CF-79FB-480E-8C4B-6A6F9F3B28C0}" destId="{174B56BB-2605-4734-8AD4-3AE0F7E710FD}" srcOrd="0" destOrd="0" parTransId="{83FEBC18-D170-42AC-82AF-56BA96644507}" sibTransId="{547E1403-35F0-487E-B5CB-468DDFD9ED5F}"/>
    <dgm:cxn modelId="{2A05A32A-A09D-4F0D-99A0-A69199EE2E2B}" type="presOf" srcId="{0EC21043-F251-4C8D-975E-E02A695161E5}" destId="{D30CF99A-9B95-48A5-9334-96CE7EE57A48}" srcOrd="0" destOrd="0" presId="urn:microsoft.com/office/officeart/2005/8/layout/orgChart1"/>
    <dgm:cxn modelId="{0B152165-3B45-4DEA-87D9-4B603B8A2819}" type="presParOf" srcId="{12FD58E8-FA50-4E91-8A1D-074DC187B8A0}" destId="{9A4A9040-5639-4B94-A7CB-EBB61B5B7BE0}" srcOrd="0" destOrd="0" presId="urn:microsoft.com/office/officeart/2005/8/layout/orgChart1"/>
    <dgm:cxn modelId="{A8884BEB-0060-46F9-8A14-2496D2D97BB2}" type="presParOf" srcId="{9A4A9040-5639-4B94-A7CB-EBB61B5B7BE0}" destId="{F1585B50-FDAF-4101-A217-331C32E2F45A}" srcOrd="0" destOrd="0" presId="urn:microsoft.com/office/officeart/2005/8/layout/orgChart1"/>
    <dgm:cxn modelId="{155671DC-E2A9-419A-B14E-D2EF550BF77C}" type="presParOf" srcId="{F1585B50-FDAF-4101-A217-331C32E2F45A}" destId="{E15E8F02-510D-4EE7-90B4-8BEF81F8BC05}" srcOrd="0" destOrd="0" presId="urn:microsoft.com/office/officeart/2005/8/layout/orgChart1"/>
    <dgm:cxn modelId="{AAB308C6-221F-477D-81D9-C770DB195CBC}" type="presParOf" srcId="{F1585B50-FDAF-4101-A217-331C32E2F45A}" destId="{38F59F5E-1496-42AA-BE78-6C12DD1C1A76}" srcOrd="1" destOrd="0" presId="urn:microsoft.com/office/officeart/2005/8/layout/orgChart1"/>
    <dgm:cxn modelId="{18FCC545-9055-46C6-B6D7-1A347FB2987F}" type="presParOf" srcId="{9A4A9040-5639-4B94-A7CB-EBB61B5B7BE0}" destId="{E124F933-28E5-42B4-BF68-E4A17F7A76BC}" srcOrd="1" destOrd="0" presId="urn:microsoft.com/office/officeart/2005/8/layout/orgChart1"/>
    <dgm:cxn modelId="{0C496D0D-86BC-48C7-8A3E-28002E0AFCCC}" type="presParOf" srcId="{E124F933-28E5-42B4-BF68-E4A17F7A76BC}" destId="{1E7A8CB4-90B3-4891-A6D5-D9CCCC3118EB}" srcOrd="0" destOrd="0" presId="urn:microsoft.com/office/officeart/2005/8/layout/orgChart1"/>
    <dgm:cxn modelId="{D7DAA2A0-4B2E-4D40-8AEC-C21CE1ACF416}" type="presParOf" srcId="{E124F933-28E5-42B4-BF68-E4A17F7A76BC}" destId="{622C41EA-8B14-4F2F-8FDC-0CA0D95421B8}" srcOrd="1" destOrd="0" presId="urn:microsoft.com/office/officeart/2005/8/layout/orgChart1"/>
    <dgm:cxn modelId="{EC11F75E-DFB7-4054-9C1B-963A1E0C9157}" type="presParOf" srcId="{622C41EA-8B14-4F2F-8FDC-0CA0D95421B8}" destId="{41D6304E-0870-4ED9-8B9C-AC74D22C6B1B}" srcOrd="0" destOrd="0" presId="urn:microsoft.com/office/officeart/2005/8/layout/orgChart1"/>
    <dgm:cxn modelId="{3970A25C-66DF-4592-9A9A-F7560D9978D4}" type="presParOf" srcId="{41D6304E-0870-4ED9-8B9C-AC74D22C6B1B}" destId="{59E83297-5D78-401B-A3B9-3F6975A5943B}" srcOrd="0" destOrd="0" presId="urn:microsoft.com/office/officeart/2005/8/layout/orgChart1"/>
    <dgm:cxn modelId="{2030916F-38AD-4C68-94FF-D8EFEB73E0F6}" type="presParOf" srcId="{41D6304E-0870-4ED9-8B9C-AC74D22C6B1B}" destId="{F7892810-83B9-4939-8B33-672DD16CEA08}" srcOrd="1" destOrd="0" presId="urn:microsoft.com/office/officeart/2005/8/layout/orgChart1"/>
    <dgm:cxn modelId="{16298602-2C69-47B8-B52E-F63F2A27B3E1}" type="presParOf" srcId="{622C41EA-8B14-4F2F-8FDC-0CA0D95421B8}" destId="{463829A9-6EBE-4E30-B08E-5136E2E93EF4}" srcOrd="1" destOrd="0" presId="urn:microsoft.com/office/officeart/2005/8/layout/orgChart1"/>
    <dgm:cxn modelId="{535D593E-F803-4470-BE03-E7938B4AB616}" type="presParOf" srcId="{463829A9-6EBE-4E30-B08E-5136E2E93EF4}" destId="{6B23E6A1-AF1B-4665-A8B7-035615B80FF5}" srcOrd="0" destOrd="0" presId="urn:microsoft.com/office/officeart/2005/8/layout/orgChart1"/>
    <dgm:cxn modelId="{BF2FF5D4-D7A0-4B8C-B9C9-A6135D2EC4FC}" type="presParOf" srcId="{463829A9-6EBE-4E30-B08E-5136E2E93EF4}" destId="{2734AE6F-6E2E-44DB-BA7B-548091FF1D30}" srcOrd="1" destOrd="0" presId="urn:microsoft.com/office/officeart/2005/8/layout/orgChart1"/>
    <dgm:cxn modelId="{D1C3A51F-6392-4BFD-A51B-519F75C8F857}" type="presParOf" srcId="{2734AE6F-6E2E-44DB-BA7B-548091FF1D30}" destId="{626FAD7B-619C-4C78-A10A-06EDE8AAFE8A}" srcOrd="0" destOrd="0" presId="urn:microsoft.com/office/officeart/2005/8/layout/orgChart1"/>
    <dgm:cxn modelId="{108D3E97-B55B-4C0E-9C3F-6C1DC86C8225}" type="presParOf" srcId="{626FAD7B-619C-4C78-A10A-06EDE8AAFE8A}" destId="{D98B9849-A752-4FB1-AF91-E06878B3D053}" srcOrd="0" destOrd="0" presId="urn:microsoft.com/office/officeart/2005/8/layout/orgChart1"/>
    <dgm:cxn modelId="{29F23591-7CBF-415C-BFFB-E226BCEAAB94}" type="presParOf" srcId="{626FAD7B-619C-4C78-A10A-06EDE8AAFE8A}" destId="{8E442703-E1EA-48C5-86C6-604D63000F8F}" srcOrd="1" destOrd="0" presId="urn:microsoft.com/office/officeart/2005/8/layout/orgChart1"/>
    <dgm:cxn modelId="{AB8959F9-2A35-434D-B0C3-CEECB19BB843}" type="presParOf" srcId="{2734AE6F-6E2E-44DB-BA7B-548091FF1D30}" destId="{4C3EED95-4863-454B-97E6-A6E6EDC1B56D}" srcOrd="1" destOrd="0" presId="urn:microsoft.com/office/officeart/2005/8/layout/orgChart1"/>
    <dgm:cxn modelId="{2C616CBC-57E6-4979-8A4F-22809454E069}" type="presParOf" srcId="{4C3EED95-4863-454B-97E6-A6E6EDC1B56D}" destId="{6B1C80EE-2923-4BA8-8244-742864EBF38F}" srcOrd="0" destOrd="0" presId="urn:microsoft.com/office/officeart/2005/8/layout/orgChart1"/>
    <dgm:cxn modelId="{9B19893D-ACD8-4976-87BA-2916090915A2}" type="presParOf" srcId="{4C3EED95-4863-454B-97E6-A6E6EDC1B56D}" destId="{56B34002-8448-4F43-B0D3-EC246152707C}" srcOrd="1" destOrd="0" presId="urn:microsoft.com/office/officeart/2005/8/layout/orgChart1"/>
    <dgm:cxn modelId="{260DD3E1-D306-4504-9215-BC27448BF0F1}" type="presParOf" srcId="{56B34002-8448-4F43-B0D3-EC246152707C}" destId="{B0D83A84-FA5A-482D-BB56-30737F97A4E7}" srcOrd="0" destOrd="0" presId="urn:microsoft.com/office/officeart/2005/8/layout/orgChart1"/>
    <dgm:cxn modelId="{C73A617C-36DC-4C46-A5B4-E132E38C841A}" type="presParOf" srcId="{B0D83A84-FA5A-482D-BB56-30737F97A4E7}" destId="{1DA2EBE9-F429-4A6A-8748-CBE4A842238A}" srcOrd="0" destOrd="0" presId="urn:microsoft.com/office/officeart/2005/8/layout/orgChart1"/>
    <dgm:cxn modelId="{62DF579C-0C4C-464B-B224-717CEF806345}" type="presParOf" srcId="{B0D83A84-FA5A-482D-BB56-30737F97A4E7}" destId="{FFFD2714-7C90-437B-AB23-3AB7CE87B397}" srcOrd="1" destOrd="0" presId="urn:microsoft.com/office/officeart/2005/8/layout/orgChart1"/>
    <dgm:cxn modelId="{4FAFC129-CC15-49E7-9DC6-0BA61C0E8823}" type="presParOf" srcId="{56B34002-8448-4F43-B0D3-EC246152707C}" destId="{EE825210-4369-418A-AF80-5F030461806E}" srcOrd="1" destOrd="0" presId="urn:microsoft.com/office/officeart/2005/8/layout/orgChart1"/>
    <dgm:cxn modelId="{3246A341-F144-40C0-B4E0-EDE22AFAC767}" type="presParOf" srcId="{56B34002-8448-4F43-B0D3-EC246152707C}" destId="{ABDE0D0F-CFA9-483D-B54D-A0F6BB7082B5}" srcOrd="2" destOrd="0" presId="urn:microsoft.com/office/officeart/2005/8/layout/orgChart1"/>
    <dgm:cxn modelId="{AA45BA66-7802-4532-8CAF-223AB6F69067}" type="presParOf" srcId="{4C3EED95-4863-454B-97E6-A6E6EDC1B56D}" destId="{ED28E639-8147-44EE-8B7D-D91FD2DAC690}" srcOrd="2" destOrd="0" presId="urn:microsoft.com/office/officeart/2005/8/layout/orgChart1"/>
    <dgm:cxn modelId="{C2964A35-2436-4E2C-8F97-D532AE7551FA}" type="presParOf" srcId="{4C3EED95-4863-454B-97E6-A6E6EDC1B56D}" destId="{D8CDEA89-A106-4AB5-B54F-D8AF553EB7F9}" srcOrd="3" destOrd="0" presId="urn:microsoft.com/office/officeart/2005/8/layout/orgChart1"/>
    <dgm:cxn modelId="{20864365-4013-4BCD-844F-7B3E0A6EBCFA}" type="presParOf" srcId="{D8CDEA89-A106-4AB5-B54F-D8AF553EB7F9}" destId="{43BAAAB5-0C96-4F52-A658-848F3674EFD9}" srcOrd="0" destOrd="0" presId="urn:microsoft.com/office/officeart/2005/8/layout/orgChart1"/>
    <dgm:cxn modelId="{8BD44212-8E6B-46B1-9F08-818EF7CE42B7}" type="presParOf" srcId="{43BAAAB5-0C96-4F52-A658-848F3674EFD9}" destId="{F6C74D5E-33C8-4E50-87FA-8FDC948F2690}" srcOrd="0" destOrd="0" presId="urn:microsoft.com/office/officeart/2005/8/layout/orgChart1"/>
    <dgm:cxn modelId="{01C387B6-B9AF-461A-B32C-2391BAE17B50}" type="presParOf" srcId="{43BAAAB5-0C96-4F52-A658-848F3674EFD9}" destId="{98C5EE57-C5AE-41FB-9294-64B84B953239}" srcOrd="1" destOrd="0" presId="urn:microsoft.com/office/officeart/2005/8/layout/orgChart1"/>
    <dgm:cxn modelId="{30D7066B-24B1-4555-9F82-204A49A28F45}" type="presParOf" srcId="{D8CDEA89-A106-4AB5-B54F-D8AF553EB7F9}" destId="{6A17F7F3-2191-4BF3-9E4F-41AE8E484B52}" srcOrd="1" destOrd="0" presId="urn:microsoft.com/office/officeart/2005/8/layout/orgChart1"/>
    <dgm:cxn modelId="{DD259132-23BE-421A-BDA4-D6CAF2247054}" type="presParOf" srcId="{D8CDEA89-A106-4AB5-B54F-D8AF553EB7F9}" destId="{4F5CC278-381C-451C-8D6E-263786358090}" srcOrd="2" destOrd="0" presId="urn:microsoft.com/office/officeart/2005/8/layout/orgChart1"/>
    <dgm:cxn modelId="{507D54B1-F0F0-4C72-801C-715D2E154B36}" type="presParOf" srcId="{4C3EED95-4863-454B-97E6-A6E6EDC1B56D}" destId="{581BAB87-C53D-4EDB-9C78-16060D39D43F}" srcOrd="4" destOrd="0" presId="urn:microsoft.com/office/officeart/2005/8/layout/orgChart1"/>
    <dgm:cxn modelId="{6EBF25D8-5740-49D8-A5C9-8828AE70D537}" type="presParOf" srcId="{4C3EED95-4863-454B-97E6-A6E6EDC1B56D}" destId="{A0D29625-DE38-43DB-9219-C07CEAAE491B}" srcOrd="5" destOrd="0" presId="urn:microsoft.com/office/officeart/2005/8/layout/orgChart1"/>
    <dgm:cxn modelId="{E1655E81-4D87-4B5D-95F6-230568A0DF03}" type="presParOf" srcId="{A0D29625-DE38-43DB-9219-C07CEAAE491B}" destId="{B8B04EF5-50E4-43F3-8FBA-461B46AF81C1}" srcOrd="0" destOrd="0" presId="urn:microsoft.com/office/officeart/2005/8/layout/orgChart1"/>
    <dgm:cxn modelId="{CCE6BF44-C2F2-490A-A414-14D7E607C8EE}" type="presParOf" srcId="{B8B04EF5-50E4-43F3-8FBA-461B46AF81C1}" destId="{B60B02F9-13F2-4DA7-820A-059E540E202C}" srcOrd="0" destOrd="0" presId="urn:microsoft.com/office/officeart/2005/8/layout/orgChart1"/>
    <dgm:cxn modelId="{A81D82FA-9A22-4F0F-8EA4-7D59ADBF7B08}" type="presParOf" srcId="{B8B04EF5-50E4-43F3-8FBA-461B46AF81C1}" destId="{761177AA-E9A9-4F93-9133-935447677005}" srcOrd="1" destOrd="0" presId="urn:microsoft.com/office/officeart/2005/8/layout/orgChart1"/>
    <dgm:cxn modelId="{4AFBC291-EBC0-477A-A1CB-305302D3184A}" type="presParOf" srcId="{A0D29625-DE38-43DB-9219-C07CEAAE491B}" destId="{94D0E6C1-A471-488A-AFE2-9650FEA4C1C4}" srcOrd="1" destOrd="0" presId="urn:microsoft.com/office/officeart/2005/8/layout/orgChart1"/>
    <dgm:cxn modelId="{E52C0B66-E092-4285-A991-A120DA3C031F}" type="presParOf" srcId="{A0D29625-DE38-43DB-9219-C07CEAAE491B}" destId="{B37A70D4-B565-4C7A-B9E2-18635807FD1D}" srcOrd="2" destOrd="0" presId="urn:microsoft.com/office/officeart/2005/8/layout/orgChart1"/>
    <dgm:cxn modelId="{974B51B2-60B1-4407-98E0-6AB0F4D1A7D0}" type="presParOf" srcId="{4C3EED95-4863-454B-97E6-A6E6EDC1B56D}" destId="{84D9A4DD-77E7-4FB7-829E-10204C26AC5B}" srcOrd="6" destOrd="0" presId="urn:microsoft.com/office/officeart/2005/8/layout/orgChart1"/>
    <dgm:cxn modelId="{BFB0FDA2-138E-4F8B-8139-AE62AC42A5A0}" type="presParOf" srcId="{4C3EED95-4863-454B-97E6-A6E6EDC1B56D}" destId="{60041F7B-6BC3-4658-90F0-30D553EA405D}" srcOrd="7" destOrd="0" presId="urn:microsoft.com/office/officeart/2005/8/layout/orgChart1"/>
    <dgm:cxn modelId="{2A2A7A62-5E51-43D9-9DE6-FF33E3CAA458}" type="presParOf" srcId="{60041F7B-6BC3-4658-90F0-30D553EA405D}" destId="{88791F7C-0B43-4630-9F21-04A00589E707}" srcOrd="0" destOrd="0" presId="urn:microsoft.com/office/officeart/2005/8/layout/orgChart1"/>
    <dgm:cxn modelId="{DD7A7CF3-E7AE-4560-86EB-DE1D50CEB6F8}" type="presParOf" srcId="{88791F7C-0B43-4630-9F21-04A00589E707}" destId="{1442BBFC-1969-4C4B-94F6-8A8AB14B8444}" srcOrd="0" destOrd="0" presId="urn:microsoft.com/office/officeart/2005/8/layout/orgChart1"/>
    <dgm:cxn modelId="{70E78B08-FFCB-4722-981E-5E46DBCCF57B}" type="presParOf" srcId="{88791F7C-0B43-4630-9F21-04A00589E707}" destId="{94B8BCBC-CD03-43BC-90C6-BE7FD00C195E}" srcOrd="1" destOrd="0" presId="urn:microsoft.com/office/officeart/2005/8/layout/orgChart1"/>
    <dgm:cxn modelId="{5C56A711-E23D-4C00-9F23-80229F768BAD}" type="presParOf" srcId="{60041F7B-6BC3-4658-90F0-30D553EA405D}" destId="{5DCE48AA-13BF-43C3-9192-7B693C91A570}" srcOrd="1" destOrd="0" presId="urn:microsoft.com/office/officeart/2005/8/layout/orgChart1"/>
    <dgm:cxn modelId="{FDB77334-3E4B-4FDD-88F0-6B104D1EC25A}" type="presParOf" srcId="{60041F7B-6BC3-4658-90F0-30D553EA405D}" destId="{99974F95-D5EC-45F9-8774-E488E348DFE8}" srcOrd="2" destOrd="0" presId="urn:microsoft.com/office/officeart/2005/8/layout/orgChart1"/>
    <dgm:cxn modelId="{E4809840-305D-415E-9A2F-887EA2A37A5F}" type="presParOf" srcId="{2734AE6F-6E2E-44DB-BA7B-548091FF1D30}" destId="{D452E5F2-25F0-48DA-BE5B-D6D1DF681345}" srcOrd="2" destOrd="0" presId="urn:microsoft.com/office/officeart/2005/8/layout/orgChart1"/>
    <dgm:cxn modelId="{B68EF7EE-12DF-4A9A-9269-3978BF03F500}" type="presParOf" srcId="{463829A9-6EBE-4E30-B08E-5136E2E93EF4}" destId="{C39C1F75-0C19-4BE9-B415-A823E96E7329}" srcOrd="2" destOrd="0" presId="urn:microsoft.com/office/officeart/2005/8/layout/orgChart1"/>
    <dgm:cxn modelId="{1D82604D-C461-4234-A6EA-F96916D52942}" type="presParOf" srcId="{463829A9-6EBE-4E30-B08E-5136E2E93EF4}" destId="{46CDD72C-A434-4A41-AD1C-555FF4B1F46D}" srcOrd="3" destOrd="0" presId="urn:microsoft.com/office/officeart/2005/8/layout/orgChart1"/>
    <dgm:cxn modelId="{FE919047-B976-45DA-B71D-C00B7B2609DB}" type="presParOf" srcId="{46CDD72C-A434-4A41-AD1C-555FF4B1F46D}" destId="{27C30423-75BD-4F19-BB37-FB8F7170F3E0}" srcOrd="0" destOrd="0" presId="urn:microsoft.com/office/officeart/2005/8/layout/orgChart1"/>
    <dgm:cxn modelId="{C540C631-D6AA-465F-89C1-CCD71067489A}" type="presParOf" srcId="{27C30423-75BD-4F19-BB37-FB8F7170F3E0}" destId="{E52A84AB-A1BC-4616-BF6D-AA20BCF518DF}" srcOrd="0" destOrd="0" presId="urn:microsoft.com/office/officeart/2005/8/layout/orgChart1"/>
    <dgm:cxn modelId="{00FBC2B4-DDBD-432F-BB51-BCC046F99FA8}" type="presParOf" srcId="{27C30423-75BD-4F19-BB37-FB8F7170F3E0}" destId="{0B30C4EF-94B9-410F-887D-CFB00C64F4AB}" srcOrd="1" destOrd="0" presId="urn:microsoft.com/office/officeart/2005/8/layout/orgChart1"/>
    <dgm:cxn modelId="{B8CBBC51-6D0B-40E3-9116-04582DBB3F37}" type="presParOf" srcId="{46CDD72C-A434-4A41-AD1C-555FF4B1F46D}" destId="{50A44BBF-48D3-4422-BBF5-48F21CC4F64F}" srcOrd="1" destOrd="0" presId="urn:microsoft.com/office/officeart/2005/8/layout/orgChart1"/>
    <dgm:cxn modelId="{6D7E1FD0-45E0-4FD4-B29B-76F6348111FD}" type="presParOf" srcId="{50A44BBF-48D3-4422-BBF5-48F21CC4F64F}" destId="{D96023E0-D17F-4263-B7F2-06BA3D441BC7}" srcOrd="0" destOrd="0" presId="urn:microsoft.com/office/officeart/2005/8/layout/orgChart1"/>
    <dgm:cxn modelId="{00A143E9-3D42-4361-8A3A-5F0B2F20EA3F}" type="presParOf" srcId="{50A44BBF-48D3-4422-BBF5-48F21CC4F64F}" destId="{2D4E2E66-9565-42CF-97F6-B0A396BBA077}" srcOrd="1" destOrd="0" presId="urn:microsoft.com/office/officeart/2005/8/layout/orgChart1"/>
    <dgm:cxn modelId="{DA992282-2E11-498C-8BAC-E3A8CBF11290}" type="presParOf" srcId="{2D4E2E66-9565-42CF-97F6-B0A396BBA077}" destId="{1460CF9C-795F-4543-A6E3-CF69B0C3D47B}" srcOrd="0" destOrd="0" presId="urn:microsoft.com/office/officeart/2005/8/layout/orgChart1"/>
    <dgm:cxn modelId="{894F44A9-0791-4BCA-9ABE-D796250998F3}" type="presParOf" srcId="{1460CF9C-795F-4543-A6E3-CF69B0C3D47B}" destId="{2015E55C-E167-44EA-8807-B5457211AF59}" srcOrd="0" destOrd="0" presId="urn:microsoft.com/office/officeart/2005/8/layout/orgChart1"/>
    <dgm:cxn modelId="{FD72BC46-5288-4EFE-BE70-5424FBE47BC1}" type="presParOf" srcId="{1460CF9C-795F-4543-A6E3-CF69B0C3D47B}" destId="{84AE4FFF-8A80-464A-8A86-F3C76DDF7AD4}" srcOrd="1" destOrd="0" presId="urn:microsoft.com/office/officeart/2005/8/layout/orgChart1"/>
    <dgm:cxn modelId="{FA308E54-58FF-4233-869B-28D674825B27}" type="presParOf" srcId="{2D4E2E66-9565-42CF-97F6-B0A396BBA077}" destId="{7BEB41FE-4A4E-4027-9D58-6A72A1CAF478}" srcOrd="1" destOrd="0" presId="urn:microsoft.com/office/officeart/2005/8/layout/orgChart1"/>
    <dgm:cxn modelId="{6BAD326D-AB90-44DD-920B-DA0A2DF674AE}" type="presParOf" srcId="{2D4E2E66-9565-42CF-97F6-B0A396BBA077}" destId="{4DA3E665-5714-40C9-B39B-8DAC63E90FCC}" srcOrd="2" destOrd="0" presId="urn:microsoft.com/office/officeart/2005/8/layout/orgChart1"/>
    <dgm:cxn modelId="{A03D3144-5A9F-4CE5-80EA-43ED6F245F32}" type="presParOf" srcId="{50A44BBF-48D3-4422-BBF5-48F21CC4F64F}" destId="{9690CCA9-DDE8-487C-8747-FC7957C75082}" srcOrd="2" destOrd="0" presId="urn:microsoft.com/office/officeart/2005/8/layout/orgChart1"/>
    <dgm:cxn modelId="{5DC83338-B090-4FA0-8656-439D698A9980}" type="presParOf" srcId="{50A44BBF-48D3-4422-BBF5-48F21CC4F64F}" destId="{B3EAC844-2546-48B0-B869-7A79E58E574E}" srcOrd="3" destOrd="0" presId="urn:microsoft.com/office/officeart/2005/8/layout/orgChart1"/>
    <dgm:cxn modelId="{24738646-153B-407D-BA2C-BD7DB4FD580E}" type="presParOf" srcId="{B3EAC844-2546-48B0-B869-7A79E58E574E}" destId="{6481F74F-548B-45F1-9454-C3985B383B62}" srcOrd="0" destOrd="0" presId="urn:microsoft.com/office/officeart/2005/8/layout/orgChart1"/>
    <dgm:cxn modelId="{5D7EAFFC-CD66-4B54-B36D-176F09D3AA3B}" type="presParOf" srcId="{6481F74F-548B-45F1-9454-C3985B383B62}" destId="{B4BBCFC8-2CCD-4089-9621-14B4733B353B}" srcOrd="0" destOrd="0" presId="urn:microsoft.com/office/officeart/2005/8/layout/orgChart1"/>
    <dgm:cxn modelId="{ABA395F8-9646-410B-B53E-F99C6815C24B}" type="presParOf" srcId="{6481F74F-548B-45F1-9454-C3985B383B62}" destId="{824F9FC8-1174-42E9-9758-8403CC6729D0}" srcOrd="1" destOrd="0" presId="urn:microsoft.com/office/officeart/2005/8/layout/orgChart1"/>
    <dgm:cxn modelId="{3FE6C65B-F974-483C-8430-D16459DB0D5F}" type="presParOf" srcId="{B3EAC844-2546-48B0-B869-7A79E58E574E}" destId="{9D9BDFB0-649C-4FD1-953E-02D710289639}" srcOrd="1" destOrd="0" presId="urn:microsoft.com/office/officeart/2005/8/layout/orgChart1"/>
    <dgm:cxn modelId="{DBF0E0FB-505E-4D31-A45D-2C3AD9B95905}" type="presParOf" srcId="{B3EAC844-2546-48B0-B869-7A79E58E574E}" destId="{C4766FA6-41AD-45C9-BE9A-690E197021F6}" srcOrd="2" destOrd="0" presId="urn:microsoft.com/office/officeart/2005/8/layout/orgChart1"/>
    <dgm:cxn modelId="{543F9962-9C5F-4B1D-BDA0-676242641E1F}" type="presParOf" srcId="{50A44BBF-48D3-4422-BBF5-48F21CC4F64F}" destId="{5381CD1C-E1C2-492C-929A-7B8F90A22893}" srcOrd="4" destOrd="0" presId="urn:microsoft.com/office/officeart/2005/8/layout/orgChart1"/>
    <dgm:cxn modelId="{2094D6B4-7899-458B-8967-8DB6F636256F}" type="presParOf" srcId="{50A44BBF-48D3-4422-BBF5-48F21CC4F64F}" destId="{947AFB2B-A7E9-40D3-9C61-89EC53EE945F}" srcOrd="5" destOrd="0" presId="urn:microsoft.com/office/officeart/2005/8/layout/orgChart1"/>
    <dgm:cxn modelId="{4E649C3E-1357-41D5-BD4E-D8BBF37F0FBF}" type="presParOf" srcId="{947AFB2B-A7E9-40D3-9C61-89EC53EE945F}" destId="{171CD63E-9B7F-4447-ADE7-15FA55EF4590}" srcOrd="0" destOrd="0" presId="urn:microsoft.com/office/officeart/2005/8/layout/orgChart1"/>
    <dgm:cxn modelId="{EB5D3BCD-1EB4-4358-8A82-DBC85C7A1F8F}" type="presParOf" srcId="{171CD63E-9B7F-4447-ADE7-15FA55EF4590}" destId="{5576562B-C952-4293-9479-885BD57C1751}" srcOrd="0" destOrd="0" presId="urn:microsoft.com/office/officeart/2005/8/layout/orgChart1"/>
    <dgm:cxn modelId="{9B188C3D-80B7-4948-BA09-BD363ACA6DE6}" type="presParOf" srcId="{171CD63E-9B7F-4447-ADE7-15FA55EF4590}" destId="{39690D3C-7241-4DE9-8F7D-0C478893F7F5}" srcOrd="1" destOrd="0" presId="urn:microsoft.com/office/officeart/2005/8/layout/orgChart1"/>
    <dgm:cxn modelId="{98986560-DDA9-4F94-B945-ECC25757EEEC}" type="presParOf" srcId="{947AFB2B-A7E9-40D3-9C61-89EC53EE945F}" destId="{B22AE4D8-AFCD-4CDA-9E32-FEDEF30CCB3A}" srcOrd="1" destOrd="0" presId="urn:microsoft.com/office/officeart/2005/8/layout/orgChart1"/>
    <dgm:cxn modelId="{CED9F554-8708-41DC-88CE-C17B514BA1AC}" type="presParOf" srcId="{947AFB2B-A7E9-40D3-9C61-89EC53EE945F}" destId="{7DE712F6-000D-46FA-A2D9-8D5F4F99388C}" srcOrd="2" destOrd="0" presId="urn:microsoft.com/office/officeart/2005/8/layout/orgChart1"/>
    <dgm:cxn modelId="{F5901D0B-2BBE-4A0D-A68B-B3EB182D1E67}" type="presParOf" srcId="{46CDD72C-A434-4A41-AD1C-555FF4B1F46D}" destId="{27B9E414-789A-458A-82AB-A620D06DC752}" srcOrd="2" destOrd="0" presId="urn:microsoft.com/office/officeart/2005/8/layout/orgChart1"/>
    <dgm:cxn modelId="{7BCA25B7-343C-4DC4-A1E3-525084633A3A}" type="presParOf" srcId="{622C41EA-8B14-4F2F-8FDC-0CA0D95421B8}" destId="{A355C714-640D-4D3A-877A-C72CAA2B3639}" srcOrd="2" destOrd="0" presId="urn:microsoft.com/office/officeart/2005/8/layout/orgChart1"/>
    <dgm:cxn modelId="{D2A06413-80B6-4D36-9583-DAB59C043DE9}" type="presParOf" srcId="{E124F933-28E5-42B4-BF68-E4A17F7A76BC}" destId="{CC90A932-6467-4E0D-A5EF-7E39E3D4F87E}" srcOrd="2" destOrd="0" presId="urn:microsoft.com/office/officeart/2005/8/layout/orgChart1"/>
    <dgm:cxn modelId="{A20FFF21-0F9C-4C6D-B408-02E416E85601}" type="presParOf" srcId="{E124F933-28E5-42B4-BF68-E4A17F7A76BC}" destId="{17A2891F-2457-41F3-B8FA-1B55B00ABDEB}" srcOrd="3" destOrd="0" presId="urn:microsoft.com/office/officeart/2005/8/layout/orgChart1"/>
    <dgm:cxn modelId="{F5D57EC3-8FDD-4616-B03E-40F30426F873}" type="presParOf" srcId="{17A2891F-2457-41F3-B8FA-1B55B00ABDEB}" destId="{1AAE6390-C277-4ADF-95D0-2632020081EE}" srcOrd="0" destOrd="0" presId="urn:microsoft.com/office/officeart/2005/8/layout/orgChart1"/>
    <dgm:cxn modelId="{861880BC-C69E-4437-88A3-A8ABFD7FFB04}" type="presParOf" srcId="{1AAE6390-C277-4ADF-95D0-2632020081EE}" destId="{A97BE85C-C7F0-49BA-9DFE-9C1801F968B4}" srcOrd="0" destOrd="0" presId="urn:microsoft.com/office/officeart/2005/8/layout/orgChart1"/>
    <dgm:cxn modelId="{80B28853-57AB-4A6F-BB1E-9C39BAC08854}" type="presParOf" srcId="{1AAE6390-C277-4ADF-95D0-2632020081EE}" destId="{E172BFFF-E8AF-4EB2-A1BA-83489250D10E}" srcOrd="1" destOrd="0" presId="urn:microsoft.com/office/officeart/2005/8/layout/orgChart1"/>
    <dgm:cxn modelId="{62C1B561-0419-4F7D-AC4D-7107E92401AF}" type="presParOf" srcId="{17A2891F-2457-41F3-B8FA-1B55B00ABDEB}" destId="{85E500B9-A4DF-4233-99E4-64D1CC31DB8F}" srcOrd="1" destOrd="0" presId="urn:microsoft.com/office/officeart/2005/8/layout/orgChart1"/>
    <dgm:cxn modelId="{3362B858-B2FE-4E71-9CB8-A09F302B81B3}" type="presParOf" srcId="{85E500B9-A4DF-4233-99E4-64D1CC31DB8F}" destId="{94A9652C-B6F2-4433-97CA-B10EAB8A7F19}" srcOrd="0" destOrd="0" presId="urn:microsoft.com/office/officeart/2005/8/layout/orgChart1"/>
    <dgm:cxn modelId="{0423E69F-C568-4100-8233-A8AD35FE9FF4}" type="presParOf" srcId="{85E500B9-A4DF-4233-99E4-64D1CC31DB8F}" destId="{07019A5A-0729-47A3-85CC-02FB0ECFC0F6}" srcOrd="1" destOrd="0" presId="urn:microsoft.com/office/officeart/2005/8/layout/orgChart1"/>
    <dgm:cxn modelId="{CF90305F-2818-4C76-82E2-92611C43C703}" type="presParOf" srcId="{07019A5A-0729-47A3-85CC-02FB0ECFC0F6}" destId="{CD8E07D5-AE9E-44B5-A591-258ECA8C1B2C}" srcOrd="0" destOrd="0" presId="urn:microsoft.com/office/officeart/2005/8/layout/orgChart1"/>
    <dgm:cxn modelId="{D06F5388-8DF9-4E6B-9CB7-A260017279E4}" type="presParOf" srcId="{CD8E07D5-AE9E-44B5-A591-258ECA8C1B2C}" destId="{B69F24C6-D993-4868-99DB-AF7A7CF35007}" srcOrd="0" destOrd="0" presId="urn:microsoft.com/office/officeart/2005/8/layout/orgChart1"/>
    <dgm:cxn modelId="{F9DAEC70-AD58-4DDF-927F-24D485C17118}" type="presParOf" srcId="{CD8E07D5-AE9E-44B5-A591-258ECA8C1B2C}" destId="{46578E1D-F9EC-4512-92B8-A020550ECB06}" srcOrd="1" destOrd="0" presId="urn:microsoft.com/office/officeart/2005/8/layout/orgChart1"/>
    <dgm:cxn modelId="{3F9D3509-2C8C-4EAE-8353-8A7C90017AF7}" type="presParOf" srcId="{07019A5A-0729-47A3-85CC-02FB0ECFC0F6}" destId="{6C2FDABE-3233-44F7-973E-432E9565DBC2}" srcOrd="1" destOrd="0" presId="urn:microsoft.com/office/officeart/2005/8/layout/orgChart1"/>
    <dgm:cxn modelId="{95382BAF-17C6-4E1B-8D05-64465BFE1A12}" type="presParOf" srcId="{6C2FDABE-3233-44F7-973E-432E9565DBC2}" destId="{4BB5E445-FC39-4C77-AC71-D00C1338179F}" srcOrd="0" destOrd="0" presId="urn:microsoft.com/office/officeart/2005/8/layout/orgChart1"/>
    <dgm:cxn modelId="{1A261A66-969D-4A53-BEE5-603561107395}" type="presParOf" srcId="{6C2FDABE-3233-44F7-973E-432E9565DBC2}" destId="{2E1DC9D0-9884-47A4-B59A-00938C084B62}" srcOrd="1" destOrd="0" presId="urn:microsoft.com/office/officeart/2005/8/layout/orgChart1"/>
    <dgm:cxn modelId="{053CBCB1-FE60-4B58-9845-BD743B3BF536}" type="presParOf" srcId="{2E1DC9D0-9884-47A4-B59A-00938C084B62}" destId="{2584D29C-869E-4F69-B45D-AA598310F3E7}" srcOrd="0" destOrd="0" presId="urn:microsoft.com/office/officeart/2005/8/layout/orgChart1"/>
    <dgm:cxn modelId="{70F459B7-2E40-4DB3-B21C-34CFD96DD8EC}" type="presParOf" srcId="{2584D29C-869E-4F69-B45D-AA598310F3E7}" destId="{AD9503CD-3AE9-4878-8BC1-DC482807C1E1}" srcOrd="0" destOrd="0" presId="urn:microsoft.com/office/officeart/2005/8/layout/orgChart1"/>
    <dgm:cxn modelId="{2769D097-46B0-47BD-B172-31E112DC6977}" type="presParOf" srcId="{2584D29C-869E-4F69-B45D-AA598310F3E7}" destId="{53DFACAA-5C6F-4C85-8BFA-B2486EAF8331}" srcOrd="1" destOrd="0" presId="urn:microsoft.com/office/officeart/2005/8/layout/orgChart1"/>
    <dgm:cxn modelId="{DDD8C0CF-5BBE-458D-B639-DB9B9D77132A}" type="presParOf" srcId="{2E1DC9D0-9884-47A4-B59A-00938C084B62}" destId="{E36D9629-A860-4E6E-829E-B2AB1AB2A3BC}" srcOrd="1" destOrd="0" presId="urn:microsoft.com/office/officeart/2005/8/layout/orgChart1"/>
    <dgm:cxn modelId="{75D4871B-A834-42E6-988C-18D87F953BFF}" type="presParOf" srcId="{2E1DC9D0-9884-47A4-B59A-00938C084B62}" destId="{326BCC8B-2FA9-4AE3-8E99-0BADA459B62C}" srcOrd="2" destOrd="0" presId="urn:microsoft.com/office/officeart/2005/8/layout/orgChart1"/>
    <dgm:cxn modelId="{66A44D87-EAD6-4983-8EE5-8AD619CC2B54}" type="presParOf" srcId="{6C2FDABE-3233-44F7-973E-432E9565DBC2}" destId="{30553774-2470-4C18-B413-686C9716DCE8}" srcOrd="2" destOrd="0" presId="urn:microsoft.com/office/officeart/2005/8/layout/orgChart1"/>
    <dgm:cxn modelId="{72EABF71-E505-411F-8781-2301C5853D23}" type="presParOf" srcId="{6C2FDABE-3233-44F7-973E-432E9565DBC2}" destId="{11760032-7958-421D-8046-EBA75BFB5A88}" srcOrd="3" destOrd="0" presId="urn:microsoft.com/office/officeart/2005/8/layout/orgChart1"/>
    <dgm:cxn modelId="{D662F4D5-7CE3-4C75-9C14-01BF36EAB0B6}" type="presParOf" srcId="{11760032-7958-421D-8046-EBA75BFB5A88}" destId="{FAE72F6B-ED2D-4F9F-B566-B7B369E51C41}" srcOrd="0" destOrd="0" presId="urn:microsoft.com/office/officeart/2005/8/layout/orgChart1"/>
    <dgm:cxn modelId="{D597ADB3-8AF8-4DE9-8767-214B09BE75E7}" type="presParOf" srcId="{FAE72F6B-ED2D-4F9F-B566-B7B369E51C41}" destId="{D97ECAA6-2E64-4D9C-8A17-E5EECF218246}" srcOrd="0" destOrd="0" presId="urn:microsoft.com/office/officeart/2005/8/layout/orgChart1"/>
    <dgm:cxn modelId="{302276B9-8D93-4669-B39C-892FA46D4BE7}" type="presParOf" srcId="{FAE72F6B-ED2D-4F9F-B566-B7B369E51C41}" destId="{2B17D5DE-34A3-4602-ADAB-61D5F2B3BA00}" srcOrd="1" destOrd="0" presId="urn:microsoft.com/office/officeart/2005/8/layout/orgChart1"/>
    <dgm:cxn modelId="{64A1DBDC-8401-45D3-9767-75C6C11ECF95}" type="presParOf" srcId="{11760032-7958-421D-8046-EBA75BFB5A88}" destId="{6C894362-7781-4E83-9E2F-AEBE3EAF5024}" srcOrd="1" destOrd="0" presId="urn:microsoft.com/office/officeart/2005/8/layout/orgChart1"/>
    <dgm:cxn modelId="{BAD81977-965E-4563-B603-86B69A06FEF0}" type="presParOf" srcId="{11760032-7958-421D-8046-EBA75BFB5A88}" destId="{BC933474-F86F-4149-BC51-8CA2AA8E66F2}" srcOrd="2" destOrd="0" presId="urn:microsoft.com/office/officeart/2005/8/layout/orgChart1"/>
    <dgm:cxn modelId="{4135C87E-26A8-4AA1-A412-B564EC0C3ADE}" type="presParOf" srcId="{6C2FDABE-3233-44F7-973E-432E9565DBC2}" destId="{D53CFB81-8A4B-4D2F-AA6F-D798C6ADE28E}" srcOrd="4" destOrd="0" presId="urn:microsoft.com/office/officeart/2005/8/layout/orgChart1"/>
    <dgm:cxn modelId="{39AAD78B-6768-4512-BA0F-0D8EACFF80EB}" type="presParOf" srcId="{6C2FDABE-3233-44F7-973E-432E9565DBC2}" destId="{303ECB84-E3AB-429E-9BDD-BF1C51FDA4DE}" srcOrd="5" destOrd="0" presId="urn:microsoft.com/office/officeart/2005/8/layout/orgChart1"/>
    <dgm:cxn modelId="{7C97F036-CCA2-4AB0-8601-6BD4BFA1DB5E}" type="presParOf" srcId="{303ECB84-E3AB-429E-9BDD-BF1C51FDA4DE}" destId="{13BE5EBF-8FA7-40A3-93F8-D662C7D76390}" srcOrd="0" destOrd="0" presId="urn:microsoft.com/office/officeart/2005/8/layout/orgChart1"/>
    <dgm:cxn modelId="{D229DF0D-4F90-42F6-8A94-EE11C6E3ED57}" type="presParOf" srcId="{13BE5EBF-8FA7-40A3-93F8-D662C7D76390}" destId="{CDF390B1-5070-4773-B3FA-FBFCB4CB434B}" srcOrd="0" destOrd="0" presId="urn:microsoft.com/office/officeart/2005/8/layout/orgChart1"/>
    <dgm:cxn modelId="{F4478B27-6EB7-493E-B49B-2F1D8E0C8D8D}" type="presParOf" srcId="{13BE5EBF-8FA7-40A3-93F8-D662C7D76390}" destId="{F7E20B5C-B0D6-41AD-B2C8-0AE7FE4962AE}" srcOrd="1" destOrd="0" presId="urn:microsoft.com/office/officeart/2005/8/layout/orgChart1"/>
    <dgm:cxn modelId="{98B8A44F-B7AA-49AB-B6D0-31F6298EA6E6}" type="presParOf" srcId="{303ECB84-E3AB-429E-9BDD-BF1C51FDA4DE}" destId="{1A52D91C-4E72-45CE-A7B3-3AA7FA330187}" srcOrd="1" destOrd="0" presId="urn:microsoft.com/office/officeart/2005/8/layout/orgChart1"/>
    <dgm:cxn modelId="{8A5D86B3-5A37-4009-A176-78D51F2DEB84}" type="presParOf" srcId="{303ECB84-E3AB-429E-9BDD-BF1C51FDA4DE}" destId="{32E6E94A-0C1E-4E44-A869-0003CD71D52A}" srcOrd="2" destOrd="0" presId="urn:microsoft.com/office/officeart/2005/8/layout/orgChart1"/>
    <dgm:cxn modelId="{DA56F1CD-5831-4B35-8E73-067BC4EB4A59}" type="presParOf" srcId="{6C2FDABE-3233-44F7-973E-432E9565DBC2}" destId="{6DC823DB-878D-4DAD-AAF3-0AC1FBD9DCF5}" srcOrd="6" destOrd="0" presId="urn:microsoft.com/office/officeart/2005/8/layout/orgChart1"/>
    <dgm:cxn modelId="{A9BE85C1-3626-4C40-A114-E3E7B67BB07C}" type="presParOf" srcId="{6C2FDABE-3233-44F7-973E-432E9565DBC2}" destId="{D6B4D364-F953-4A3F-94F4-EB11BFDF3890}" srcOrd="7" destOrd="0" presId="urn:microsoft.com/office/officeart/2005/8/layout/orgChart1"/>
    <dgm:cxn modelId="{9CEB915B-29A2-4C60-9312-0816728E9E4E}" type="presParOf" srcId="{D6B4D364-F953-4A3F-94F4-EB11BFDF3890}" destId="{2F85A42C-B22B-47DA-AD1C-2808469CBB25}" srcOrd="0" destOrd="0" presId="urn:microsoft.com/office/officeart/2005/8/layout/orgChart1"/>
    <dgm:cxn modelId="{43F2BCAB-9358-4335-BE7B-A1B3CC145E3B}" type="presParOf" srcId="{2F85A42C-B22B-47DA-AD1C-2808469CBB25}" destId="{B0B7355B-1580-438E-9985-6314E4506094}" srcOrd="0" destOrd="0" presId="urn:microsoft.com/office/officeart/2005/8/layout/orgChart1"/>
    <dgm:cxn modelId="{B031B50D-816D-4A7B-90A8-66CAB41B57C2}" type="presParOf" srcId="{2F85A42C-B22B-47DA-AD1C-2808469CBB25}" destId="{48297262-F2C6-4A92-AE1D-148ECFC2026F}" srcOrd="1" destOrd="0" presId="urn:microsoft.com/office/officeart/2005/8/layout/orgChart1"/>
    <dgm:cxn modelId="{69E4BDC6-F7E6-4679-8F4F-2B148AAC655F}" type="presParOf" srcId="{D6B4D364-F953-4A3F-94F4-EB11BFDF3890}" destId="{B343CB12-5D0C-4F95-AE29-2F4D920ED5BC}" srcOrd="1" destOrd="0" presId="urn:microsoft.com/office/officeart/2005/8/layout/orgChart1"/>
    <dgm:cxn modelId="{4F355E3D-B382-4868-9ED8-F1836475099A}" type="presParOf" srcId="{D6B4D364-F953-4A3F-94F4-EB11BFDF3890}" destId="{1CE9A9BD-C674-453F-A11A-8C3D613EC57E}" srcOrd="2" destOrd="0" presId="urn:microsoft.com/office/officeart/2005/8/layout/orgChart1"/>
    <dgm:cxn modelId="{A2A8AD32-652A-4A20-BA26-4C75FAEFAA5E}" type="presParOf" srcId="{07019A5A-0729-47A3-85CC-02FB0ECFC0F6}" destId="{F2B5E9F5-C300-43FC-A109-1426A54EB09E}" srcOrd="2" destOrd="0" presId="urn:microsoft.com/office/officeart/2005/8/layout/orgChart1"/>
    <dgm:cxn modelId="{709C6564-794D-4D32-8956-64CD2133474C}" type="presParOf" srcId="{85E500B9-A4DF-4233-99E4-64D1CC31DB8F}" destId="{27C7EB70-5474-48EA-89D4-862C2E1A1C41}" srcOrd="2" destOrd="0" presId="urn:microsoft.com/office/officeart/2005/8/layout/orgChart1"/>
    <dgm:cxn modelId="{FB16B6F8-3087-4548-A9EB-36E76AAA2916}" type="presParOf" srcId="{85E500B9-A4DF-4233-99E4-64D1CC31DB8F}" destId="{B5E606C7-0979-487C-A2DA-ACA3D416CE3C}" srcOrd="3" destOrd="0" presId="urn:microsoft.com/office/officeart/2005/8/layout/orgChart1"/>
    <dgm:cxn modelId="{F0546A5E-B31D-47CC-80FF-A15C6322B8D0}" type="presParOf" srcId="{B5E606C7-0979-487C-A2DA-ACA3D416CE3C}" destId="{40E1B648-1425-4E74-B5EB-AE78B6C5AE3B}" srcOrd="0" destOrd="0" presId="urn:microsoft.com/office/officeart/2005/8/layout/orgChart1"/>
    <dgm:cxn modelId="{BFAC872C-0492-4F3A-A3E3-3FD1BCAAAD96}" type="presParOf" srcId="{40E1B648-1425-4E74-B5EB-AE78B6C5AE3B}" destId="{BFF7F3AF-A897-42A6-8AFF-561ED0C52DA4}" srcOrd="0" destOrd="0" presId="urn:microsoft.com/office/officeart/2005/8/layout/orgChart1"/>
    <dgm:cxn modelId="{95B4A186-1C06-4346-8546-A5EC69A82D86}" type="presParOf" srcId="{40E1B648-1425-4E74-B5EB-AE78B6C5AE3B}" destId="{845F32F2-6069-45A6-9020-1F7383F59F96}" srcOrd="1" destOrd="0" presId="urn:microsoft.com/office/officeart/2005/8/layout/orgChart1"/>
    <dgm:cxn modelId="{D90E0B91-6F8B-46CA-AD2D-0DDC8950DABC}" type="presParOf" srcId="{B5E606C7-0979-487C-A2DA-ACA3D416CE3C}" destId="{DE513033-4587-407D-B785-2F2DAD323C73}" srcOrd="1" destOrd="0" presId="urn:microsoft.com/office/officeart/2005/8/layout/orgChart1"/>
    <dgm:cxn modelId="{ECDC03D1-DE80-4209-AEE4-A2D9A7CBE070}" type="presParOf" srcId="{DE513033-4587-407D-B785-2F2DAD323C73}" destId="{D0EE3C38-32BF-49E5-A55D-7578DB373D92}" srcOrd="0" destOrd="0" presId="urn:microsoft.com/office/officeart/2005/8/layout/orgChart1"/>
    <dgm:cxn modelId="{C1CBD258-D477-4121-81CB-164F8858C257}" type="presParOf" srcId="{DE513033-4587-407D-B785-2F2DAD323C73}" destId="{3737EDE5-DEA1-4F6C-9117-57B4DD314D35}" srcOrd="1" destOrd="0" presId="urn:microsoft.com/office/officeart/2005/8/layout/orgChart1"/>
    <dgm:cxn modelId="{7EA90B47-5E70-4ECC-95CC-7F97D7D48E1E}" type="presParOf" srcId="{3737EDE5-DEA1-4F6C-9117-57B4DD314D35}" destId="{D0C7AA14-6AC4-4790-A554-215D01B794D8}" srcOrd="0" destOrd="0" presId="urn:microsoft.com/office/officeart/2005/8/layout/orgChart1"/>
    <dgm:cxn modelId="{8C30C118-75EB-4DAC-9E3F-293E43C37117}" type="presParOf" srcId="{D0C7AA14-6AC4-4790-A554-215D01B794D8}" destId="{E9FACDA6-AA11-4FF6-9582-56BC762C454B}" srcOrd="0" destOrd="0" presId="urn:microsoft.com/office/officeart/2005/8/layout/orgChart1"/>
    <dgm:cxn modelId="{70C02ECC-E61C-4B6D-AFAA-3D485A1D5E32}" type="presParOf" srcId="{D0C7AA14-6AC4-4790-A554-215D01B794D8}" destId="{FCB6DCFA-26D7-4A99-8CAD-83DE802014B9}" srcOrd="1" destOrd="0" presId="urn:microsoft.com/office/officeart/2005/8/layout/orgChart1"/>
    <dgm:cxn modelId="{724D31EB-B360-40D1-90E3-531AC0E54CD0}" type="presParOf" srcId="{3737EDE5-DEA1-4F6C-9117-57B4DD314D35}" destId="{25B4F96B-25D6-48FF-B048-11BC8532F2BC}" srcOrd="1" destOrd="0" presId="urn:microsoft.com/office/officeart/2005/8/layout/orgChart1"/>
    <dgm:cxn modelId="{49590EB8-0397-4CDE-9A86-A6EE072E8D3B}" type="presParOf" srcId="{3737EDE5-DEA1-4F6C-9117-57B4DD314D35}" destId="{E67243F3-ADAC-4AA2-A2F6-05811C44773A}" srcOrd="2" destOrd="0" presId="urn:microsoft.com/office/officeart/2005/8/layout/orgChart1"/>
    <dgm:cxn modelId="{47C74547-8B50-4936-ACF2-42C9B3C4C2A0}" type="presParOf" srcId="{DE513033-4587-407D-B785-2F2DAD323C73}" destId="{4580ECFD-9A89-46E0-826F-9DFE4A246BB3}" srcOrd="2" destOrd="0" presId="urn:microsoft.com/office/officeart/2005/8/layout/orgChart1"/>
    <dgm:cxn modelId="{73D4A85F-CCB2-4BF5-BADD-E5BA6D6ABC34}" type="presParOf" srcId="{DE513033-4587-407D-B785-2F2DAD323C73}" destId="{ACA41846-BCA5-4F2E-8BCD-055ED04D9E1D}" srcOrd="3" destOrd="0" presId="urn:microsoft.com/office/officeart/2005/8/layout/orgChart1"/>
    <dgm:cxn modelId="{F5BD849A-C045-4F7D-B469-75FE27F45202}" type="presParOf" srcId="{ACA41846-BCA5-4F2E-8BCD-055ED04D9E1D}" destId="{074F1EBB-4F81-4A2B-86C7-468A1BABDF1A}" srcOrd="0" destOrd="0" presId="urn:microsoft.com/office/officeart/2005/8/layout/orgChart1"/>
    <dgm:cxn modelId="{19BB923E-7AAF-447D-A4D4-CCB4012F9EB0}" type="presParOf" srcId="{074F1EBB-4F81-4A2B-86C7-468A1BABDF1A}" destId="{A15159B3-49C8-4134-AFD5-D2CCC8A16EEA}" srcOrd="0" destOrd="0" presId="urn:microsoft.com/office/officeart/2005/8/layout/orgChart1"/>
    <dgm:cxn modelId="{ABAC4E1C-038C-4566-8E00-68E1B4239E44}" type="presParOf" srcId="{074F1EBB-4F81-4A2B-86C7-468A1BABDF1A}" destId="{90E9E010-597C-4317-B67B-8635CB35AE54}" srcOrd="1" destOrd="0" presId="urn:microsoft.com/office/officeart/2005/8/layout/orgChart1"/>
    <dgm:cxn modelId="{35AA2092-9ADC-47F0-947F-896D34DE284A}" type="presParOf" srcId="{ACA41846-BCA5-4F2E-8BCD-055ED04D9E1D}" destId="{74F5C7A8-E795-45E3-B882-12E9B4931D1A}" srcOrd="1" destOrd="0" presId="urn:microsoft.com/office/officeart/2005/8/layout/orgChart1"/>
    <dgm:cxn modelId="{CD7F6E42-212A-4032-80D4-003B841346B5}" type="presParOf" srcId="{ACA41846-BCA5-4F2E-8BCD-055ED04D9E1D}" destId="{EA57D391-7505-4A00-AA1E-3B0B2A795A7A}" srcOrd="2" destOrd="0" presId="urn:microsoft.com/office/officeart/2005/8/layout/orgChart1"/>
    <dgm:cxn modelId="{D7FBC282-8A10-484F-A82E-58AAE14C17D2}" type="presParOf" srcId="{DE513033-4587-407D-B785-2F2DAD323C73}" destId="{2B6B5FA7-C0B5-4E40-B4E0-E96A4CA4115D}" srcOrd="4" destOrd="0" presId="urn:microsoft.com/office/officeart/2005/8/layout/orgChart1"/>
    <dgm:cxn modelId="{43E8B07C-D6A9-4BBA-812C-1A9EA034319D}" type="presParOf" srcId="{DE513033-4587-407D-B785-2F2DAD323C73}" destId="{E2B8F601-C7A5-463D-8446-86339F4B2469}" srcOrd="5" destOrd="0" presId="urn:microsoft.com/office/officeart/2005/8/layout/orgChart1"/>
    <dgm:cxn modelId="{A021B4C2-F2CC-410D-9840-57490D4AFB84}" type="presParOf" srcId="{E2B8F601-C7A5-463D-8446-86339F4B2469}" destId="{DE6305D6-9BBC-49C0-B650-F2896E78A4A5}" srcOrd="0" destOrd="0" presId="urn:microsoft.com/office/officeart/2005/8/layout/orgChart1"/>
    <dgm:cxn modelId="{4E61F747-331A-49A1-8EDB-9C9D5EF5AD7F}" type="presParOf" srcId="{DE6305D6-9BBC-49C0-B650-F2896E78A4A5}" destId="{DCFFAB09-A13E-4881-9BA2-00ABA676FAC8}" srcOrd="0" destOrd="0" presId="urn:microsoft.com/office/officeart/2005/8/layout/orgChart1"/>
    <dgm:cxn modelId="{1E8A7C0C-9FAF-4B44-AA89-EE4988A11D13}" type="presParOf" srcId="{DE6305D6-9BBC-49C0-B650-F2896E78A4A5}" destId="{84765326-80DE-4733-AE50-D26C9608CCA8}" srcOrd="1" destOrd="0" presId="urn:microsoft.com/office/officeart/2005/8/layout/orgChart1"/>
    <dgm:cxn modelId="{F96846A7-9D53-45CE-8301-F34D1738F0F5}" type="presParOf" srcId="{E2B8F601-C7A5-463D-8446-86339F4B2469}" destId="{757C110B-B51D-47EB-B3B6-D8A9E0C1FE5D}" srcOrd="1" destOrd="0" presId="urn:microsoft.com/office/officeart/2005/8/layout/orgChart1"/>
    <dgm:cxn modelId="{1D7F75C4-98A4-420C-8734-D6A8F7D2807E}" type="presParOf" srcId="{E2B8F601-C7A5-463D-8446-86339F4B2469}" destId="{A6698A02-2574-4054-B8A1-7D12E72163AF}" srcOrd="2" destOrd="0" presId="urn:microsoft.com/office/officeart/2005/8/layout/orgChart1"/>
    <dgm:cxn modelId="{2DAE39FF-3C89-4785-B77D-284F361BE905}" type="presParOf" srcId="{B5E606C7-0979-487C-A2DA-ACA3D416CE3C}" destId="{88663609-F332-4517-A86E-E81876C16097}" srcOrd="2" destOrd="0" presId="urn:microsoft.com/office/officeart/2005/8/layout/orgChart1"/>
    <dgm:cxn modelId="{50012D12-BE33-4929-B4C1-6E5C81A07360}" type="presParOf" srcId="{17A2891F-2457-41F3-B8FA-1B55B00ABDEB}" destId="{6964C345-5755-429E-B6A4-4F6FC36FE0AD}" srcOrd="2" destOrd="0" presId="urn:microsoft.com/office/officeart/2005/8/layout/orgChart1"/>
    <dgm:cxn modelId="{FD5A3D2B-8432-4EC7-BBF7-3D3732465413}" type="presParOf" srcId="{E124F933-28E5-42B4-BF68-E4A17F7A76BC}" destId="{8E63CE34-471F-4397-9D4C-2D10997B3190}" srcOrd="4" destOrd="0" presId="urn:microsoft.com/office/officeart/2005/8/layout/orgChart1"/>
    <dgm:cxn modelId="{7472CCAE-6F06-4897-A99B-F714D11A23C5}" type="presParOf" srcId="{E124F933-28E5-42B4-BF68-E4A17F7A76BC}" destId="{C9FA32EC-1D20-4D8C-A502-E3F435B704E8}" srcOrd="5" destOrd="0" presId="urn:microsoft.com/office/officeart/2005/8/layout/orgChart1"/>
    <dgm:cxn modelId="{C6D1960F-5524-450C-AB63-73B2D4719408}" type="presParOf" srcId="{C9FA32EC-1D20-4D8C-A502-E3F435B704E8}" destId="{08A24D5E-07B8-42EB-AB28-9AD763703DED}" srcOrd="0" destOrd="0" presId="urn:microsoft.com/office/officeart/2005/8/layout/orgChart1"/>
    <dgm:cxn modelId="{E619389C-D3E4-44A7-B774-8CE855DEF010}" type="presParOf" srcId="{08A24D5E-07B8-42EB-AB28-9AD763703DED}" destId="{EC6E2E9A-C94D-476B-8D3D-21A66D83886A}" srcOrd="0" destOrd="0" presId="urn:microsoft.com/office/officeart/2005/8/layout/orgChart1"/>
    <dgm:cxn modelId="{E9B2039B-3AEF-4313-B83B-B1BC9BD37CA4}" type="presParOf" srcId="{08A24D5E-07B8-42EB-AB28-9AD763703DED}" destId="{68C08578-BB4F-40AD-B8CC-7D6749FD1827}" srcOrd="1" destOrd="0" presId="urn:microsoft.com/office/officeart/2005/8/layout/orgChart1"/>
    <dgm:cxn modelId="{28C4F069-0A75-46D8-89F0-56C75D2F9041}" type="presParOf" srcId="{C9FA32EC-1D20-4D8C-A502-E3F435B704E8}" destId="{F60D1911-BD54-4460-86F0-DDF78600B254}" srcOrd="1" destOrd="0" presId="urn:microsoft.com/office/officeart/2005/8/layout/orgChart1"/>
    <dgm:cxn modelId="{8625B39B-50AD-4FD7-A591-43966D0E7585}" type="presParOf" srcId="{F60D1911-BD54-4460-86F0-DDF78600B254}" destId="{FDB32119-C1C2-4825-AD3E-B6D462DAA959}" srcOrd="0" destOrd="0" presId="urn:microsoft.com/office/officeart/2005/8/layout/orgChart1"/>
    <dgm:cxn modelId="{A035630D-946D-48B7-8190-F7FFD262ECD0}" type="presParOf" srcId="{F60D1911-BD54-4460-86F0-DDF78600B254}" destId="{B08F528A-28F4-4A6C-A42E-1D0A12164AA3}" srcOrd="1" destOrd="0" presId="urn:microsoft.com/office/officeart/2005/8/layout/orgChart1"/>
    <dgm:cxn modelId="{5AD467B3-9670-4A2F-A111-4E18BCF5D0A5}" type="presParOf" srcId="{B08F528A-28F4-4A6C-A42E-1D0A12164AA3}" destId="{8FCBC667-DCA3-44F3-9EC4-D86F3BD8298A}" srcOrd="0" destOrd="0" presId="urn:microsoft.com/office/officeart/2005/8/layout/orgChart1"/>
    <dgm:cxn modelId="{7BA0E863-5E6A-42A0-97DE-B6D2FC6C016D}" type="presParOf" srcId="{8FCBC667-DCA3-44F3-9EC4-D86F3BD8298A}" destId="{4A95E740-8A99-4690-8701-221AF6163A4B}" srcOrd="0" destOrd="0" presId="urn:microsoft.com/office/officeart/2005/8/layout/orgChart1"/>
    <dgm:cxn modelId="{1282884E-F34A-48AF-8050-09454305A548}" type="presParOf" srcId="{8FCBC667-DCA3-44F3-9EC4-D86F3BD8298A}" destId="{E0280722-05E4-4440-9EB4-22730CF99A88}" srcOrd="1" destOrd="0" presId="urn:microsoft.com/office/officeart/2005/8/layout/orgChart1"/>
    <dgm:cxn modelId="{F17DD1D3-5B41-4345-823E-E954C6327BBC}" type="presParOf" srcId="{B08F528A-28F4-4A6C-A42E-1D0A12164AA3}" destId="{2B37E8C8-7EE1-4D6F-AD66-5EB9080E2F6B}" srcOrd="1" destOrd="0" presId="urn:microsoft.com/office/officeart/2005/8/layout/orgChart1"/>
    <dgm:cxn modelId="{45D5D539-0639-4ECA-8AD2-A0E16B04AC0F}" type="presParOf" srcId="{2B37E8C8-7EE1-4D6F-AD66-5EB9080E2F6B}" destId="{AF34FCB8-9293-4399-8AC4-4522969E62DD}" srcOrd="0" destOrd="0" presId="urn:microsoft.com/office/officeart/2005/8/layout/orgChart1"/>
    <dgm:cxn modelId="{1D7A500D-639B-40DC-9BF1-A2E1A19CE900}" type="presParOf" srcId="{2B37E8C8-7EE1-4D6F-AD66-5EB9080E2F6B}" destId="{0C692661-DB60-4887-9307-F3E3AA849103}" srcOrd="1" destOrd="0" presId="urn:microsoft.com/office/officeart/2005/8/layout/orgChart1"/>
    <dgm:cxn modelId="{F22A5F98-4C49-4B11-B530-56954056322D}" type="presParOf" srcId="{0C692661-DB60-4887-9307-F3E3AA849103}" destId="{0CA713FF-B2F2-4948-905E-D4842F53A0A7}" srcOrd="0" destOrd="0" presId="urn:microsoft.com/office/officeart/2005/8/layout/orgChart1"/>
    <dgm:cxn modelId="{C6D194EE-F2AF-4519-83CE-08ECFDAA9D85}" type="presParOf" srcId="{0CA713FF-B2F2-4948-905E-D4842F53A0A7}" destId="{526FEADC-6972-4670-86ED-FE8CD2025049}" srcOrd="0" destOrd="0" presId="urn:microsoft.com/office/officeart/2005/8/layout/orgChart1"/>
    <dgm:cxn modelId="{498268C3-4021-410E-AFC3-FD5346DFCFA1}" type="presParOf" srcId="{0CA713FF-B2F2-4948-905E-D4842F53A0A7}" destId="{D55DF5E4-D6BF-4EE3-8BE7-0C5D88F65355}" srcOrd="1" destOrd="0" presId="urn:microsoft.com/office/officeart/2005/8/layout/orgChart1"/>
    <dgm:cxn modelId="{E615A4A2-03DE-4651-9A11-10965B2506AD}" type="presParOf" srcId="{0C692661-DB60-4887-9307-F3E3AA849103}" destId="{437B4880-FE3B-4F04-BE54-A667982C894C}" srcOrd="1" destOrd="0" presId="urn:microsoft.com/office/officeart/2005/8/layout/orgChart1"/>
    <dgm:cxn modelId="{73D2D6C8-7EEA-4C8A-97F7-4D60B80F6BE7}" type="presParOf" srcId="{0C692661-DB60-4887-9307-F3E3AA849103}" destId="{FF9BE5CB-F7B0-4253-BBD8-A2151F634C5F}" srcOrd="2" destOrd="0" presId="urn:microsoft.com/office/officeart/2005/8/layout/orgChart1"/>
    <dgm:cxn modelId="{AB08E7B2-D1E1-4F6F-9F8C-4AEBEECD6E46}" type="presParOf" srcId="{2B37E8C8-7EE1-4D6F-AD66-5EB9080E2F6B}" destId="{C2391893-7873-43F8-ABDD-7559E598CB0E}" srcOrd="2" destOrd="0" presId="urn:microsoft.com/office/officeart/2005/8/layout/orgChart1"/>
    <dgm:cxn modelId="{1E6E1FF7-DB18-44B0-A8D4-868772996819}" type="presParOf" srcId="{2B37E8C8-7EE1-4D6F-AD66-5EB9080E2F6B}" destId="{FA3C785A-0132-4F07-AF42-A499472D3670}" srcOrd="3" destOrd="0" presId="urn:microsoft.com/office/officeart/2005/8/layout/orgChart1"/>
    <dgm:cxn modelId="{40F1318B-8972-4029-8293-31078BD3B3B0}" type="presParOf" srcId="{FA3C785A-0132-4F07-AF42-A499472D3670}" destId="{94CC58F9-4050-4D67-BC22-9695D3382EB3}" srcOrd="0" destOrd="0" presId="urn:microsoft.com/office/officeart/2005/8/layout/orgChart1"/>
    <dgm:cxn modelId="{85570F36-A97B-4D84-9BC7-9C1FFE637801}" type="presParOf" srcId="{94CC58F9-4050-4D67-BC22-9695D3382EB3}" destId="{D940A902-E309-49EF-B414-98F48D191FBF}" srcOrd="0" destOrd="0" presId="urn:microsoft.com/office/officeart/2005/8/layout/orgChart1"/>
    <dgm:cxn modelId="{A6124441-C585-4413-A0DD-B64F6DF1A851}" type="presParOf" srcId="{94CC58F9-4050-4D67-BC22-9695D3382EB3}" destId="{9971F6F3-7AD7-4752-A810-71F79E7961F2}" srcOrd="1" destOrd="0" presId="urn:microsoft.com/office/officeart/2005/8/layout/orgChart1"/>
    <dgm:cxn modelId="{4562C7CE-EF7C-4A52-9675-8042C9E81385}" type="presParOf" srcId="{FA3C785A-0132-4F07-AF42-A499472D3670}" destId="{C49DA3B8-2560-4AE4-8555-D1706790598D}" srcOrd="1" destOrd="0" presId="urn:microsoft.com/office/officeart/2005/8/layout/orgChart1"/>
    <dgm:cxn modelId="{93404800-9DFE-4267-B081-07F81A8FD9A5}" type="presParOf" srcId="{FA3C785A-0132-4F07-AF42-A499472D3670}" destId="{CC1ABB4F-A135-4533-97D4-13A0FFA9022E}" srcOrd="2" destOrd="0" presId="urn:microsoft.com/office/officeart/2005/8/layout/orgChart1"/>
    <dgm:cxn modelId="{73FD344A-6004-4FAD-A785-8E509576484B}" type="presParOf" srcId="{2B37E8C8-7EE1-4D6F-AD66-5EB9080E2F6B}" destId="{99F8A3DE-AF4E-480E-8F18-9EDFF57A291E}" srcOrd="4" destOrd="0" presId="urn:microsoft.com/office/officeart/2005/8/layout/orgChart1"/>
    <dgm:cxn modelId="{D28CEF7C-30C7-4EA5-B5C7-09F5C066D259}" type="presParOf" srcId="{2B37E8C8-7EE1-4D6F-AD66-5EB9080E2F6B}" destId="{D21C3C7F-2318-47C0-AAB3-691644100BAB}" srcOrd="5" destOrd="0" presId="urn:microsoft.com/office/officeart/2005/8/layout/orgChart1"/>
    <dgm:cxn modelId="{4EF8263B-90E4-4653-808B-12E3F791F2ED}" type="presParOf" srcId="{D21C3C7F-2318-47C0-AAB3-691644100BAB}" destId="{91445BA7-C7C6-4F09-B1CB-A2801AB84929}" srcOrd="0" destOrd="0" presId="urn:microsoft.com/office/officeart/2005/8/layout/orgChart1"/>
    <dgm:cxn modelId="{2C7D4725-5513-4D07-ADE7-2E2B1934550E}" type="presParOf" srcId="{91445BA7-C7C6-4F09-B1CB-A2801AB84929}" destId="{01748BDE-02D5-4E8F-B811-1F8C70F6AB27}" srcOrd="0" destOrd="0" presId="urn:microsoft.com/office/officeart/2005/8/layout/orgChart1"/>
    <dgm:cxn modelId="{BF1FF904-724C-44A7-8F38-21521478F65B}" type="presParOf" srcId="{91445BA7-C7C6-4F09-B1CB-A2801AB84929}" destId="{96790C3C-0947-4CD5-8159-984979999F07}" srcOrd="1" destOrd="0" presId="urn:microsoft.com/office/officeart/2005/8/layout/orgChart1"/>
    <dgm:cxn modelId="{E56AE7A0-E84D-4652-9D12-AE0A70D9DDB9}" type="presParOf" srcId="{D21C3C7F-2318-47C0-AAB3-691644100BAB}" destId="{238F80AD-DA48-4AA8-AF0F-1D5B078508D6}" srcOrd="1" destOrd="0" presId="urn:microsoft.com/office/officeart/2005/8/layout/orgChart1"/>
    <dgm:cxn modelId="{2C3DF149-FF16-420F-A1D1-C962EE0C3568}" type="presParOf" srcId="{D21C3C7F-2318-47C0-AAB3-691644100BAB}" destId="{A44DFC51-EA04-46B0-8887-BF1C0CB6A721}" srcOrd="2" destOrd="0" presId="urn:microsoft.com/office/officeart/2005/8/layout/orgChart1"/>
    <dgm:cxn modelId="{B9F29EC0-ADAA-474C-AED3-1852D90A826B}" type="presParOf" srcId="{B08F528A-28F4-4A6C-A42E-1D0A12164AA3}" destId="{96C8A974-53A1-44E8-A0E0-C5AD6A50BDEC}" srcOrd="2" destOrd="0" presId="urn:microsoft.com/office/officeart/2005/8/layout/orgChart1"/>
    <dgm:cxn modelId="{9E3E016A-5A2E-4E24-946C-E915CE27BEB9}" type="presParOf" srcId="{F60D1911-BD54-4460-86F0-DDF78600B254}" destId="{8A330895-384B-4C45-94AB-9A30641F2649}" srcOrd="2" destOrd="0" presId="urn:microsoft.com/office/officeart/2005/8/layout/orgChart1"/>
    <dgm:cxn modelId="{A401F20F-3F5D-4DCC-B8EE-C61432151ED0}" type="presParOf" srcId="{F60D1911-BD54-4460-86F0-DDF78600B254}" destId="{87EAEF0A-6F06-4B9B-B2A9-384E0E8A04B8}" srcOrd="3" destOrd="0" presId="urn:microsoft.com/office/officeart/2005/8/layout/orgChart1"/>
    <dgm:cxn modelId="{6FE0105A-B70B-418F-98E1-4E8333A93093}" type="presParOf" srcId="{87EAEF0A-6F06-4B9B-B2A9-384E0E8A04B8}" destId="{BD6A628D-724F-4942-914C-76A41FCF4698}" srcOrd="0" destOrd="0" presId="urn:microsoft.com/office/officeart/2005/8/layout/orgChart1"/>
    <dgm:cxn modelId="{D9EC886F-66A3-46B8-A44E-7A8D4695C8DB}" type="presParOf" srcId="{BD6A628D-724F-4942-914C-76A41FCF4698}" destId="{68065BB3-9D95-4309-B02F-8373D9319E8C}" srcOrd="0" destOrd="0" presId="urn:microsoft.com/office/officeart/2005/8/layout/orgChart1"/>
    <dgm:cxn modelId="{5234BFE3-62B8-4127-B546-F719212C4E82}" type="presParOf" srcId="{BD6A628D-724F-4942-914C-76A41FCF4698}" destId="{66DF16ED-FDB1-44D8-ACAB-8BE29AD1E71D}" srcOrd="1" destOrd="0" presId="urn:microsoft.com/office/officeart/2005/8/layout/orgChart1"/>
    <dgm:cxn modelId="{535FFA67-8709-44A6-929B-AE814F697168}" type="presParOf" srcId="{87EAEF0A-6F06-4B9B-B2A9-384E0E8A04B8}" destId="{7B788BB8-A880-4BC1-A0E7-79F3BC5FAD61}" srcOrd="1" destOrd="0" presId="urn:microsoft.com/office/officeart/2005/8/layout/orgChart1"/>
    <dgm:cxn modelId="{26F55C9B-0B52-4165-BBEC-7CC5B19E56DB}" type="presParOf" srcId="{7B788BB8-A880-4BC1-A0E7-79F3BC5FAD61}" destId="{B1CD9DAD-28F4-46E9-8C85-CEC93625F41C}" srcOrd="0" destOrd="0" presId="urn:microsoft.com/office/officeart/2005/8/layout/orgChart1"/>
    <dgm:cxn modelId="{F50F66E7-8DE4-4E04-95A3-E44EE0C9B455}" type="presParOf" srcId="{7B788BB8-A880-4BC1-A0E7-79F3BC5FAD61}" destId="{DC61E78D-773F-4386-8D22-B7620D6EC2AD}" srcOrd="1" destOrd="0" presId="urn:microsoft.com/office/officeart/2005/8/layout/orgChart1"/>
    <dgm:cxn modelId="{29FD545B-C858-4B77-8A4C-43B39FDBB818}" type="presParOf" srcId="{DC61E78D-773F-4386-8D22-B7620D6EC2AD}" destId="{4528699A-6950-4426-9373-A8E07A04E1A5}" srcOrd="0" destOrd="0" presId="urn:microsoft.com/office/officeart/2005/8/layout/orgChart1"/>
    <dgm:cxn modelId="{602F34DE-43AC-4FD4-A33C-C76146BCBFDD}" type="presParOf" srcId="{4528699A-6950-4426-9373-A8E07A04E1A5}" destId="{20DE6770-43C7-4B7A-9E59-06A0F7212949}" srcOrd="0" destOrd="0" presId="urn:microsoft.com/office/officeart/2005/8/layout/orgChart1"/>
    <dgm:cxn modelId="{6D3D0F46-964F-48A8-A3AD-5DB15CF86095}" type="presParOf" srcId="{4528699A-6950-4426-9373-A8E07A04E1A5}" destId="{6AF9EB2A-7302-4D31-96FD-D77C5FF07E54}" srcOrd="1" destOrd="0" presId="urn:microsoft.com/office/officeart/2005/8/layout/orgChart1"/>
    <dgm:cxn modelId="{44270AEB-87A9-4BE0-BDC9-F9E5C0056279}" type="presParOf" srcId="{DC61E78D-773F-4386-8D22-B7620D6EC2AD}" destId="{ADC880A2-2E4B-43C5-B8C6-953712C8C066}" srcOrd="1" destOrd="0" presId="urn:microsoft.com/office/officeart/2005/8/layout/orgChart1"/>
    <dgm:cxn modelId="{F2242F67-6CAF-4AFA-8B45-D837FFF7F0D0}" type="presParOf" srcId="{ADC880A2-2E4B-43C5-B8C6-953712C8C066}" destId="{919F6F66-25AA-4B15-95D3-6E0C21383043}" srcOrd="0" destOrd="0" presId="urn:microsoft.com/office/officeart/2005/8/layout/orgChart1"/>
    <dgm:cxn modelId="{685CCC6D-8FAC-44B1-A2C1-DB3299D7A961}" type="presParOf" srcId="{ADC880A2-2E4B-43C5-B8C6-953712C8C066}" destId="{56B139D1-3CD3-4DC0-AB9F-0FCED3280302}" srcOrd="1" destOrd="0" presId="urn:microsoft.com/office/officeart/2005/8/layout/orgChart1"/>
    <dgm:cxn modelId="{ABE68A9F-675A-4327-BBFC-BB54F9542FB3}" type="presParOf" srcId="{56B139D1-3CD3-4DC0-AB9F-0FCED3280302}" destId="{33BBC6D8-E7DA-4CDA-956A-2633426FBED0}" srcOrd="0" destOrd="0" presId="urn:microsoft.com/office/officeart/2005/8/layout/orgChart1"/>
    <dgm:cxn modelId="{4A3489F7-656B-44CA-9143-5041FB98401F}" type="presParOf" srcId="{33BBC6D8-E7DA-4CDA-956A-2633426FBED0}" destId="{63E71A39-D3E3-456B-9729-756AD7996BA3}" srcOrd="0" destOrd="0" presId="urn:microsoft.com/office/officeart/2005/8/layout/orgChart1"/>
    <dgm:cxn modelId="{E95252C8-5D69-4494-BA14-026D9724B67A}" type="presParOf" srcId="{33BBC6D8-E7DA-4CDA-956A-2633426FBED0}" destId="{4C91FDB6-2C42-49D9-BA93-475B4CE954F4}" srcOrd="1" destOrd="0" presId="urn:microsoft.com/office/officeart/2005/8/layout/orgChart1"/>
    <dgm:cxn modelId="{50274A1B-5897-41AE-A0A7-ED5B0E687E95}" type="presParOf" srcId="{56B139D1-3CD3-4DC0-AB9F-0FCED3280302}" destId="{B10B8DB1-9C96-4FAA-AEDC-FE9A1D28A13A}" srcOrd="1" destOrd="0" presId="urn:microsoft.com/office/officeart/2005/8/layout/orgChart1"/>
    <dgm:cxn modelId="{842EDE03-6F5D-4BC5-8F61-65225A273A80}" type="presParOf" srcId="{56B139D1-3CD3-4DC0-AB9F-0FCED3280302}" destId="{D9D47F60-F515-4BFD-8E07-FFCAB6F09F49}" srcOrd="2" destOrd="0" presId="urn:microsoft.com/office/officeart/2005/8/layout/orgChart1"/>
    <dgm:cxn modelId="{6410CD80-5AE1-4028-8CF6-604A8A38BFA7}" type="presParOf" srcId="{ADC880A2-2E4B-43C5-B8C6-953712C8C066}" destId="{8B0074D2-939B-4721-85F1-D9905EB26404}" srcOrd="2" destOrd="0" presId="urn:microsoft.com/office/officeart/2005/8/layout/orgChart1"/>
    <dgm:cxn modelId="{15317665-03C2-47AE-BE78-36821C826E6B}" type="presParOf" srcId="{ADC880A2-2E4B-43C5-B8C6-953712C8C066}" destId="{1AC869B1-5B5D-4871-89D8-B258393EBB25}" srcOrd="3" destOrd="0" presId="urn:microsoft.com/office/officeart/2005/8/layout/orgChart1"/>
    <dgm:cxn modelId="{FD307B2B-2CE7-4F4E-8608-2F5FCC38CF12}" type="presParOf" srcId="{1AC869B1-5B5D-4871-89D8-B258393EBB25}" destId="{638883DA-6010-4855-8386-32803ECD81CE}" srcOrd="0" destOrd="0" presId="urn:microsoft.com/office/officeart/2005/8/layout/orgChart1"/>
    <dgm:cxn modelId="{941349A7-CC98-4E86-82EE-EFF66526A69A}" type="presParOf" srcId="{638883DA-6010-4855-8386-32803ECD81CE}" destId="{84707E69-C3D0-4016-9A11-2E3880EA32B7}" srcOrd="0" destOrd="0" presId="urn:microsoft.com/office/officeart/2005/8/layout/orgChart1"/>
    <dgm:cxn modelId="{29D9678E-0AB0-4FA7-B6A2-19EADB37F0AB}" type="presParOf" srcId="{638883DA-6010-4855-8386-32803ECD81CE}" destId="{C1E8F010-B027-4114-AC95-CDA878FBAC4E}" srcOrd="1" destOrd="0" presId="urn:microsoft.com/office/officeart/2005/8/layout/orgChart1"/>
    <dgm:cxn modelId="{2351FD8D-DD01-4941-B33F-B5CBBD79C166}" type="presParOf" srcId="{1AC869B1-5B5D-4871-89D8-B258393EBB25}" destId="{24E11BB7-0751-4DED-8EF5-E2A3639C32BB}" srcOrd="1" destOrd="0" presId="urn:microsoft.com/office/officeart/2005/8/layout/orgChart1"/>
    <dgm:cxn modelId="{538B153D-4ED3-44A8-8B7E-0A75C244006D}" type="presParOf" srcId="{1AC869B1-5B5D-4871-89D8-B258393EBB25}" destId="{900D000A-24BE-45BF-9A15-74F2D250F809}" srcOrd="2" destOrd="0" presId="urn:microsoft.com/office/officeart/2005/8/layout/orgChart1"/>
    <dgm:cxn modelId="{BF937497-DFA9-4A6A-8F04-698AA3CDB8D3}" type="presParOf" srcId="{DC61E78D-773F-4386-8D22-B7620D6EC2AD}" destId="{70F89C22-4C93-466B-9A1F-F05B191330C5}" srcOrd="2" destOrd="0" presId="urn:microsoft.com/office/officeart/2005/8/layout/orgChart1"/>
    <dgm:cxn modelId="{1CD415BD-2618-4652-9D38-CA377CE0CDF7}" type="presParOf" srcId="{7B788BB8-A880-4BC1-A0E7-79F3BC5FAD61}" destId="{0933C9C0-EA96-4CE8-92D7-A690D445C4B9}" srcOrd="2" destOrd="0" presId="urn:microsoft.com/office/officeart/2005/8/layout/orgChart1"/>
    <dgm:cxn modelId="{33EFA4E8-7770-46A2-8992-AA0A3CF7A9FD}" type="presParOf" srcId="{7B788BB8-A880-4BC1-A0E7-79F3BC5FAD61}" destId="{15BB6A51-CDCD-490D-BD94-8C2E5298A12B}" srcOrd="3" destOrd="0" presId="urn:microsoft.com/office/officeart/2005/8/layout/orgChart1"/>
    <dgm:cxn modelId="{371F8936-B073-4D9D-BCA0-D1041D7CCFC3}" type="presParOf" srcId="{15BB6A51-CDCD-490D-BD94-8C2E5298A12B}" destId="{A6CE817B-F1B3-43E7-831E-B1777077945A}" srcOrd="0" destOrd="0" presId="urn:microsoft.com/office/officeart/2005/8/layout/orgChart1"/>
    <dgm:cxn modelId="{EC649DEF-77D3-4003-9F49-DD6BC9316A3A}" type="presParOf" srcId="{A6CE817B-F1B3-43E7-831E-B1777077945A}" destId="{FBE93259-A80D-4155-AD09-5139C486AE97}" srcOrd="0" destOrd="0" presId="urn:microsoft.com/office/officeart/2005/8/layout/orgChart1"/>
    <dgm:cxn modelId="{56190507-57B2-4D81-8415-760E4E8F637E}" type="presParOf" srcId="{A6CE817B-F1B3-43E7-831E-B1777077945A}" destId="{80C1F88B-11D8-4148-B9B3-866B9F4C29D8}" srcOrd="1" destOrd="0" presId="urn:microsoft.com/office/officeart/2005/8/layout/orgChart1"/>
    <dgm:cxn modelId="{16946FE1-724E-47E0-BA3F-ABBFFD2DDCC9}" type="presParOf" srcId="{15BB6A51-CDCD-490D-BD94-8C2E5298A12B}" destId="{0946F653-5A5F-4658-8090-22DA542057FE}" srcOrd="1" destOrd="0" presId="urn:microsoft.com/office/officeart/2005/8/layout/orgChart1"/>
    <dgm:cxn modelId="{EB5C342B-B6D9-4CE6-9C02-0E6AC483DACF}" type="presParOf" srcId="{0946F653-5A5F-4658-8090-22DA542057FE}" destId="{C4EBBCCD-91D9-4351-B1D7-CB6EA3DCD8E4}" srcOrd="0" destOrd="0" presId="urn:microsoft.com/office/officeart/2005/8/layout/orgChart1"/>
    <dgm:cxn modelId="{4F884945-E429-4807-A3FE-25D1B6636882}" type="presParOf" srcId="{0946F653-5A5F-4658-8090-22DA542057FE}" destId="{EF91D64E-F278-4ED1-97BA-2DC196D9C501}" srcOrd="1" destOrd="0" presId="urn:microsoft.com/office/officeart/2005/8/layout/orgChart1"/>
    <dgm:cxn modelId="{3E789A01-A04F-4ABB-8EDB-99611BDA19A5}" type="presParOf" srcId="{EF91D64E-F278-4ED1-97BA-2DC196D9C501}" destId="{E009B1D4-D7AD-4A81-B526-AB4280172F1A}" srcOrd="0" destOrd="0" presId="urn:microsoft.com/office/officeart/2005/8/layout/orgChart1"/>
    <dgm:cxn modelId="{CDF6063C-DC63-4B25-9902-D1A96CE5A9A9}" type="presParOf" srcId="{E009B1D4-D7AD-4A81-B526-AB4280172F1A}" destId="{EB348327-36F8-4EA1-AB78-C1D2765EEB82}" srcOrd="0" destOrd="0" presId="urn:microsoft.com/office/officeart/2005/8/layout/orgChart1"/>
    <dgm:cxn modelId="{2FF224EB-8661-40C2-AF12-78E0400F9E16}" type="presParOf" srcId="{E009B1D4-D7AD-4A81-B526-AB4280172F1A}" destId="{6085A05B-22A7-4264-B787-FC3A885CAB16}" srcOrd="1" destOrd="0" presId="urn:microsoft.com/office/officeart/2005/8/layout/orgChart1"/>
    <dgm:cxn modelId="{61166A7D-505A-4280-9841-C4EB54CAAEA2}" type="presParOf" srcId="{EF91D64E-F278-4ED1-97BA-2DC196D9C501}" destId="{41F74201-6B46-4863-BAC5-79DDBF8654FC}" srcOrd="1" destOrd="0" presId="urn:microsoft.com/office/officeart/2005/8/layout/orgChart1"/>
    <dgm:cxn modelId="{ED7E99FB-AB41-4D62-A52B-9C811FC50D50}" type="presParOf" srcId="{EF91D64E-F278-4ED1-97BA-2DC196D9C501}" destId="{9AD9DC25-33B8-4667-9710-4F4D9D6BD6B8}" srcOrd="2" destOrd="0" presId="urn:microsoft.com/office/officeart/2005/8/layout/orgChart1"/>
    <dgm:cxn modelId="{812ED74D-DC84-4FBB-871B-0D2B295D3251}" type="presParOf" srcId="{0946F653-5A5F-4658-8090-22DA542057FE}" destId="{5C5B8FD0-01AD-4365-A804-018ADB602C72}" srcOrd="2" destOrd="0" presId="urn:microsoft.com/office/officeart/2005/8/layout/orgChart1"/>
    <dgm:cxn modelId="{0F003FF1-AA64-4FC7-8161-287532F8E8DB}" type="presParOf" srcId="{0946F653-5A5F-4658-8090-22DA542057FE}" destId="{7EB65200-768A-449A-9013-FEA400ECF7E1}" srcOrd="3" destOrd="0" presId="urn:microsoft.com/office/officeart/2005/8/layout/orgChart1"/>
    <dgm:cxn modelId="{75BB1DB5-C37C-4DE1-A991-275729F49139}" type="presParOf" srcId="{7EB65200-768A-449A-9013-FEA400ECF7E1}" destId="{74CF0F49-0DF0-43C1-ABDD-8C4B9A6E15A7}" srcOrd="0" destOrd="0" presId="urn:microsoft.com/office/officeart/2005/8/layout/orgChart1"/>
    <dgm:cxn modelId="{5BE989B9-809F-4820-829D-8D5DC4187807}" type="presParOf" srcId="{74CF0F49-0DF0-43C1-ABDD-8C4B9A6E15A7}" destId="{0F9DC1A1-1C1E-4BB7-B6E4-CFE7BD5EA29C}" srcOrd="0" destOrd="0" presId="urn:microsoft.com/office/officeart/2005/8/layout/orgChart1"/>
    <dgm:cxn modelId="{C3B01413-56D5-49FC-AB1B-F4DF2CE0DAFB}" type="presParOf" srcId="{74CF0F49-0DF0-43C1-ABDD-8C4B9A6E15A7}" destId="{A7C3CBAB-74D4-43F6-82AB-B165F5DB3125}" srcOrd="1" destOrd="0" presId="urn:microsoft.com/office/officeart/2005/8/layout/orgChart1"/>
    <dgm:cxn modelId="{80722A6F-C31C-4EB7-81E4-8B71CB5ABC42}" type="presParOf" srcId="{7EB65200-768A-449A-9013-FEA400ECF7E1}" destId="{1D854B16-B300-40A6-A754-DFDCD145288D}" srcOrd="1" destOrd="0" presId="urn:microsoft.com/office/officeart/2005/8/layout/orgChart1"/>
    <dgm:cxn modelId="{A5E72C3E-3901-467F-90E5-2E3003646B2B}" type="presParOf" srcId="{7EB65200-768A-449A-9013-FEA400ECF7E1}" destId="{D84CFF7A-AE87-46F2-9FFC-B10CF1185E07}" srcOrd="2" destOrd="0" presId="urn:microsoft.com/office/officeart/2005/8/layout/orgChart1"/>
    <dgm:cxn modelId="{0FB2E782-16EB-4489-9A16-9B64CD97E7BF}" type="presParOf" srcId="{15BB6A51-CDCD-490D-BD94-8C2E5298A12B}" destId="{2B12005C-E798-408B-A887-AAA15FB9BDBC}" srcOrd="2" destOrd="0" presId="urn:microsoft.com/office/officeart/2005/8/layout/orgChart1"/>
    <dgm:cxn modelId="{BF617037-9284-481C-8406-C7DEDE58D8B6}" type="presParOf" srcId="{7B788BB8-A880-4BC1-A0E7-79F3BC5FAD61}" destId="{EAE9C8CC-D58B-4E6A-9FB9-32D76D78A03D}" srcOrd="4" destOrd="0" presId="urn:microsoft.com/office/officeart/2005/8/layout/orgChart1"/>
    <dgm:cxn modelId="{68003E1E-3BA6-40F6-A3AA-EF04CE0AFD82}" type="presParOf" srcId="{7B788BB8-A880-4BC1-A0E7-79F3BC5FAD61}" destId="{4451FB17-34E0-4467-8305-C19DCDE4DC79}" srcOrd="5" destOrd="0" presId="urn:microsoft.com/office/officeart/2005/8/layout/orgChart1"/>
    <dgm:cxn modelId="{145C2E43-B761-452C-A55E-D0C676F88199}" type="presParOf" srcId="{4451FB17-34E0-4467-8305-C19DCDE4DC79}" destId="{AC243030-66C9-4951-8500-62122B9D2935}" srcOrd="0" destOrd="0" presId="urn:microsoft.com/office/officeart/2005/8/layout/orgChart1"/>
    <dgm:cxn modelId="{A5046BD7-EF33-45CA-BE8E-98972CD1D3AE}" type="presParOf" srcId="{AC243030-66C9-4951-8500-62122B9D2935}" destId="{37F6A494-CDCF-40CA-A8BA-D96972E14A9D}" srcOrd="0" destOrd="0" presId="urn:microsoft.com/office/officeart/2005/8/layout/orgChart1"/>
    <dgm:cxn modelId="{DD05ED02-247A-4348-A7A0-78272825CCE0}" type="presParOf" srcId="{AC243030-66C9-4951-8500-62122B9D2935}" destId="{09A3968A-7848-446F-A1CD-AA9EFE9FE725}" srcOrd="1" destOrd="0" presId="urn:microsoft.com/office/officeart/2005/8/layout/orgChart1"/>
    <dgm:cxn modelId="{8E90968E-FD2C-45C7-8738-FD41EB2E6E1B}" type="presParOf" srcId="{4451FB17-34E0-4467-8305-C19DCDE4DC79}" destId="{0D57AE55-CC69-456E-9A9C-D8FC8F595693}" srcOrd="1" destOrd="0" presId="urn:microsoft.com/office/officeart/2005/8/layout/orgChart1"/>
    <dgm:cxn modelId="{D981C739-D47F-4D00-B2DD-6D8136FE09FA}" type="presParOf" srcId="{0D57AE55-CC69-456E-9A9C-D8FC8F595693}" destId="{9E3B905B-BA6D-4462-800A-05E95ACFF38E}" srcOrd="0" destOrd="0" presId="urn:microsoft.com/office/officeart/2005/8/layout/orgChart1"/>
    <dgm:cxn modelId="{95736A6E-57D4-4D1A-A04E-276010D51F9E}" type="presParOf" srcId="{0D57AE55-CC69-456E-9A9C-D8FC8F595693}" destId="{F5DCE838-9CE9-496C-8795-05AFCCEAA7B9}" srcOrd="1" destOrd="0" presId="urn:microsoft.com/office/officeart/2005/8/layout/orgChart1"/>
    <dgm:cxn modelId="{668074F8-B700-49CA-88F1-946928FBDD16}" type="presParOf" srcId="{F5DCE838-9CE9-496C-8795-05AFCCEAA7B9}" destId="{22FB393F-E3F7-490F-BB11-7BDB9B9EACEA}" srcOrd="0" destOrd="0" presId="urn:microsoft.com/office/officeart/2005/8/layout/orgChart1"/>
    <dgm:cxn modelId="{84B118A3-DD7D-420E-A312-1CF3173D5E77}" type="presParOf" srcId="{22FB393F-E3F7-490F-BB11-7BDB9B9EACEA}" destId="{4E062377-FFC3-48F2-BC38-5B9874733C21}" srcOrd="0" destOrd="0" presId="urn:microsoft.com/office/officeart/2005/8/layout/orgChart1"/>
    <dgm:cxn modelId="{B049E6A4-74BE-4547-8D77-E33DD3310C2B}" type="presParOf" srcId="{22FB393F-E3F7-490F-BB11-7BDB9B9EACEA}" destId="{D30F6C37-0180-47BE-9C3E-DF4E76021041}" srcOrd="1" destOrd="0" presId="urn:microsoft.com/office/officeart/2005/8/layout/orgChart1"/>
    <dgm:cxn modelId="{EC76F7E1-0F7B-40D7-BAEE-6B10D6F98E02}" type="presParOf" srcId="{F5DCE838-9CE9-496C-8795-05AFCCEAA7B9}" destId="{194027CD-7DE3-4160-A295-A84525DEBDC0}" srcOrd="1" destOrd="0" presId="urn:microsoft.com/office/officeart/2005/8/layout/orgChart1"/>
    <dgm:cxn modelId="{F7AEC107-39C9-47DB-9211-40AB6D6FFEE9}" type="presParOf" srcId="{F5DCE838-9CE9-496C-8795-05AFCCEAA7B9}" destId="{79302992-2ECC-4647-AF7F-90DB4E9E1BB4}" srcOrd="2" destOrd="0" presId="urn:microsoft.com/office/officeart/2005/8/layout/orgChart1"/>
    <dgm:cxn modelId="{C0F0C4D8-9926-4E6B-849A-718FBDCC43AE}" type="presParOf" srcId="{0D57AE55-CC69-456E-9A9C-D8FC8F595693}" destId="{76069DE3-8F7C-421B-BE74-B2C17A9F3CC7}" srcOrd="2" destOrd="0" presId="urn:microsoft.com/office/officeart/2005/8/layout/orgChart1"/>
    <dgm:cxn modelId="{78BB233C-E7F4-4AF0-8274-59B530FDB016}" type="presParOf" srcId="{0D57AE55-CC69-456E-9A9C-D8FC8F595693}" destId="{248860CA-3E94-4C95-BD4A-ECEEA0765211}" srcOrd="3" destOrd="0" presId="urn:microsoft.com/office/officeart/2005/8/layout/orgChart1"/>
    <dgm:cxn modelId="{CAA0DE5D-7556-450A-9813-4BCF360DF143}" type="presParOf" srcId="{248860CA-3E94-4C95-BD4A-ECEEA0765211}" destId="{FC89951F-FB8D-49FE-86BA-32C0B4871476}" srcOrd="0" destOrd="0" presId="urn:microsoft.com/office/officeart/2005/8/layout/orgChart1"/>
    <dgm:cxn modelId="{9A815F69-D217-4B3B-95C8-6D04EEA2596F}" type="presParOf" srcId="{FC89951F-FB8D-49FE-86BA-32C0B4871476}" destId="{A2911A35-7BF1-4C35-A666-3A2C0611F2A8}" srcOrd="0" destOrd="0" presId="urn:microsoft.com/office/officeart/2005/8/layout/orgChart1"/>
    <dgm:cxn modelId="{4D1E07F9-5CFF-48DB-8FAA-672E307B452B}" type="presParOf" srcId="{FC89951F-FB8D-49FE-86BA-32C0B4871476}" destId="{1122785F-6217-4A93-8383-9DE77C33D6F0}" srcOrd="1" destOrd="0" presId="urn:microsoft.com/office/officeart/2005/8/layout/orgChart1"/>
    <dgm:cxn modelId="{3B2778C7-E0B0-4757-AC43-67D09957E220}" type="presParOf" srcId="{248860CA-3E94-4C95-BD4A-ECEEA0765211}" destId="{6926C9EE-C2DD-4EF9-B7EE-89435DD67D75}" srcOrd="1" destOrd="0" presId="urn:microsoft.com/office/officeart/2005/8/layout/orgChart1"/>
    <dgm:cxn modelId="{74DB0782-BD62-4C6B-BA80-346214475BC6}" type="presParOf" srcId="{248860CA-3E94-4C95-BD4A-ECEEA0765211}" destId="{E67115E7-5254-435E-88B3-F62295B984A4}" srcOrd="2" destOrd="0" presId="urn:microsoft.com/office/officeart/2005/8/layout/orgChart1"/>
    <dgm:cxn modelId="{02FA415B-1321-4DF4-B21E-4B7144BD273F}" type="presParOf" srcId="{4451FB17-34E0-4467-8305-C19DCDE4DC79}" destId="{27612246-217F-4672-BB9D-7DE44BA0FE3A}" srcOrd="2" destOrd="0" presId="urn:microsoft.com/office/officeart/2005/8/layout/orgChart1"/>
    <dgm:cxn modelId="{C9DCE264-14EA-4B64-BECE-927FC361414A}" type="presParOf" srcId="{87EAEF0A-6F06-4B9B-B2A9-384E0E8A04B8}" destId="{DD6386E8-A56C-47BB-8355-9FC81BE1C77F}" srcOrd="2" destOrd="0" presId="urn:microsoft.com/office/officeart/2005/8/layout/orgChart1"/>
    <dgm:cxn modelId="{AD5DEA98-7203-439A-8A29-A6BF94788B11}" type="presParOf" srcId="{F60D1911-BD54-4460-86F0-DDF78600B254}" destId="{4F3897D5-FB91-4FA8-89E1-2CA8CBB09544}" srcOrd="4" destOrd="0" presId="urn:microsoft.com/office/officeart/2005/8/layout/orgChart1"/>
    <dgm:cxn modelId="{D688739A-3EF5-4207-9C94-80B69D162EE1}" type="presParOf" srcId="{F60D1911-BD54-4460-86F0-DDF78600B254}" destId="{9DB6A931-A86A-415D-9653-EEA0B9D66859}" srcOrd="5" destOrd="0" presId="urn:microsoft.com/office/officeart/2005/8/layout/orgChart1"/>
    <dgm:cxn modelId="{C0F7ACB2-85A3-4C15-8454-3BB57EEAB650}" type="presParOf" srcId="{9DB6A931-A86A-415D-9653-EEA0B9D66859}" destId="{C987F120-CFF7-4516-8E73-B1861C4E77DE}" srcOrd="0" destOrd="0" presId="urn:microsoft.com/office/officeart/2005/8/layout/orgChart1"/>
    <dgm:cxn modelId="{BA4370A1-FD04-4817-A95E-1617EA86DC7F}" type="presParOf" srcId="{C987F120-CFF7-4516-8E73-B1861C4E77DE}" destId="{EB1304D2-80AF-4A04-90B6-7A61918729C9}" srcOrd="0" destOrd="0" presId="urn:microsoft.com/office/officeart/2005/8/layout/orgChart1"/>
    <dgm:cxn modelId="{6D0C22A5-B3FA-4917-A020-333494EC50E4}" type="presParOf" srcId="{C987F120-CFF7-4516-8E73-B1861C4E77DE}" destId="{DB01E9DB-8616-4385-8BD7-2DC93D5DDDFA}" srcOrd="1" destOrd="0" presId="urn:microsoft.com/office/officeart/2005/8/layout/orgChart1"/>
    <dgm:cxn modelId="{311EC91A-A3FB-4CF3-BB99-4C16E2265709}" type="presParOf" srcId="{9DB6A931-A86A-415D-9653-EEA0B9D66859}" destId="{B4FFA3E3-2C0C-497C-9A56-804C92F6B42A}" srcOrd="1" destOrd="0" presId="urn:microsoft.com/office/officeart/2005/8/layout/orgChart1"/>
    <dgm:cxn modelId="{67ECF0A7-4F44-4B3B-8A88-56156AD8E6F7}" type="presParOf" srcId="{B4FFA3E3-2C0C-497C-9A56-804C92F6B42A}" destId="{89451074-A34A-4251-BBDE-65189CCDDF7A}" srcOrd="0" destOrd="0" presId="urn:microsoft.com/office/officeart/2005/8/layout/orgChart1"/>
    <dgm:cxn modelId="{29F93781-E6FF-4EFE-B32E-40BE2EE3079F}" type="presParOf" srcId="{B4FFA3E3-2C0C-497C-9A56-804C92F6B42A}" destId="{361D6B56-733C-47AA-A0E9-C663E0F2D54D}" srcOrd="1" destOrd="0" presId="urn:microsoft.com/office/officeart/2005/8/layout/orgChart1"/>
    <dgm:cxn modelId="{37569153-B3A4-44EE-B4EA-DFE8C5871B28}" type="presParOf" srcId="{361D6B56-733C-47AA-A0E9-C663E0F2D54D}" destId="{68AAB782-564F-4A87-A2D1-516061043115}" srcOrd="0" destOrd="0" presId="urn:microsoft.com/office/officeart/2005/8/layout/orgChart1"/>
    <dgm:cxn modelId="{935ED9D4-6940-4BC3-93E3-2D07C0FCAC0F}" type="presParOf" srcId="{68AAB782-564F-4A87-A2D1-516061043115}" destId="{12477E34-A7EA-4635-817C-BC124381887D}" srcOrd="0" destOrd="0" presId="urn:microsoft.com/office/officeart/2005/8/layout/orgChart1"/>
    <dgm:cxn modelId="{803C835F-D976-40BE-B8CD-D0BC212274B4}" type="presParOf" srcId="{68AAB782-564F-4A87-A2D1-516061043115}" destId="{02C13E3D-2D98-4561-8CB5-54C7DBBB931A}" srcOrd="1" destOrd="0" presId="urn:microsoft.com/office/officeart/2005/8/layout/orgChart1"/>
    <dgm:cxn modelId="{427914C4-2A21-425A-86E7-585A0322B2F6}" type="presParOf" srcId="{361D6B56-733C-47AA-A0E9-C663E0F2D54D}" destId="{A0C7E07E-982E-4ECF-8EAD-FDF7896BFFCD}" srcOrd="1" destOrd="0" presId="urn:microsoft.com/office/officeart/2005/8/layout/orgChart1"/>
    <dgm:cxn modelId="{D5A7B516-5372-4C3D-97C2-452DDEFECEC1}" type="presParOf" srcId="{361D6B56-733C-47AA-A0E9-C663E0F2D54D}" destId="{DEE6EFF6-4A56-4416-9EEC-76B894315EE4}" srcOrd="2" destOrd="0" presId="urn:microsoft.com/office/officeart/2005/8/layout/orgChart1"/>
    <dgm:cxn modelId="{EB54A882-26C2-4806-AF9A-3B8103A65D70}" type="presParOf" srcId="{B4FFA3E3-2C0C-497C-9A56-804C92F6B42A}" destId="{A92430AA-1921-48DF-8811-7DE7208F57DB}" srcOrd="2" destOrd="0" presId="urn:microsoft.com/office/officeart/2005/8/layout/orgChart1"/>
    <dgm:cxn modelId="{F52DED2B-56AD-4990-A523-0A12CEE5EC7F}" type="presParOf" srcId="{B4FFA3E3-2C0C-497C-9A56-804C92F6B42A}" destId="{53896857-8D48-4A3F-85EE-45E59FCCEED1}" srcOrd="3" destOrd="0" presId="urn:microsoft.com/office/officeart/2005/8/layout/orgChart1"/>
    <dgm:cxn modelId="{B30D79D3-9EC2-4EB0-ABAC-34A3221ACA77}" type="presParOf" srcId="{53896857-8D48-4A3F-85EE-45E59FCCEED1}" destId="{77EA9262-81C4-406F-A6BD-F4FAB1139069}" srcOrd="0" destOrd="0" presId="urn:microsoft.com/office/officeart/2005/8/layout/orgChart1"/>
    <dgm:cxn modelId="{87B20A98-6A1D-4EAC-919C-0BE0CD681666}" type="presParOf" srcId="{77EA9262-81C4-406F-A6BD-F4FAB1139069}" destId="{8406DCF8-D567-4BB9-B2C1-43701E525B2A}" srcOrd="0" destOrd="0" presId="urn:microsoft.com/office/officeart/2005/8/layout/orgChart1"/>
    <dgm:cxn modelId="{CB005E87-3164-40EC-847D-EBB7A3108C9B}" type="presParOf" srcId="{77EA9262-81C4-406F-A6BD-F4FAB1139069}" destId="{540AB7BF-5390-495D-BE43-F137A7822EB5}" srcOrd="1" destOrd="0" presId="urn:microsoft.com/office/officeart/2005/8/layout/orgChart1"/>
    <dgm:cxn modelId="{647E961C-19DB-4D35-AAD7-3F56E3761297}" type="presParOf" srcId="{53896857-8D48-4A3F-85EE-45E59FCCEED1}" destId="{6F613E68-BDEF-4722-881D-0E82FD8B705E}" srcOrd="1" destOrd="0" presId="urn:microsoft.com/office/officeart/2005/8/layout/orgChart1"/>
    <dgm:cxn modelId="{1A082660-01D0-49F7-AF9F-ED6E7D3D1FC9}" type="presParOf" srcId="{53896857-8D48-4A3F-85EE-45E59FCCEED1}" destId="{116AEAA9-9506-461F-A3AA-CC50B6B7723D}" srcOrd="2" destOrd="0" presId="urn:microsoft.com/office/officeart/2005/8/layout/orgChart1"/>
    <dgm:cxn modelId="{2B7A6889-177C-41EF-A03F-5F22E5093432}" type="presParOf" srcId="{B4FFA3E3-2C0C-497C-9A56-804C92F6B42A}" destId="{0D5C6722-B564-42D1-AAA4-2AB6BBAE6198}" srcOrd="4" destOrd="0" presId="urn:microsoft.com/office/officeart/2005/8/layout/orgChart1"/>
    <dgm:cxn modelId="{CA4B93C2-280E-4F4F-8841-760E6D34B2F3}" type="presParOf" srcId="{B4FFA3E3-2C0C-497C-9A56-804C92F6B42A}" destId="{DA14276A-E7BD-435A-BB8A-55DB8D548016}" srcOrd="5" destOrd="0" presId="urn:microsoft.com/office/officeart/2005/8/layout/orgChart1"/>
    <dgm:cxn modelId="{30984739-5028-4040-B636-9CA9D16F0EB0}" type="presParOf" srcId="{DA14276A-E7BD-435A-BB8A-55DB8D548016}" destId="{96D142E8-EFF7-4A4C-AF5C-EA52A7A324B2}" srcOrd="0" destOrd="0" presId="urn:microsoft.com/office/officeart/2005/8/layout/orgChart1"/>
    <dgm:cxn modelId="{66A4D197-0BA6-4027-95C9-8E2C67C68BCB}" type="presParOf" srcId="{96D142E8-EFF7-4A4C-AF5C-EA52A7A324B2}" destId="{AF275DDF-EF7A-44C8-9D7B-AE8695C3A0A0}" srcOrd="0" destOrd="0" presId="urn:microsoft.com/office/officeart/2005/8/layout/orgChart1"/>
    <dgm:cxn modelId="{60805A34-4BF0-4099-B83D-69C15028EC52}" type="presParOf" srcId="{96D142E8-EFF7-4A4C-AF5C-EA52A7A324B2}" destId="{48AEDB47-2D0C-49E7-A078-AC9B060A1D49}" srcOrd="1" destOrd="0" presId="urn:microsoft.com/office/officeart/2005/8/layout/orgChart1"/>
    <dgm:cxn modelId="{8BC7B994-DAF8-4FE1-A74C-1423C1F54680}" type="presParOf" srcId="{DA14276A-E7BD-435A-BB8A-55DB8D548016}" destId="{0DDC98C9-CA74-418D-B4CA-7798D1F52082}" srcOrd="1" destOrd="0" presId="urn:microsoft.com/office/officeart/2005/8/layout/orgChart1"/>
    <dgm:cxn modelId="{34BC1F9A-B6A4-48AE-B929-8DD41F1C0035}" type="presParOf" srcId="{DA14276A-E7BD-435A-BB8A-55DB8D548016}" destId="{A086BCC7-626B-4E7B-B7C3-B6D81EAC1D66}" srcOrd="2" destOrd="0" presId="urn:microsoft.com/office/officeart/2005/8/layout/orgChart1"/>
    <dgm:cxn modelId="{E95E0C5A-CE53-41A4-A842-1C1B9BE672AA}" type="presParOf" srcId="{9DB6A931-A86A-415D-9653-EEA0B9D66859}" destId="{8A848993-7FCF-42A9-99B1-1CC0E92FBC25}" srcOrd="2" destOrd="0" presId="urn:microsoft.com/office/officeart/2005/8/layout/orgChart1"/>
    <dgm:cxn modelId="{F8ED91D3-7151-445A-AA7F-153E2A40A2D7}" type="presParOf" srcId="{F60D1911-BD54-4460-86F0-DDF78600B254}" destId="{112E3103-4F35-4D49-AC49-2B8FF5BDB4D1}" srcOrd="6" destOrd="0" presId="urn:microsoft.com/office/officeart/2005/8/layout/orgChart1"/>
    <dgm:cxn modelId="{54465A40-A271-4D12-B56A-A35E4C0CCDE4}" type="presParOf" srcId="{F60D1911-BD54-4460-86F0-DDF78600B254}" destId="{AC1DDF38-F6C6-49CA-886F-FCD7608E32C0}" srcOrd="7" destOrd="0" presId="urn:microsoft.com/office/officeart/2005/8/layout/orgChart1"/>
    <dgm:cxn modelId="{3F627A50-43CB-425F-A44C-22B2B6980263}" type="presParOf" srcId="{AC1DDF38-F6C6-49CA-886F-FCD7608E32C0}" destId="{7CA08F55-3319-4AC3-BA02-8611667C37A8}" srcOrd="0" destOrd="0" presId="urn:microsoft.com/office/officeart/2005/8/layout/orgChart1"/>
    <dgm:cxn modelId="{3AD156C0-8348-48A7-8EBA-9258766930CC}" type="presParOf" srcId="{7CA08F55-3319-4AC3-BA02-8611667C37A8}" destId="{7FEE962F-AE84-4C37-9ADA-29EE8F2BA0FB}" srcOrd="0" destOrd="0" presId="urn:microsoft.com/office/officeart/2005/8/layout/orgChart1"/>
    <dgm:cxn modelId="{DEAC77E2-3175-495B-9020-FCE17482622D}" type="presParOf" srcId="{7CA08F55-3319-4AC3-BA02-8611667C37A8}" destId="{55AE3080-78D2-4A08-9A41-1214F49601CC}" srcOrd="1" destOrd="0" presId="urn:microsoft.com/office/officeart/2005/8/layout/orgChart1"/>
    <dgm:cxn modelId="{A07324FD-106F-4F2D-B0E5-808A88DCB544}" type="presParOf" srcId="{AC1DDF38-F6C6-49CA-886F-FCD7608E32C0}" destId="{E042B033-F011-479C-908C-2D74DFD6BE26}" srcOrd="1" destOrd="0" presId="urn:microsoft.com/office/officeart/2005/8/layout/orgChart1"/>
    <dgm:cxn modelId="{8F0A5C12-CAD0-40BF-8D7C-D5A3A07D0497}" type="presParOf" srcId="{E042B033-F011-479C-908C-2D74DFD6BE26}" destId="{141EFDCD-2EA1-42C3-90AB-29515FBE5A88}" srcOrd="0" destOrd="0" presId="urn:microsoft.com/office/officeart/2005/8/layout/orgChart1"/>
    <dgm:cxn modelId="{92F70244-0CE8-4BFC-BD57-8488BD7D5EC6}" type="presParOf" srcId="{E042B033-F011-479C-908C-2D74DFD6BE26}" destId="{E8A05EAF-9138-44BA-B26D-FCF67DE9F13A}" srcOrd="1" destOrd="0" presId="urn:microsoft.com/office/officeart/2005/8/layout/orgChart1"/>
    <dgm:cxn modelId="{007F9C6A-F63D-48BF-8C1D-B12BE6A4E78B}" type="presParOf" srcId="{E8A05EAF-9138-44BA-B26D-FCF67DE9F13A}" destId="{C9D36EAC-B530-4A18-B614-C94AD04BE682}" srcOrd="0" destOrd="0" presId="urn:microsoft.com/office/officeart/2005/8/layout/orgChart1"/>
    <dgm:cxn modelId="{C0EE5E9D-0A8F-4128-872B-775C7CA509B2}" type="presParOf" srcId="{C9D36EAC-B530-4A18-B614-C94AD04BE682}" destId="{DCFD1FF1-B418-4EB6-A4BA-8BA7052A4729}" srcOrd="0" destOrd="0" presId="urn:microsoft.com/office/officeart/2005/8/layout/orgChart1"/>
    <dgm:cxn modelId="{DCA5A4A6-2D41-46CA-A9FB-0700D5FE61AF}" type="presParOf" srcId="{C9D36EAC-B530-4A18-B614-C94AD04BE682}" destId="{33813992-5A91-4026-9180-2F144E972652}" srcOrd="1" destOrd="0" presId="urn:microsoft.com/office/officeart/2005/8/layout/orgChart1"/>
    <dgm:cxn modelId="{33DD8ECC-B14B-4403-B1D0-2B7E936F8DF7}" type="presParOf" srcId="{E8A05EAF-9138-44BA-B26D-FCF67DE9F13A}" destId="{A6B04417-A9B6-485A-94D7-F3D41B8A0A2D}" srcOrd="1" destOrd="0" presId="urn:microsoft.com/office/officeart/2005/8/layout/orgChart1"/>
    <dgm:cxn modelId="{1C5C80AB-DDF5-4387-9EAF-52EAEF0DE8B0}" type="presParOf" srcId="{E8A05EAF-9138-44BA-B26D-FCF67DE9F13A}" destId="{7E161BFC-9BA9-4016-A442-DF058C768F9D}" srcOrd="2" destOrd="0" presId="urn:microsoft.com/office/officeart/2005/8/layout/orgChart1"/>
    <dgm:cxn modelId="{BADD87A8-E6D7-4A1A-BACE-8FACAE3A0154}" type="presParOf" srcId="{E042B033-F011-479C-908C-2D74DFD6BE26}" destId="{9F0B90AE-265C-44CA-9867-7FF0D6EFF680}" srcOrd="2" destOrd="0" presId="urn:microsoft.com/office/officeart/2005/8/layout/orgChart1"/>
    <dgm:cxn modelId="{E14998A7-3A9C-4812-AF65-5D4136C6389F}" type="presParOf" srcId="{E042B033-F011-479C-908C-2D74DFD6BE26}" destId="{57F6FDBC-1B1C-4F24-BEE5-67DA480080BE}" srcOrd="3" destOrd="0" presId="urn:microsoft.com/office/officeart/2005/8/layout/orgChart1"/>
    <dgm:cxn modelId="{AF4E972B-C90D-4303-ADF2-172EB2B6CA4A}" type="presParOf" srcId="{57F6FDBC-1B1C-4F24-BEE5-67DA480080BE}" destId="{B5DE979D-7119-42D7-A9F0-D4DCFA1DD6AE}" srcOrd="0" destOrd="0" presId="urn:microsoft.com/office/officeart/2005/8/layout/orgChart1"/>
    <dgm:cxn modelId="{127FE21B-8A05-4FA4-936D-7A495FE0DACF}" type="presParOf" srcId="{B5DE979D-7119-42D7-A9F0-D4DCFA1DD6AE}" destId="{91A4FEF7-7914-4CB7-B448-827C818FABE4}" srcOrd="0" destOrd="0" presId="urn:microsoft.com/office/officeart/2005/8/layout/orgChart1"/>
    <dgm:cxn modelId="{2CDC8623-8514-4BA6-9FB0-374204E3C7EE}" type="presParOf" srcId="{B5DE979D-7119-42D7-A9F0-D4DCFA1DD6AE}" destId="{CF30F4E7-5E2E-4CF5-9726-5AFC10C540F9}" srcOrd="1" destOrd="0" presId="urn:microsoft.com/office/officeart/2005/8/layout/orgChart1"/>
    <dgm:cxn modelId="{F0067BE2-21E1-4297-940F-689C60B5E069}" type="presParOf" srcId="{57F6FDBC-1B1C-4F24-BEE5-67DA480080BE}" destId="{D8AE4C26-94AC-4643-8C9D-C2D7253180D6}" srcOrd="1" destOrd="0" presId="urn:microsoft.com/office/officeart/2005/8/layout/orgChart1"/>
    <dgm:cxn modelId="{B6D96A24-8156-4B4F-B61B-9E8D3B46D842}" type="presParOf" srcId="{57F6FDBC-1B1C-4F24-BEE5-67DA480080BE}" destId="{390AEECD-319A-458C-A1EC-8C3EAD266026}" srcOrd="2" destOrd="0" presId="urn:microsoft.com/office/officeart/2005/8/layout/orgChart1"/>
    <dgm:cxn modelId="{C4E39E71-0377-4299-86C2-939253B66D52}" type="presParOf" srcId="{E042B033-F011-479C-908C-2D74DFD6BE26}" destId="{6C3181FB-DA05-438D-B413-F99BF10DB2AC}" srcOrd="4" destOrd="0" presId="urn:microsoft.com/office/officeart/2005/8/layout/orgChart1"/>
    <dgm:cxn modelId="{44F97AA4-86A1-483D-B056-990E6BF00179}" type="presParOf" srcId="{E042B033-F011-479C-908C-2D74DFD6BE26}" destId="{49E81D05-8F6F-49DC-A5D8-ACACB74308D3}" srcOrd="5" destOrd="0" presId="urn:microsoft.com/office/officeart/2005/8/layout/orgChart1"/>
    <dgm:cxn modelId="{32D41832-17A9-431A-A7AE-21DD0C1D777F}" type="presParOf" srcId="{49E81D05-8F6F-49DC-A5D8-ACACB74308D3}" destId="{76C5546B-D65C-43E9-8403-9982A7FFCCF5}" srcOrd="0" destOrd="0" presId="urn:microsoft.com/office/officeart/2005/8/layout/orgChart1"/>
    <dgm:cxn modelId="{7576528E-36E5-4C66-B2FC-264AD16C50D8}" type="presParOf" srcId="{76C5546B-D65C-43E9-8403-9982A7FFCCF5}" destId="{F0A45102-C4D0-455E-B14E-582CA5394E48}" srcOrd="0" destOrd="0" presId="urn:microsoft.com/office/officeart/2005/8/layout/orgChart1"/>
    <dgm:cxn modelId="{E70BDACB-9F8E-4FDC-BBFA-0EC1A1BE48D5}" type="presParOf" srcId="{76C5546B-D65C-43E9-8403-9982A7FFCCF5}" destId="{9C4FDF6D-2289-4F58-9237-2752A3BE2B2A}" srcOrd="1" destOrd="0" presId="urn:microsoft.com/office/officeart/2005/8/layout/orgChart1"/>
    <dgm:cxn modelId="{0D7145D9-1330-45CE-8C1B-2685F5799A7E}" type="presParOf" srcId="{49E81D05-8F6F-49DC-A5D8-ACACB74308D3}" destId="{B7030FA8-EA1A-44C1-9D8B-9213A39DDAC5}" srcOrd="1" destOrd="0" presId="urn:microsoft.com/office/officeart/2005/8/layout/orgChart1"/>
    <dgm:cxn modelId="{89253676-F1D0-438A-9E96-A01FC5E7166A}" type="presParOf" srcId="{49E81D05-8F6F-49DC-A5D8-ACACB74308D3}" destId="{4486DC32-1255-41B2-B73E-1F0446E721AA}" srcOrd="2" destOrd="0" presId="urn:microsoft.com/office/officeart/2005/8/layout/orgChart1"/>
    <dgm:cxn modelId="{C19D69B2-76B1-43B0-B4BA-C4677B911316}" type="presParOf" srcId="{AC1DDF38-F6C6-49CA-886F-FCD7608E32C0}" destId="{C133AAF7-4CFE-45D4-9B2D-83402F19244F}" srcOrd="2" destOrd="0" presId="urn:microsoft.com/office/officeart/2005/8/layout/orgChart1"/>
    <dgm:cxn modelId="{DCD38733-BC99-42C5-B80C-5A08024433E1}" type="presParOf" srcId="{C9FA32EC-1D20-4D8C-A502-E3F435B704E8}" destId="{FC84C625-F1F4-40C5-8950-B03AD77E2EFA}" srcOrd="2" destOrd="0" presId="urn:microsoft.com/office/officeart/2005/8/layout/orgChart1"/>
    <dgm:cxn modelId="{84349DE2-7E3B-4ED3-85BC-DE49D819874A}" type="presParOf" srcId="{E124F933-28E5-42B4-BF68-E4A17F7A76BC}" destId="{76DE5DD8-4B6A-4426-AE82-7A9B9F2A51EC}" srcOrd="6" destOrd="0" presId="urn:microsoft.com/office/officeart/2005/8/layout/orgChart1"/>
    <dgm:cxn modelId="{59A016C6-6DF2-4F11-BA4A-A9FD5BBC6853}" type="presParOf" srcId="{E124F933-28E5-42B4-BF68-E4A17F7A76BC}" destId="{63ECB112-97CB-49A9-AA82-05FE4B25F384}" srcOrd="7" destOrd="0" presId="urn:microsoft.com/office/officeart/2005/8/layout/orgChart1"/>
    <dgm:cxn modelId="{3BBFC0A0-A1F5-445B-BAC3-A283A3B97B5B}" type="presParOf" srcId="{63ECB112-97CB-49A9-AA82-05FE4B25F384}" destId="{3058CB6C-93D2-43B9-9338-3F92BBB91040}" srcOrd="0" destOrd="0" presId="urn:microsoft.com/office/officeart/2005/8/layout/orgChart1"/>
    <dgm:cxn modelId="{6A403AFC-8693-4C54-84F9-B45DE90CD559}" type="presParOf" srcId="{3058CB6C-93D2-43B9-9338-3F92BBB91040}" destId="{43BAFDF8-5783-4884-9EEB-8D2CCDA4764C}" srcOrd="0" destOrd="0" presId="urn:microsoft.com/office/officeart/2005/8/layout/orgChart1"/>
    <dgm:cxn modelId="{1C16BD65-EDCD-4B43-ABEF-04A01A51AF18}" type="presParOf" srcId="{3058CB6C-93D2-43B9-9338-3F92BBB91040}" destId="{6CA190D8-B03E-4DF3-85FE-1DA9BFD528C8}" srcOrd="1" destOrd="0" presId="urn:microsoft.com/office/officeart/2005/8/layout/orgChart1"/>
    <dgm:cxn modelId="{5EBDB843-21BE-4EDF-93AB-33A2A433F192}" type="presParOf" srcId="{63ECB112-97CB-49A9-AA82-05FE4B25F384}" destId="{AC72CA7A-967D-4B9B-9519-32A1FF9FCCDC}" srcOrd="1" destOrd="0" presId="urn:microsoft.com/office/officeart/2005/8/layout/orgChart1"/>
    <dgm:cxn modelId="{3CA3B5E2-83D7-44CC-8C24-5CEFA9A16CB3}" type="presParOf" srcId="{AC72CA7A-967D-4B9B-9519-32A1FF9FCCDC}" destId="{DEFFE91A-6AC7-490C-B29C-0AFED6BB34C5}" srcOrd="0" destOrd="0" presId="urn:microsoft.com/office/officeart/2005/8/layout/orgChart1"/>
    <dgm:cxn modelId="{A539E1C3-5B9F-4D9C-97B4-89954832400E}" type="presParOf" srcId="{AC72CA7A-967D-4B9B-9519-32A1FF9FCCDC}" destId="{DBD315AA-E2FE-429E-B75B-C8BF19252D55}" srcOrd="1" destOrd="0" presId="urn:microsoft.com/office/officeart/2005/8/layout/orgChart1"/>
    <dgm:cxn modelId="{5130915F-8813-41E4-8280-32D4BFBDDA87}" type="presParOf" srcId="{DBD315AA-E2FE-429E-B75B-C8BF19252D55}" destId="{63D889F7-9B94-42CD-B886-2DFA8E2EEF1D}" srcOrd="0" destOrd="0" presId="urn:microsoft.com/office/officeart/2005/8/layout/orgChart1"/>
    <dgm:cxn modelId="{EC53DB4A-ADBA-4FED-8A36-778850F17086}" type="presParOf" srcId="{63D889F7-9B94-42CD-B886-2DFA8E2EEF1D}" destId="{12FF3FB4-9684-44AB-A702-A5144ED509E1}" srcOrd="0" destOrd="0" presId="urn:microsoft.com/office/officeart/2005/8/layout/orgChart1"/>
    <dgm:cxn modelId="{6920E7CE-1DAF-4228-BD3A-A8BCCB7955B4}" type="presParOf" srcId="{63D889F7-9B94-42CD-B886-2DFA8E2EEF1D}" destId="{6AC2A109-509F-4AC2-80A0-7A5490426766}" srcOrd="1" destOrd="0" presId="urn:microsoft.com/office/officeart/2005/8/layout/orgChart1"/>
    <dgm:cxn modelId="{11513210-4DCC-4B1B-B980-4681D5128F9E}" type="presParOf" srcId="{DBD315AA-E2FE-429E-B75B-C8BF19252D55}" destId="{5B4254B2-3472-4E19-A012-8DF7CEEFA7AC}" srcOrd="1" destOrd="0" presId="urn:microsoft.com/office/officeart/2005/8/layout/orgChart1"/>
    <dgm:cxn modelId="{505D63F9-E971-4B12-B23D-96CD1589F8D2}" type="presParOf" srcId="{5B4254B2-3472-4E19-A012-8DF7CEEFA7AC}" destId="{1B0D28D9-690C-4724-8B74-3168F517331D}" srcOrd="0" destOrd="0" presId="urn:microsoft.com/office/officeart/2005/8/layout/orgChart1"/>
    <dgm:cxn modelId="{0F21F164-6C6A-4EA7-BD4C-D86E78D571BF}" type="presParOf" srcId="{5B4254B2-3472-4E19-A012-8DF7CEEFA7AC}" destId="{1C76994A-8CC1-4763-B3B2-A60F69945D4F}" srcOrd="1" destOrd="0" presId="urn:microsoft.com/office/officeart/2005/8/layout/orgChart1"/>
    <dgm:cxn modelId="{81FAEAE9-99E9-404E-AD24-42F839A2908D}" type="presParOf" srcId="{1C76994A-8CC1-4763-B3B2-A60F69945D4F}" destId="{713077D4-D0AE-4789-93F3-2017461F6B18}" srcOrd="0" destOrd="0" presId="urn:microsoft.com/office/officeart/2005/8/layout/orgChart1"/>
    <dgm:cxn modelId="{F33714BE-B1F1-4539-8F7F-64E54F38ACE0}" type="presParOf" srcId="{713077D4-D0AE-4789-93F3-2017461F6B18}" destId="{F6970A8E-2759-459A-B6E3-52E5E4BBDEF7}" srcOrd="0" destOrd="0" presId="urn:microsoft.com/office/officeart/2005/8/layout/orgChart1"/>
    <dgm:cxn modelId="{CE444CA5-E556-44E8-9CCD-984F3AEA188E}" type="presParOf" srcId="{713077D4-D0AE-4789-93F3-2017461F6B18}" destId="{77FEDEA4-3951-41F1-8549-D13BF185326C}" srcOrd="1" destOrd="0" presId="urn:microsoft.com/office/officeart/2005/8/layout/orgChart1"/>
    <dgm:cxn modelId="{A53ADCCE-8639-4C83-8253-7CBA2BAEA0B4}" type="presParOf" srcId="{1C76994A-8CC1-4763-B3B2-A60F69945D4F}" destId="{E4EB74BE-B21B-4619-81E1-B456BC272F0B}" srcOrd="1" destOrd="0" presId="urn:microsoft.com/office/officeart/2005/8/layout/orgChart1"/>
    <dgm:cxn modelId="{AEE526FC-D1EA-4A40-B4B0-B7613D5C2CFD}" type="presParOf" srcId="{1C76994A-8CC1-4763-B3B2-A60F69945D4F}" destId="{691B7507-191B-4627-A8EC-7F2B121974A9}" srcOrd="2" destOrd="0" presId="urn:microsoft.com/office/officeart/2005/8/layout/orgChart1"/>
    <dgm:cxn modelId="{CF61CB37-0897-4D37-8416-AB23AD79D349}" type="presParOf" srcId="{5B4254B2-3472-4E19-A012-8DF7CEEFA7AC}" destId="{8121A202-F08F-45A2-A927-335795C8689E}" srcOrd="2" destOrd="0" presId="urn:microsoft.com/office/officeart/2005/8/layout/orgChart1"/>
    <dgm:cxn modelId="{BC201684-1C8F-44A5-8F35-A63FBC776405}" type="presParOf" srcId="{5B4254B2-3472-4E19-A012-8DF7CEEFA7AC}" destId="{27C70405-0850-43A6-86C1-6BCA86492431}" srcOrd="3" destOrd="0" presId="urn:microsoft.com/office/officeart/2005/8/layout/orgChart1"/>
    <dgm:cxn modelId="{4D90249C-778C-4378-8DEB-716FB9E6EFF3}" type="presParOf" srcId="{27C70405-0850-43A6-86C1-6BCA86492431}" destId="{7D7693E6-2575-472F-AF13-D35504A497BD}" srcOrd="0" destOrd="0" presId="urn:microsoft.com/office/officeart/2005/8/layout/orgChart1"/>
    <dgm:cxn modelId="{BC029920-B827-402F-9DC4-B9ECFD2AA8D8}" type="presParOf" srcId="{7D7693E6-2575-472F-AF13-D35504A497BD}" destId="{8FE1C876-5581-40F9-B88F-5DB3AE401E3C}" srcOrd="0" destOrd="0" presId="urn:microsoft.com/office/officeart/2005/8/layout/orgChart1"/>
    <dgm:cxn modelId="{3145FD80-8384-4B3A-A787-36BA832800CA}" type="presParOf" srcId="{7D7693E6-2575-472F-AF13-D35504A497BD}" destId="{938BA667-9EF5-4419-B538-3A933531C0F1}" srcOrd="1" destOrd="0" presId="urn:microsoft.com/office/officeart/2005/8/layout/orgChart1"/>
    <dgm:cxn modelId="{84A99A53-78E5-46F5-B4AA-3B8AECB72F2A}" type="presParOf" srcId="{27C70405-0850-43A6-86C1-6BCA86492431}" destId="{903BB4BD-ACD5-4008-A38E-A078D63616A0}" srcOrd="1" destOrd="0" presId="urn:microsoft.com/office/officeart/2005/8/layout/orgChart1"/>
    <dgm:cxn modelId="{A81063F4-8D76-4FC5-B61B-B5E4D4C228CA}" type="presParOf" srcId="{27C70405-0850-43A6-86C1-6BCA86492431}" destId="{B5E9426E-D2D9-41F7-8FDF-1AB70258E892}" srcOrd="2" destOrd="0" presId="urn:microsoft.com/office/officeart/2005/8/layout/orgChart1"/>
    <dgm:cxn modelId="{AFAE7D5D-FD14-4986-9872-346C5CE6AC99}" type="presParOf" srcId="{DBD315AA-E2FE-429E-B75B-C8BF19252D55}" destId="{B26487E9-4CCC-473A-84D8-84ED19751BFC}" srcOrd="2" destOrd="0" presId="urn:microsoft.com/office/officeart/2005/8/layout/orgChart1"/>
    <dgm:cxn modelId="{3CE1AD06-89B0-4C3B-99E8-383FEEBC7484}" type="presParOf" srcId="{AC72CA7A-967D-4B9B-9519-32A1FF9FCCDC}" destId="{CCF40266-0990-4B65-8097-E303456D0551}" srcOrd="2" destOrd="0" presId="urn:microsoft.com/office/officeart/2005/8/layout/orgChart1"/>
    <dgm:cxn modelId="{937C95EE-FBBB-4564-B002-3162A0E560EB}" type="presParOf" srcId="{AC72CA7A-967D-4B9B-9519-32A1FF9FCCDC}" destId="{C4C776DF-61B4-4EE9-B016-635FDA10D06F}" srcOrd="3" destOrd="0" presId="urn:microsoft.com/office/officeart/2005/8/layout/orgChart1"/>
    <dgm:cxn modelId="{3BFB91D7-76CD-44A0-B44F-2F020639674E}" type="presParOf" srcId="{C4C776DF-61B4-4EE9-B016-635FDA10D06F}" destId="{041F14BB-E0F0-47D3-92CB-C3B80F3E49E4}" srcOrd="0" destOrd="0" presId="urn:microsoft.com/office/officeart/2005/8/layout/orgChart1"/>
    <dgm:cxn modelId="{BB16E246-3201-4A8D-B6C4-F1DDB7DC5D6E}" type="presParOf" srcId="{041F14BB-E0F0-47D3-92CB-C3B80F3E49E4}" destId="{96AF6379-9DE4-43B9-A2E3-CE7FF8CC0C3A}" srcOrd="0" destOrd="0" presId="urn:microsoft.com/office/officeart/2005/8/layout/orgChart1"/>
    <dgm:cxn modelId="{BA8DEAD0-A821-4140-8104-8DC6018F013B}" type="presParOf" srcId="{041F14BB-E0F0-47D3-92CB-C3B80F3E49E4}" destId="{CA565777-DFF5-4383-844C-B657040EC761}" srcOrd="1" destOrd="0" presId="urn:microsoft.com/office/officeart/2005/8/layout/orgChart1"/>
    <dgm:cxn modelId="{75364C88-C844-45E8-B7B5-D90D9FB62CA0}" type="presParOf" srcId="{C4C776DF-61B4-4EE9-B016-635FDA10D06F}" destId="{2E979FD4-413C-4644-A554-0A8AF6D33D96}" srcOrd="1" destOrd="0" presId="urn:microsoft.com/office/officeart/2005/8/layout/orgChart1"/>
    <dgm:cxn modelId="{335D5581-CB8E-4427-A6F9-70F506B64557}" type="presParOf" srcId="{2E979FD4-413C-4644-A554-0A8AF6D33D96}" destId="{67ECA753-F6E4-449A-B5FA-9DC102D07667}" srcOrd="0" destOrd="0" presId="urn:microsoft.com/office/officeart/2005/8/layout/orgChart1"/>
    <dgm:cxn modelId="{81468D2E-433F-4BC6-98F3-0CBF4521671F}" type="presParOf" srcId="{2E979FD4-413C-4644-A554-0A8AF6D33D96}" destId="{1452410F-24F8-404E-8417-2B39C769D9E8}" srcOrd="1" destOrd="0" presId="urn:microsoft.com/office/officeart/2005/8/layout/orgChart1"/>
    <dgm:cxn modelId="{50B3FACB-62FD-43B2-B3FF-0F4D5E278DE4}" type="presParOf" srcId="{1452410F-24F8-404E-8417-2B39C769D9E8}" destId="{2D5B85A1-B31A-4F3E-8F8B-A133E1FEAE1A}" srcOrd="0" destOrd="0" presId="urn:microsoft.com/office/officeart/2005/8/layout/orgChart1"/>
    <dgm:cxn modelId="{10F2F2C3-CA5C-4450-A679-9E9721292B8C}" type="presParOf" srcId="{2D5B85A1-B31A-4F3E-8F8B-A133E1FEAE1A}" destId="{EE357BBD-C107-44CC-A3B1-020FB9C912F0}" srcOrd="0" destOrd="0" presId="urn:microsoft.com/office/officeart/2005/8/layout/orgChart1"/>
    <dgm:cxn modelId="{1E8BE865-88A0-40D8-B091-8A5E77C6B4BD}" type="presParOf" srcId="{2D5B85A1-B31A-4F3E-8F8B-A133E1FEAE1A}" destId="{A195F8C1-D56C-4D93-B602-DBFA13D312FD}" srcOrd="1" destOrd="0" presId="urn:microsoft.com/office/officeart/2005/8/layout/orgChart1"/>
    <dgm:cxn modelId="{84EAB606-DBD1-4F82-A6B4-05916A2EB623}" type="presParOf" srcId="{1452410F-24F8-404E-8417-2B39C769D9E8}" destId="{F1A69418-3A43-4239-9249-419512503A2B}" srcOrd="1" destOrd="0" presId="urn:microsoft.com/office/officeart/2005/8/layout/orgChart1"/>
    <dgm:cxn modelId="{C62894FA-BA0C-4BDA-81F0-D811D3FF34F6}" type="presParOf" srcId="{1452410F-24F8-404E-8417-2B39C769D9E8}" destId="{EB476F80-7E40-4880-A5B1-8FD6AC1B190F}" srcOrd="2" destOrd="0" presId="urn:microsoft.com/office/officeart/2005/8/layout/orgChart1"/>
    <dgm:cxn modelId="{5D3A317E-1AE0-42F2-A7E4-90C6450A5362}" type="presParOf" srcId="{2E979FD4-413C-4644-A554-0A8AF6D33D96}" destId="{C10375E8-1FE5-43B3-B33B-D04FA01E43B2}" srcOrd="2" destOrd="0" presId="urn:microsoft.com/office/officeart/2005/8/layout/orgChart1"/>
    <dgm:cxn modelId="{67D4B95A-750C-4273-A3E2-45565CEA3AA4}" type="presParOf" srcId="{2E979FD4-413C-4644-A554-0A8AF6D33D96}" destId="{CB3A4D4F-9AB9-420B-A6AE-93B6AB158934}" srcOrd="3" destOrd="0" presId="urn:microsoft.com/office/officeart/2005/8/layout/orgChart1"/>
    <dgm:cxn modelId="{0B7B9081-D851-43CB-BD05-C8229A648B7D}" type="presParOf" srcId="{CB3A4D4F-9AB9-420B-A6AE-93B6AB158934}" destId="{DA80D47C-D565-4D6B-B329-B34523E066CE}" srcOrd="0" destOrd="0" presId="urn:microsoft.com/office/officeart/2005/8/layout/orgChart1"/>
    <dgm:cxn modelId="{12996F1A-1944-4EFE-85EE-D05E0FD5027D}" type="presParOf" srcId="{DA80D47C-D565-4D6B-B329-B34523E066CE}" destId="{B8C787B6-ED17-4222-A204-FDB8D508247E}" srcOrd="0" destOrd="0" presId="urn:microsoft.com/office/officeart/2005/8/layout/orgChart1"/>
    <dgm:cxn modelId="{268A0FC2-462E-48BC-A96A-DB09E600BFB3}" type="presParOf" srcId="{DA80D47C-D565-4D6B-B329-B34523E066CE}" destId="{3EC07E6E-6D8A-4E42-8375-4A92AEB33D76}" srcOrd="1" destOrd="0" presId="urn:microsoft.com/office/officeart/2005/8/layout/orgChart1"/>
    <dgm:cxn modelId="{430CDC1F-7E36-4C93-AC44-56268262EBB3}" type="presParOf" srcId="{CB3A4D4F-9AB9-420B-A6AE-93B6AB158934}" destId="{9933BAB7-02FE-49E3-B0EB-BC9B7C9DC428}" srcOrd="1" destOrd="0" presId="urn:microsoft.com/office/officeart/2005/8/layout/orgChart1"/>
    <dgm:cxn modelId="{BD913C79-B9A2-45B3-A645-59FAE67226C7}" type="presParOf" srcId="{CB3A4D4F-9AB9-420B-A6AE-93B6AB158934}" destId="{262ECF74-D2DE-4508-9DA6-DC1A0A608071}" srcOrd="2" destOrd="0" presId="urn:microsoft.com/office/officeart/2005/8/layout/orgChart1"/>
    <dgm:cxn modelId="{6AE22561-F7A9-4836-8F40-348711522FF6}" type="presParOf" srcId="{C4C776DF-61B4-4EE9-B016-635FDA10D06F}" destId="{15D25730-0F33-455E-AA63-5CD36A0B0AC5}" srcOrd="2" destOrd="0" presId="urn:microsoft.com/office/officeart/2005/8/layout/orgChart1"/>
    <dgm:cxn modelId="{6F56CCA5-3CE2-4278-82B7-1282334262BF}" type="presParOf" srcId="{AC72CA7A-967D-4B9B-9519-32A1FF9FCCDC}" destId="{F46991B3-05DF-4918-9DF7-9FFCBADCFAD3}" srcOrd="4" destOrd="0" presId="urn:microsoft.com/office/officeart/2005/8/layout/orgChart1"/>
    <dgm:cxn modelId="{AE54F949-C743-40EE-93B2-1C41640352D5}" type="presParOf" srcId="{AC72CA7A-967D-4B9B-9519-32A1FF9FCCDC}" destId="{9B3AEA2B-E2FA-4248-9857-0B1B685A664D}" srcOrd="5" destOrd="0" presId="urn:microsoft.com/office/officeart/2005/8/layout/orgChart1"/>
    <dgm:cxn modelId="{57C7C9F4-9AB5-4F80-9DCA-33DABD136CD3}" type="presParOf" srcId="{9B3AEA2B-E2FA-4248-9857-0B1B685A664D}" destId="{7905BDE4-18F0-4659-A6DC-212C3D7B2963}" srcOrd="0" destOrd="0" presId="urn:microsoft.com/office/officeart/2005/8/layout/orgChart1"/>
    <dgm:cxn modelId="{33BE30AA-E41B-4F04-B98D-6E9E8CDD8BD3}" type="presParOf" srcId="{7905BDE4-18F0-4659-A6DC-212C3D7B2963}" destId="{3EA34648-91DF-4704-B3D0-2AD782A9B36F}" srcOrd="0" destOrd="0" presId="urn:microsoft.com/office/officeart/2005/8/layout/orgChart1"/>
    <dgm:cxn modelId="{9D9DC0CE-CBD2-43B2-AC31-CACDEE385CF0}" type="presParOf" srcId="{7905BDE4-18F0-4659-A6DC-212C3D7B2963}" destId="{7A338C1C-CFFB-4C01-8278-C1D4CBD7F44B}" srcOrd="1" destOrd="0" presId="urn:microsoft.com/office/officeart/2005/8/layout/orgChart1"/>
    <dgm:cxn modelId="{6CA91E54-6A0B-45B4-8BC1-CA59FA6DF0A9}" type="presParOf" srcId="{9B3AEA2B-E2FA-4248-9857-0B1B685A664D}" destId="{B3208E5A-4C90-4A3B-AE77-509F51F9D2EF}" srcOrd="1" destOrd="0" presId="urn:microsoft.com/office/officeart/2005/8/layout/orgChart1"/>
    <dgm:cxn modelId="{2CC8A5CE-D2ED-4884-9E5A-5ADAC3CCC51C}" type="presParOf" srcId="{B3208E5A-4C90-4A3B-AE77-509F51F9D2EF}" destId="{53A4A566-FCF7-4DB3-8D66-087CB564B8A5}" srcOrd="0" destOrd="0" presId="urn:microsoft.com/office/officeart/2005/8/layout/orgChart1"/>
    <dgm:cxn modelId="{DFFD04F9-DA52-404F-900B-CCC1D817F67B}" type="presParOf" srcId="{B3208E5A-4C90-4A3B-AE77-509F51F9D2EF}" destId="{22B49F18-9650-46F2-A9B6-F0DE476FFB16}" srcOrd="1" destOrd="0" presId="urn:microsoft.com/office/officeart/2005/8/layout/orgChart1"/>
    <dgm:cxn modelId="{B611B4E9-6871-4888-BBCA-A8F53D07EDCA}" type="presParOf" srcId="{22B49F18-9650-46F2-A9B6-F0DE476FFB16}" destId="{83768B3E-6DAE-419A-8894-D27545491DF4}" srcOrd="0" destOrd="0" presId="urn:microsoft.com/office/officeart/2005/8/layout/orgChart1"/>
    <dgm:cxn modelId="{F7F7A25A-6463-4673-A5EE-E7AFBB4E4F0A}" type="presParOf" srcId="{83768B3E-6DAE-419A-8894-D27545491DF4}" destId="{30581DEF-DAC5-4C90-BD9C-B4CBFA9F1E73}" srcOrd="0" destOrd="0" presId="urn:microsoft.com/office/officeart/2005/8/layout/orgChart1"/>
    <dgm:cxn modelId="{65A4F673-B2EE-4074-A84C-8B7F11F2C9FF}" type="presParOf" srcId="{83768B3E-6DAE-419A-8894-D27545491DF4}" destId="{C591C947-F4DC-4C31-B5B4-4FC444AEAB3A}" srcOrd="1" destOrd="0" presId="urn:microsoft.com/office/officeart/2005/8/layout/orgChart1"/>
    <dgm:cxn modelId="{A530606F-8A24-4B7F-902E-94261D4CC8FF}" type="presParOf" srcId="{22B49F18-9650-46F2-A9B6-F0DE476FFB16}" destId="{3245A703-9941-4A13-BE40-B721CB5D2687}" srcOrd="1" destOrd="0" presId="urn:microsoft.com/office/officeart/2005/8/layout/orgChart1"/>
    <dgm:cxn modelId="{B4928F2A-F86C-4E95-9DF5-CF0B23FD536F}" type="presParOf" srcId="{22B49F18-9650-46F2-A9B6-F0DE476FFB16}" destId="{8135D6E0-183F-40BB-B16D-3254A4FFE0D6}" srcOrd="2" destOrd="0" presId="urn:microsoft.com/office/officeart/2005/8/layout/orgChart1"/>
    <dgm:cxn modelId="{96FFD8C2-3BF0-41DD-AF5C-404DB234582E}" type="presParOf" srcId="{B3208E5A-4C90-4A3B-AE77-509F51F9D2EF}" destId="{9B80D8A5-08CC-42C2-9D66-E341B2285FD0}" srcOrd="2" destOrd="0" presId="urn:microsoft.com/office/officeart/2005/8/layout/orgChart1"/>
    <dgm:cxn modelId="{463B5964-854F-4AF2-A9F7-507D2E3E102D}" type="presParOf" srcId="{B3208E5A-4C90-4A3B-AE77-509F51F9D2EF}" destId="{27C6C72C-C28B-48BE-8C69-0679034F1C75}" srcOrd="3" destOrd="0" presId="urn:microsoft.com/office/officeart/2005/8/layout/orgChart1"/>
    <dgm:cxn modelId="{E1943035-928A-4D72-8755-3BA9BDCBF0CF}" type="presParOf" srcId="{27C6C72C-C28B-48BE-8C69-0679034F1C75}" destId="{84D853A3-6174-4159-949F-6528FDF26A48}" srcOrd="0" destOrd="0" presId="urn:microsoft.com/office/officeart/2005/8/layout/orgChart1"/>
    <dgm:cxn modelId="{CCF09128-E157-476C-9239-A12A0889D9C3}" type="presParOf" srcId="{84D853A3-6174-4159-949F-6528FDF26A48}" destId="{DC7FF930-2CFF-4BDF-8E6A-AFC64917E188}" srcOrd="0" destOrd="0" presId="urn:microsoft.com/office/officeart/2005/8/layout/orgChart1"/>
    <dgm:cxn modelId="{6F4B28E1-43DD-4E25-8E7F-242CA4CFE8A9}" type="presParOf" srcId="{84D853A3-6174-4159-949F-6528FDF26A48}" destId="{0439E60C-312C-47C4-887D-A119CB8D09DF}" srcOrd="1" destOrd="0" presId="urn:microsoft.com/office/officeart/2005/8/layout/orgChart1"/>
    <dgm:cxn modelId="{2CEDEA6E-B987-4DC2-AA58-CCCC27C1E0C3}" type="presParOf" srcId="{27C6C72C-C28B-48BE-8C69-0679034F1C75}" destId="{7C775540-2B9F-4119-9816-E5AB55006CE5}" srcOrd="1" destOrd="0" presId="urn:microsoft.com/office/officeart/2005/8/layout/orgChart1"/>
    <dgm:cxn modelId="{60AB1FE2-EEEF-40D4-9D78-0F223929B9DB}" type="presParOf" srcId="{27C6C72C-C28B-48BE-8C69-0679034F1C75}" destId="{E012454F-CD21-42D8-8C7C-8C149759D4D2}" srcOrd="2" destOrd="0" presId="urn:microsoft.com/office/officeart/2005/8/layout/orgChart1"/>
    <dgm:cxn modelId="{9AACB1AF-DB54-47C4-826D-76E321AAA5D9}" type="presParOf" srcId="{B3208E5A-4C90-4A3B-AE77-509F51F9D2EF}" destId="{7B8EB8B9-FB0C-4049-B50D-666994D0C220}" srcOrd="4" destOrd="0" presId="urn:microsoft.com/office/officeart/2005/8/layout/orgChart1"/>
    <dgm:cxn modelId="{4E3EE6B4-464E-474C-ACF9-5DA80411B4D8}" type="presParOf" srcId="{B3208E5A-4C90-4A3B-AE77-509F51F9D2EF}" destId="{72B6525B-B813-4818-ACDC-6FF8018A3467}" srcOrd="5" destOrd="0" presId="urn:microsoft.com/office/officeart/2005/8/layout/orgChart1"/>
    <dgm:cxn modelId="{A3AA5FE6-4857-4FBC-ABA6-A899B033473A}" type="presParOf" srcId="{72B6525B-B813-4818-ACDC-6FF8018A3467}" destId="{011576D4-66DC-4A61-A735-3DBB9B282A48}" srcOrd="0" destOrd="0" presId="urn:microsoft.com/office/officeart/2005/8/layout/orgChart1"/>
    <dgm:cxn modelId="{068BA54D-6180-4CC1-84BA-05ABA420DFDD}" type="presParOf" srcId="{011576D4-66DC-4A61-A735-3DBB9B282A48}" destId="{98F4CBCA-1515-4D97-BF78-9E3335656E38}" srcOrd="0" destOrd="0" presId="urn:microsoft.com/office/officeart/2005/8/layout/orgChart1"/>
    <dgm:cxn modelId="{2A13083C-533E-41AF-BEFD-B16C22D9D474}" type="presParOf" srcId="{011576D4-66DC-4A61-A735-3DBB9B282A48}" destId="{8D51FDC8-A727-40CC-8E3A-ACBBADC2BA95}" srcOrd="1" destOrd="0" presId="urn:microsoft.com/office/officeart/2005/8/layout/orgChart1"/>
    <dgm:cxn modelId="{C4A41D1C-4FAA-4009-98EB-8890F380A0C9}" type="presParOf" srcId="{72B6525B-B813-4818-ACDC-6FF8018A3467}" destId="{1EEB3FDC-2E97-4365-BB58-05583948EC7C}" srcOrd="1" destOrd="0" presId="urn:microsoft.com/office/officeart/2005/8/layout/orgChart1"/>
    <dgm:cxn modelId="{17EEC8CB-D810-4E46-A31B-7BEB2CBC1946}" type="presParOf" srcId="{72B6525B-B813-4818-ACDC-6FF8018A3467}" destId="{B9FB55EF-DC05-40E2-A186-2443F1113125}" srcOrd="2" destOrd="0" presId="urn:microsoft.com/office/officeart/2005/8/layout/orgChart1"/>
    <dgm:cxn modelId="{21FE9074-4681-442D-A72F-E7DF5EB523BA}" type="presParOf" srcId="{9B3AEA2B-E2FA-4248-9857-0B1B685A664D}" destId="{12D03A52-4A14-415B-A829-C97C73094912}" srcOrd="2" destOrd="0" presId="urn:microsoft.com/office/officeart/2005/8/layout/orgChart1"/>
    <dgm:cxn modelId="{B1FF56AD-6DCF-4E94-8D1C-ABC7D679DC38}" type="presParOf" srcId="{AC72CA7A-967D-4B9B-9519-32A1FF9FCCDC}" destId="{DBA480B0-34B7-4DC0-B55E-8A012282D0FE}" srcOrd="6" destOrd="0" presId="urn:microsoft.com/office/officeart/2005/8/layout/orgChart1"/>
    <dgm:cxn modelId="{AFECE645-9640-4963-B8DA-EACE68453659}" type="presParOf" srcId="{AC72CA7A-967D-4B9B-9519-32A1FF9FCCDC}" destId="{6567565F-DA2F-4293-80B6-65492BA6A9F3}" srcOrd="7" destOrd="0" presId="urn:microsoft.com/office/officeart/2005/8/layout/orgChart1"/>
    <dgm:cxn modelId="{BB1427E6-B52D-496A-A288-C1C0452D9B16}" type="presParOf" srcId="{6567565F-DA2F-4293-80B6-65492BA6A9F3}" destId="{730EEFA5-F6F4-41E3-9592-C757A117935A}" srcOrd="0" destOrd="0" presId="urn:microsoft.com/office/officeart/2005/8/layout/orgChart1"/>
    <dgm:cxn modelId="{3267F63A-97CC-4D1F-8B72-B049191B2AE8}" type="presParOf" srcId="{730EEFA5-F6F4-41E3-9592-C757A117935A}" destId="{9E999435-EB0A-4441-BF7D-BA5BF589B343}" srcOrd="0" destOrd="0" presId="urn:microsoft.com/office/officeart/2005/8/layout/orgChart1"/>
    <dgm:cxn modelId="{70A33C3A-5B62-45AA-A8DE-FB77F447325E}" type="presParOf" srcId="{730EEFA5-F6F4-41E3-9592-C757A117935A}" destId="{0A1005C8-B3AE-4BE4-AFCB-4B9E29912164}" srcOrd="1" destOrd="0" presId="urn:microsoft.com/office/officeart/2005/8/layout/orgChart1"/>
    <dgm:cxn modelId="{2DCA8644-6F74-45CA-B2CD-011B3718A998}" type="presParOf" srcId="{6567565F-DA2F-4293-80B6-65492BA6A9F3}" destId="{E56C5C61-A68C-4539-8E5F-F38D3FE5BF58}" srcOrd="1" destOrd="0" presId="urn:microsoft.com/office/officeart/2005/8/layout/orgChart1"/>
    <dgm:cxn modelId="{FCF9A3C9-7933-491C-A7E0-E5ECB6D253A6}" type="presParOf" srcId="{E56C5C61-A68C-4539-8E5F-F38D3FE5BF58}" destId="{25356122-F0ED-495C-B978-B99B6EFAB72C}" srcOrd="0" destOrd="0" presId="urn:microsoft.com/office/officeart/2005/8/layout/orgChart1"/>
    <dgm:cxn modelId="{074F3519-A8BE-446C-AFC1-AF4B9F23C1FB}" type="presParOf" srcId="{E56C5C61-A68C-4539-8E5F-F38D3FE5BF58}" destId="{475EA40F-5EB6-42C2-A231-F5109730DD9D}" srcOrd="1" destOrd="0" presId="urn:microsoft.com/office/officeart/2005/8/layout/orgChart1"/>
    <dgm:cxn modelId="{D270497A-F7F1-4A70-AD91-862E2CA563B6}" type="presParOf" srcId="{475EA40F-5EB6-42C2-A231-F5109730DD9D}" destId="{D41F7CA8-E004-4347-AB5D-0BE3E714741E}" srcOrd="0" destOrd="0" presId="urn:microsoft.com/office/officeart/2005/8/layout/orgChart1"/>
    <dgm:cxn modelId="{6545A0E7-1315-4853-A9DD-E7D3737542C2}" type="presParOf" srcId="{D41F7CA8-E004-4347-AB5D-0BE3E714741E}" destId="{DD62CEE7-88A0-43A6-B1E8-A58EA761D514}" srcOrd="0" destOrd="0" presId="urn:microsoft.com/office/officeart/2005/8/layout/orgChart1"/>
    <dgm:cxn modelId="{F2E0765D-13AB-408F-A6B9-244001BBE6CB}" type="presParOf" srcId="{D41F7CA8-E004-4347-AB5D-0BE3E714741E}" destId="{4CA50539-F1C3-497E-BAAE-DDDBFF36479B}" srcOrd="1" destOrd="0" presId="urn:microsoft.com/office/officeart/2005/8/layout/orgChart1"/>
    <dgm:cxn modelId="{BAEE41F0-5A68-4B70-A1E3-24F530F86621}" type="presParOf" srcId="{475EA40F-5EB6-42C2-A231-F5109730DD9D}" destId="{5A7DC4E3-C251-4AB3-8B9A-9571DB1CB527}" srcOrd="1" destOrd="0" presId="urn:microsoft.com/office/officeart/2005/8/layout/orgChart1"/>
    <dgm:cxn modelId="{66F255A9-4219-4A4A-8BF9-FF68F1CF6151}" type="presParOf" srcId="{475EA40F-5EB6-42C2-A231-F5109730DD9D}" destId="{98B01B75-F087-4C55-9533-028554E58297}" srcOrd="2" destOrd="0" presId="urn:microsoft.com/office/officeart/2005/8/layout/orgChart1"/>
    <dgm:cxn modelId="{D6F58A3E-E93A-4D0B-8008-74633B00900E}" type="presParOf" srcId="{E56C5C61-A68C-4539-8E5F-F38D3FE5BF58}" destId="{BAB79883-351C-42B6-B069-931B71D0EED2}" srcOrd="2" destOrd="0" presId="urn:microsoft.com/office/officeart/2005/8/layout/orgChart1"/>
    <dgm:cxn modelId="{DC928B5C-58F8-4C47-9389-F12A71731ABD}" type="presParOf" srcId="{E56C5C61-A68C-4539-8E5F-F38D3FE5BF58}" destId="{9FA076E5-4FB3-4802-8509-E756E55DC267}" srcOrd="3" destOrd="0" presId="urn:microsoft.com/office/officeart/2005/8/layout/orgChart1"/>
    <dgm:cxn modelId="{4D065A20-49D7-422E-9628-107660A76BBE}" type="presParOf" srcId="{9FA076E5-4FB3-4802-8509-E756E55DC267}" destId="{83C6060B-A148-4B34-B871-DC72040C9309}" srcOrd="0" destOrd="0" presId="urn:microsoft.com/office/officeart/2005/8/layout/orgChart1"/>
    <dgm:cxn modelId="{7DC62470-3974-40CD-8556-BAA241511BAD}" type="presParOf" srcId="{83C6060B-A148-4B34-B871-DC72040C9309}" destId="{BF19D96D-66F4-43EA-AF3E-6601EEACD7F3}" srcOrd="0" destOrd="0" presId="urn:microsoft.com/office/officeart/2005/8/layout/orgChart1"/>
    <dgm:cxn modelId="{CD91925E-03FC-4148-B30A-2971D63E7C08}" type="presParOf" srcId="{83C6060B-A148-4B34-B871-DC72040C9309}" destId="{0EED057C-959B-46CA-9F6B-E14C9360CB43}" srcOrd="1" destOrd="0" presId="urn:microsoft.com/office/officeart/2005/8/layout/orgChart1"/>
    <dgm:cxn modelId="{848C4DE8-37F8-42CD-8373-423D138E07F4}" type="presParOf" srcId="{9FA076E5-4FB3-4802-8509-E756E55DC267}" destId="{3B09B1A1-565A-42C8-9D83-D31720E0E7CA}" srcOrd="1" destOrd="0" presId="urn:microsoft.com/office/officeart/2005/8/layout/orgChart1"/>
    <dgm:cxn modelId="{C8A1A295-B3A6-4512-9000-CD7E6D7EA5B1}" type="presParOf" srcId="{9FA076E5-4FB3-4802-8509-E756E55DC267}" destId="{B7A11D50-9E5E-4F74-8B9E-A7EE211E85D4}" srcOrd="2" destOrd="0" presId="urn:microsoft.com/office/officeart/2005/8/layout/orgChart1"/>
    <dgm:cxn modelId="{8941218C-181D-48C6-923C-8F8F550FAA40}" type="presParOf" srcId="{E56C5C61-A68C-4539-8E5F-F38D3FE5BF58}" destId="{66B11EF1-C4F8-430B-B7EE-32A22D7067F6}" srcOrd="4" destOrd="0" presId="urn:microsoft.com/office/officeart/2005/8/layout/orgChart1"/>
    <dgm:cxn modelId="{3D249A4E-BFC8-4DEF-8F7F-E71AB10BD01D}" type="presParOf" srcId="{E56C5C61-A68C-4539-8E5F-F38D3FE5BF58}" destId="{F61DA65E-B866-488A-BEEE-D8F19E91FF52}" srcOrd="5" destOrd="0" presId="urn:microsoft.com/office/officeart/2005/8/layout/orgChart1"/>
    <dgm:cxn modelId="{21C8C4DA-EDB4-4E5A-9324-60BAA230A8FD}" type="presParOf" srcId="{F61DA65E-B866-488A-BEEE-D8F19E91FF52}" destId="{2D3D0D28-04B6-418B-83CC-0AEBD5F49E8C}" srcOrd="0" destOrd="0" presId="urn:microsoft.com/office/officeart/2005/8/layout/orgChart1"/>
    <dgm:cxn modelId="{D78F30B2-398B-445D-BD73-CAEE674C5E26}" type="presParOf" srcId="{2D3D0D28-04B6-418B-83CC-0AEBD5F49E8C}" destId="{01C5C160-C560-4683-9FA7-930AF7F774CD}" srcOrd="0" destOrd="0" presId="urn:microsoft.com/office/officeart/2005/8/layout/orgChart1"/>
    <dgm:cxn modelId="{0E1004F0-246F-4508-AD4E-0D87F93DF9F3}" type="presParOf" srcId="{2D3D0D28-04B6-418B-83CC-0AEBD5F49E8C}" destId="{825FFD21-5979-413B-BE69-E0D15902175B}" srcOrd="1" destOrd="0" presId="urn:microsoft.com/office/officeart/2005/8/layout/orgChart1"/>
    <dgm:cxn modelId="{776722F3-DA95-4BC7-995B-37940302C0ED}" type="presParOf" srcId="{F61DA65E-B866-488A-BEEE-D8F19E91FF52}" destId="{90A43468-AFD4-4A1E-AF17-C9E52D4E5DFD}" srcOrd="1" destOrd="0" presId="urn:microsoft.com/office/officeart/2005/8/layout/orgChart1"/>
    <dgm:cxn modelId="{16DB8589-7B44-414E-B1F5-7CEF094DFDC3}" type="presParOf" srcId="{F61DA65E-B866-488A-BEEE-D8F19E91FF52}" destId="{EE8E3F5B-0A55-4BAB-A7E7-32574538DBB7}" srcOrd="2" destOrd="0" presId="urn:microsoft.com/office/officeart/2005/8/layout/orgChart1"/>
    <dgm:cxn modelId="{C069A31A-5534-4145-922B-432F6F834F9D}" type="presParOf" srcId="{6567565F-DA2F-4293-80B6-65492BA6A9F3}" destId="{F6EF4B03-7338-4B7E-8856-D49518AC6AB3}" srcOrd="2" destOrd="0" presId="urn:microsoft.com/office/officeart/2005/8/layout/orgChart1"/>
    <dgm:cxn modelId="{A9622028-AF45-48A4-B1B8-2B948D2BA1E9}" type="presParOf" srcId="{63ECB112-97CB-49A9-AA82-05FE4B25F384}" destId="{B0F5D75B-CE67-489A-BCCE-AF833E67395C}" srcOrd="2" destOrd="0" presId="urn:microsoft.com/office/officeart/2005/8/layout/orgChart1"/>
    <dgm:cxn modelId="{5E46C5B1-D475-4B86-B84B-F991492C5B16}" type="presParOf" srcId="{E124F933-28E5-42B4-BF68-E4A17F7A76BC}" destId="{0BA6A143-5C38-46D3-9F81-E610921337B9}" srcOrd="8" destOrd="0" presId="urn:microsoft.com/office/officeart/2005/8/layout/orgChart1"/>
    <dgm:cxn modelId="{3F18C553-E2C2-4B5F-B7DA-E06D3565023D}" type="presParOf" srcId="{E124F933-28E5-42B4-BF68-E4A17F7A76BC}" destId="{834C38F7-00A9-4BB0-9B39-7078720C2EB4}" srcOrd="9" destOrd="0" presId="urn:microsoft.com/office/officeart/2005/8/layout/orgChart1"/>
    <dgm:cxn modelId="{216E7908-9616-474B-8CB8-F961F8994950}" type="presParOf" srcId="{834C38F7-00A9-4BB0-9B39-7078720C2EB4}" destId="{0202DEF5-CFB6-4B91-8935-8BECF6E701DE}" srcOrd="0" destOrd="0" presId="urn:microsoft.com/office/officeart/2005/8/layout/orgChart1"/>
    <dgm:cxn modelId="{509716E5-E8D7-4591-9165-8BD9C3E58CFA}" type="presParOf" srcId="{0202DEF5-CFB6-4B91-8935-8BECF6E701DE}" destId="{2B6D51E6-0180-4414-9941-7CA1538BEA99}" srcOrd="0" destOrd="0" presId="urn:microsoft.com/office/officeart/2005/8/layout/orgChart1"/>
    <dgm:cxn modelId="{586C4E4F-DA9A-4BDC-A60F-38C094916858}" type="presParOf" srcId="{0202DEF5-CFB6-4B91-8935-8BECF6E701DE}" destId="{BC6AAA2E-D9A9-493A-A09A-D69A185C89AB}" srcOrd="1" destOrd="0" presId="urn:microsoft.com/office/officeart/2005/8/layout/orgChart1"/>
    <dgm:cxn modelId="{B134E7F3-DEC7-4AFC-888C-2C0AD7D4578B}" type="presParOf" srcId="{834C38F7-00A9-4BB0-9B39-7078720C2EB4}" destId="{82F6C4BD-ED4D-48EA-86DF-8BF836D3C38A}" srcOrd="1" destOrd="0" presId="urn:microsoft.com/office/officeart/2005/8/layout/orgChart1"/>
    <dgm:cxn modelId="{B75375EB-6381-44CB-8EEC-340AC43E4CCB}" type="presParOf" srcId="{82F6C4BD-ED4D-48EA-86DF-8BF836D3C38A}" destId="{66560FBE-EE1C-4011-87A4-BED0CE06D26C}" srcOrd="0" destOrd="0" presId="urn:microsoft.com/office/officeart/2005/8/layout/orgChart1"/>
    <dgm:cxn modelId="{CB2E9378-C43E-48D1-80D3-E3EA109DB28B}" type="presParOf" srcId="{82F6C4BD-ED4D-48EA-86DF-8BF836D3C38A}" destId="{3C137BC9-CF4E-4790-B816-648E1F2A4E10}" srcOrd="1" destOrd="0" presId="urn:microsoft.com/office/officeart/2005/8/layout/orgChart1"/>
    <dgm:cxn modelId="{9156412A-F220-48F7-9502-149CA85002F7}" type="presParOf" srcId="{3C137BC9-CF4E-4790-B816-648E1F2A4E10}" destId="{EDE1BCBD-4050-4E8F-9BD9-3F25B5CB060F}" srcOrd="0" destOrd="0" presId="urn:microsoft.com/office/officeart/2005/8/layout/orgChart1"/>
    <dgm:cxn modelId="{D338725A-DF1A-4A1E-944B-9980C46EA35C}" type="presParOf" srcId="{EDE1BCBD-4050-4E8F-9BD9-3F25B5CB060F}" destId="{CA26BAEC-0D07-48D6-BF9C-CCAA0D3B5593}" srcOrd="0" destOrd="0" presId="urn:microsoft.com/office/officeart/2005/8/layout/orgChart1"/>
    <dgm:cxn modelId="{542EAEB5-7153-4B5C-9F19-DB644751543A}" type="presParOf" srcId="{EDE1BCBD-4050-4E8F-9BD9-3F25B5CB060F}" destId="{0CE271DD-F310-46FE-8B71-BDA46458613D}" srcOrd="1" destOrd="0" presId="urn:microsoft.com/office/officeart/2005/8/layout/orgChart1"/>
    <dgm:cxn modelId="{0B2AAAE9-7087-422F-B82B-34E05094CBEB}" type="presParOf" srcId="{3C137BC9-CF4E-4790-B816-648E1F2A4E10}" destId="{D125AE20-2336-4733-B154-A03D598F1F3D}" srcOrd="1" destOrd="0" presId="urn:microsoft.com/office/officeart/2005/8/layout/orgChart1"/>
    <dgm:cxn modelId="{3A556457-94D6-496E-86C9-14FCC2AFCCB2}" type="presParOf" srcId="{D125AE20-2336-4733-B154-A03D598F1F3D}" destId="{BAFCB2E2-D696-4221-9E1D-6AF137389B92}" srcOrd="0" destOrd="0" presId="urn:microsoft.com/office/officeart/2005/8/layout/orgChart1"/>
    <dgm:cxn modelId="{5748C6C2-7C84-4C0B-AD85-76E71E496EA3}" type="presParOf" srcId="{D125AE20-2336-4733-B154-A03D598F1F3D}" destId="{324E8ECE-AB5E-4AAF-9D71-4BFC248DE9D3}" srcOrd="1" destOrd="0" presId="urn:microsoft.com/office/officeart/2005/8/layout/orgChart1"/>
    <dgm:cxn modelId="{81A16A3A-D8C1-4DA0-9B95-00A62BE2152A}" type="presParOf" srcId="{324E8ECE-AB5E-4AAF-9D71-4BFC248DE9D3}" destId="{38F631E9-AF6E-4333-A402-0409476DAD9B}" srcOrd="0" destOrd="0" presId="urn:microsoft.com/office/officeart/2005/8/layout/orgChart1"/>
    <dgm:cxn modelId="{C1D98EDA-386A-40C1-906F-1860A1826179}" type="presParOf" srcId="{38F631E9-AF6E-4333-A402-0409476DAD9B}" destId="{A7010BDE-3D91-4FAB-AA46-57B719CF7E2D}" srcOrd="0" destOrd="0" presId="urn:microsoft.com/office/officeart/2005/8/layout/orgChart1"/>
    <dgm:cxn modelId="{628FABDA-6C12-4F81-B521-9AAD4824F327}" type="presParOf" srcId="{38F631E9-AF6E-4333-A402-0409476DAD9B}" destId="{4E725146-D752-462F-B324-9AE3FF307341}" srcOrd="1" destOrd="0" presId="urn:microsoft.com/office/officeart/2005/8/layout/orgChart1"/>
    <dgm:cxn modelId="{29AFA602-6B3F-4B3A-AAD3-FFE00F1A1BD0}" type="presParOf" srcId="{324E8ECE-AB5E-4AAF-9D71-4BFC248DE9D3}" destId="{52412BC1-4A6C-4AA8-9E95-51EE957D7052}" srcOrd="1" destOrd="0" presId="urn:microsoft.com/office/officeart/2005/8/layout/orgChart1"/>
    <dgm:cxn modelId="{6015D674-8B3A-485A-AF69-7A999323381F}" type="presParOf" srcId="{324E8ECE-AB5E-4AAF-9D71-4BFC248DE9D3}" destId="{8A18E0DC-966C-4218-8F3B-D7B8B7ADB516}" srcOrd="2" destOrd="0" presId="urn:microsoft.com/office/officeart/2005/8/layout/orgChart1"/>
    <dgm:cxn modelId="{95B8E129-ABDA-4244-AE69-EC4242222411}" type="presParOf" srcId="{D125AE20-2336-4733-B154-A03D598F1F3D}" destId="{AF2298B7-1F93-4B3E-B11B-E112D4B23826}" srcOrd="2" destOrd="0" presId="urn:microsoft.com/office/officeart/2005/8/layout/orgChart1"/>
    <dgm:cxn modelId="{4C2520DB-F9EB-4AA6-BBED-F90BB5A88491}" type="presParOf" srcId="{D125AE20-2336-4733-B154-A03D598F1F3D}" destId="{BE312118-592C-4DCA-ABBE-AFB5ABA4626F}" srcOrd="3" destOrd="0" presId="urn:microsoft.com/office/officeart/2005/8/layout/orgChart1"/>
    <dgm:cxn modelId="{B155CF29-4B0C-47EB-8F4D-B1AB1DCAA3E7}" type="presParOf" srcId="{BE312118-592C-4DCA-ABBE-AFB5ABA4626F}" destId="{70ED7DDD-36E4-454E-A6AB-C34DF236A9DF}" srcOrd="0" destOrd="0" presId="urn:microsoft.com/office/officeart/2005/8/layout/orgChart1"/>
    <dgm:cxn modelId="{18046793-6E91-4D8A-A003-CBA845C0C193}" type="presParOf" srcId="{70ED7DDD-36E4-454E-A6AB-C34DF236A9DF}" destId="{09F472C0-874C-4905-AFFA-CF0D50775C03}" srcOrd="0" destOrd="0" presId="urn:microsoft.com/office/officeart/2005/8/layout/orgChart1"/>
    <dgm:cxn modelId="{3E73EDC5-5088-49BE-BD42-3866717E82FF}" type="presParOf" srcId="{70ED7DDD-36E4-454E-A6AB-C34DF236A9DF}" destId="{3881A4E9-D69C-44ED-B417-F81EFB45E193}" srcOrd="1" destOrd="0" presId="urn:microsoft.com/office/officeart/2005/8/layout/orgChart1"/>
    <dgm:cxn modelId="{6C9ED07D-D398-4D5D-A822-0E776E22F3A6}" type="presParOf" srcId="{BE312118-592C-4DCA-ABBE-AFB5ABA4626F}" destId="{3963EA1F-B6DD-4CD5-B300-61B27797D1DA}" srcOrd="1" destOrd="0" presId="urn:microsoft.com/office/officeart/2005/8/layout/orgChart1"/>
    <dgm:cxn modelId="{25BC1D72-533A-4FF3-A9D7-33EA953A9E55}" type="presParOf" srcId="{BE312118-592C-4DCA-ABBE-AFB5ABA4626F}" destId="{E9AFBA56-1ABA-4021-86A9-AEDC5B1302DF}" srcOrd="2" destOrd="0" presId="urn:microsoft.com/office/officeart/2005/8/layout/orgChart1"/>
    <dgm:cxn modelId="{42C18E0F-3B75-41A0-A09A-0F7615AF45D5}" type="presParOf" srcId="{D125AE20-2336-4733-B154-A03D598F1F3D}" destId="{D36D1C7E-C072-4B30-BE71-0B453787EBC1}" srcOrd="4" destOrd="0" presId="urn:microsoft.com/office/officeart/2005/8/layout/orgChart1"/>
    <dgm:cxn modelId="{C334C476-F674-49A5-8AE8-C43B50E6E123}" type="presParOf" srcId="{D125AE20-2336-4733-B154-A03D598F1F3D}" destId="{F03EBD51-421D-4D87-9D21-F6D5506B25FE}" srcOrd="5" destOrd="0" presId="urn:microsoft.com/office/officeart/2005/8/layout/orgChart1"/>
    <dgm:cxn modelId="{F8A895D4-2088-43F0-B6A1-39F1E2D6F2A6}" type="presParOf" srcId="{F03EBD51-421D-4D87-9D21-F6D5506B25FE}" destId="{7BB886EC-8069-4E0A-8E05-160392659EAB}" srcOrd="0" destOrd="0" presId="urn:microsoft.com/office/officeart/2005/8/layout/orgChart1"/>
    <dgm:cxn modelId="{BA55528A-C801-4603-9572-F2153261F725}" type="presParOf" srcId="{7BB886EC-8069-4E0A-8E05-160392659EAB}" destId="{8F928B23-A393-4F29-892C-9CED278FCEEA}" srcOrd="0" destOrd="0" presId="urn:microsoft.com/office/officeart/2005/8/layout/orgChart1"/>
    <dgm:cxn modelId="{DCDCE519-8135-46ED-AEDC-16785F0593F7}" type="presParOf" srcId="{7BB886EC-8069-4E0A-8E05-160392659EAB}" destId="{A37D22F6-487C-42B0-BA1E-559677F6C90D}" srcOrd="1" destOrd="0" presId="urn:microsoft.com/office/officeart/2005/8/layout/orgChart1"/>
    <dgm:cxn modelId="{091DF5C0-776B-4636-BCFB-4F29D93794B7}" type="presParOf" srcId="{F03EBD51-421D-4D87-9D21-F6D5506B25FE}" destId="{B2483FBE-1D44-4AA9-B505-10574CAE4449}" srcOrd="1" destOrd="0" presId="urn:microsoft.com/office/officeart/2005/8/layout/orgChart1"/>
    <dgm:cxn modelId="{07A99BE4-A318-4151-8370-566EF50A0E24}" type="presParOf" srcId="{F03EBD51-421D-4D87-9D21-F6D5506B25FE}" destId="{9FA4EB8A-E7E4-4B0C-B44C-9EA702218C65}" srcOrd="2" destOrd="0" presId="urn:microsoft.com/office/officeart/2005/8/layout/orgChart1"/>
    <dgm:cxn modelId="{FFA9B38D-1B11-4F54-883A-675579A68967}" type="presParOf" srcId="{3C137BC9-CF4E-4790-B816-648E1F2A4E10}" destId="{368A2157-AFF1-4911-9502-588B2C3F42FE}" srcOrd="2" destOrd="0" presId="urn:microsoft.com/office/officeart/2005/8/layout/orgChart1"/>
    <dgm:cxn modelId="{A1A5D89A-B4BB-418E-9D1E-6A4F3D417C30}" type="presParOf" srcId="{82F6C4BD-ED4D-48EA-86DF-8BF836D3C38A}" destId="{6DBE7034-F2E7-4074-8B37-88A77706F1A4}" srcOrd="2" destOrd="0" presId="urn:microsoft.com/office/officeart/2005/8/layout/orgChart1"/>
    <dgm:cxn modelId="{FF716B9C-CC2F-4417-AE1F-307F6C9015FC}" type="presParOf" srcId="{82F6C4BD-ED4D-48EA-86DF-8BF836D3C38A}" destId="{E4F3CADC-566E-4FF0-88A3-BEBEAF8F6AEE}" srcOrd="3" destOrd="0" presId="urn:microsoft.com/office/officeart/2005/8/layout/orgChart1"/>
    <dgm:cxn modelId="{932CC78D-F949-4C31-AE71-29744571FF84}" type="presParOf" srcId="{E4F3CADC-566E-4FF0-88A3-BEBEAF8F6AEE}" destId="{66C13706-15E4-4BCE-B4AE-0642DE82A261}" srcOrd="0" destOrd="0" presId="urn:microsoft.com/office/officeart/2005/8/layout/orgChart1"/>
    <dgm:cxn modelId="{5EE43FD1-D697-4A8B-8E43-2B79AE3197AF}" type="presParOf" srcId="{66C13706-15E4-4BCE-B4AE-0642DE82A261}" destId="{C8A1B26E-0EAE-47B4-B463-4BAD04FB0F7C}" srcOrd="0" destOrd="0" presId="urn:microsoft.com/office/officeart/2005/8/layout/orgChart1"/>
    <dgm:cxn modelId="{1FA9001E-C131-423D-96D4-7424EFEB8AEC}" type="presParOf" srcId="{66C13706-15E4-4BCE-B4AE-0642DE82A261}" destId="{94D7E6EB-D5E3-4500-B84A-73DD5472731B}" srcOrd="1" destOrd="0" presId="urn:microsoft.com/office/officeart/2005/8/layout/orgChart1"/>
    <dgm:cxn modelId="{88592B1E-6DB6-446A-A010-4636F64F5EC5}" type="presParOf" srcId="{E4F3CADC-566E-4FF0-88A3-BEBEAF8F6AEE}" destId="{5D2A4BE5-9A56-4EA6-8478-52BADA8C45A4}" srcOrd="1" destOrd="0" presId="urn:microsoft.com/office/officeart/2005/8/layout/orgChart1"/>
    <dgm:cxn modelId="{DD384A40-7057-4681-8BD2-F40A2703C53B}" type="presParOf" srcId="{5D2A4BE5-9A56-4EA6-8478-52BADA8C45A4}" destId="{4BFC6B0C-555A-407F-932C-CCB0235204F9}" srcOrd="0" destOrd="0" presId="urn:microsoft.com/office/officeart/2005/8/layout/orgChart1"/>
    <dgm:cxn modelId="{37E3E409-7C4A-4105-8002-B55FC0813213}" type="presParOf" srcId="{5D2A4BE5-9A56-4EA6-8478-52BADA8C45A4}" destId="{E33F7484-79AC-4219-837E-ECB81F928459}" srcOrd="1" destOrd="0" presId="urn:microsoft.com/office/officeart/2005/8/layout/orgChart1"/>
    <dgm:cxn modelId="{3FF870D9-9CCC-4151-8228-290D11FB4B34}" type="presParOf" srcId="{E33F7484-79AC-4219-837E-ECB81F928459}" destId="{9F5EC0D4-FD2C-44CC-A1AC-2CF6652970B5}" srcOrd="0" destOrd="0" presId="urn:microsoft.com/office/officeart/2005/8/layout/orgChart1"/>
    <dgm:cxn modelId="{C05BA804-D3B8-4FEA-B14B-23E563B2724C}" type="presParOf" srcId="{9F5EC0D4-FD2C-44CC-A1AC-2CF6652970B5}" destId="{04F91261-CA89-4B67-A832-E85FC1A3812B}" srcOrd="0" destOrd="0" presId="urn:microsoft.com/office/officeart/2005/8/layout/orgChart1"/>
    <dgm:cxn modelId="{183AA043-6E9E-48C0-9613-F738552C3D59}" type="presParOf" srcId="{9F5EC0D4-FD2C-44CC-A1AC-2CF6652970B5}" destId="{6C70545D-21D0-431B-8227-1A9B3BE96E45}" srcOrd="1" destOrd="0" presId="urn:microsoft.com/office/officeart/2005/8/layout/orgChart1"/>
    <dgm:cxn modelId="{FAB88A25-A3B7-41CA-B592-4B978119F03B}" type="presParOf" srcId="{E33F7484-79AC-4219-837E-ECB81F928459}" destId="{4C3398BE-9C48-40CC-9708-414F2999F480}" srcOrd="1" destOrd="0" presId="urn:microsoft.com/office/officeart/2005/8/layout/orgChart1"/>
    <dgm:cxn modelId="{9E4D4587-74A9-40C2-BD5D-6310343F6941}" type="presParOf" srcId="{E33F7484-79AC-4219-837E-ECB81F928459}" destId="{F63AA3E6-0964-49AC-A304-A1C09D8E78C1}" srcOrd="2" destOrd="0" presId="urn:microsoft.com/office/officeart/2005/8/layout/orgChart1"/>
    <dgm:cxn modelId="{540DB5D4-CEC2-454C-BB0B-B9D600CFA7B2}" type="presParOf" srcId="{5D2A4BE5-9A56-4EA6-8478-52BADA8C45A4}" destId="{386EA446-F6F0-4A08-AC84-392A1E1F6A6F}" srcOrd="2" destOrd="0" presId="urn:microsoft.com/office/officeart/2005/8/layout/orgChart1"/>
    <dgm:cxn modelId="{F36A5A0B-3056-4A13-BEB8-9BFEF5C8B720}" type="presParOf" srcId="{5D2A4BE5-9A56-4EA6-8478-52BADA8C45A4}" destId="{D72A899E-087E-4139-876D-746ABB5B7A3B}" srcOrd="3" destOrd="0" presId="urn:microsoft.com/office/officeart/2005/8/layout/orgChart1"/>
    <dgm:cxn modelId="{981F546C-9E0C-4384-97BF-AB992478D898}" type="presParOf" srcId="{D72A899E-087E-4139-876D-746ABB5B7A3B}" destId="{DD24E714-7335-4623-A956-7ECA4FF06774}" srcOrd="0" destOrd="0" presId="urn:microsoft.com/office/officeart/2005/8/layout/orgChart1"/>
    <dgm:cxn modelId="{A542E0F0-2930-43BE-AF85-09627D92F6E8}" type="presParOf" srcId="{DD24E714-7335-4623-A956-7ECA4FF06774}" destId="{C01600E5-444A-4509-BB71-BE549E7198A4}" srcOrd="0" destOrd="0" presId="urn:microsoft.com/office/officeart/2005/8/layout/orgChart1"/>
    <dgm:cxn modelId="{A0DDB97A-C8B2-43CE-BDC1-218BBBB292DF}" type="presParOf" srcId="{DD24E714-7335-4623-A956-7ECA4FF06774}" destId="{2FE39985-392F-4BE9-B86E-2EE691DBEE0F}" srcOrd="1" destOrd="0" presId="urn:microsoft.com/office/officeart/2005/8/layout/orgChart1"/>
    <dgm:cxn modelId="{23F34D6B-4657-4865-9F4C-D53354867866}" type="presParOf" srcId="{D72A899E-087E-4139-876D-746ABB5B7A3B}" destId="{EAF9D554-3B51-40A8-899D-63A8D37210C8}" srcOrd="1" destOrd="0" presId="urn:microsoft.com/office/officeart/2005/8/layout/orgChart1"/>
    <dgm:cxn modelId="{C9DCF553-72D2-437B-92CC-26AC28C203EF}" type="presParOf" srcId="{D72A899E-087E-4139-876D-746ABB5B7A3B}" destId="{34851EAA-D1E0-4062-AF5E-61B460B6AABB}" srcOrd="2" destOrd="0" presId="urn:microsoft.com/office/officeart/2005/8/layout/orgChart1"/>
    <dgm:cxn modelId="{418DC357-08F4-492D-9451-7757E7995F6B}" type="presParOf" srcId="{5D2A4BE5-9A56-4EA6-8478-52BADA8C45A4}" destId="{C8F73659-C16F-4D81-A874-74F88BFB6D24}" srcOrd="4" destOrd="0" presId="urn:microsoft.com/office/officeart/2005/8/layout/orgChart1"/>
    <dgm:cxn modelId="{AECF2200-E24B-4C2C-B686-6B6E45A61FB8}" type="presParOf" srcId="{5D2A4BE5-9A56-4EA6-8478-52BADA8C45A4}" destId="{D8865883-6914-4AAF-868B-A4BC5969008B}" srcOrd="5" destOrd="0" presId="urn:microsoft.com/office/officeart/2005/8/layout/orgChart1"/>
    <dgm:cxn modelId="{FF147519-5C55-4D0D-8811-1744C4EA971B}" type="presParOf" srcId="{D8865883-6914-4AAF-868B-A4BC5969008B}" destId="{AD20343C-463F-4F3D-8F24-70D35F6A73F5}" srcOrd="0" destOrd="0" presId="urn:microsoft.com/office/officeart/2005/8/layout/orgChart1"/>
    <dgm:cxn modelId="{F025D464-2090-4A90-8351-66E7AAB49128}" type="presParOf" srcId="{AD20343C-463F-4F3D-8F24-70D35F6A73F5}" destId="{6715DB19-3120-4103-9C5F-9E13F80E0AE6}" srcOrd="0" destOrd="0" presId="urn:microsoft.com/office/officeart/2005/8/layout/orgChart1"/>
    <dgm:cxn modelId="{7E75735C-4822-43F2-BCD5-DC3544AF399E}" type="presParOf" srcId="{AD20343C-463F-4F3D-8F24-70D35F6A73F5}" destId="{91C1C35F-092A-43CC-991C-56DCD4476A56}" srcOrd="1" destOrd="0" presId="urn:microsoft.com/office/officeart/2005/8/layout/orgChart1"/>
    <dgm:cxn modelId="{8D0BDF79-6812-4C05-956D-7724EA929346}" type="presParOf" srcId="{D8865883-6914-4AAF-868B-A4BC5969008B}" destId="{DAF25B20-D122-4F84-A404-4F2F511C8861}" srcOrd="1" destOrd="0" presId="urn:microsoft.com/office/officeart/2005/8/layout/orgChart1"/>
    <dgm:cxn modelId="{99B7C0E3-2318-472F-BE1B-9351E694F08C}" type="presParOf" srcId="{D8865883-6914-4AAF-868B-A4BC5969008B}" destId="{E6CB2B66-3C36-4943-A3FA-3AC0A601F913}" srcOrd="2" destOrd="0" presId="urn:microsoft.com/office/officeart/2005/8/layout/orgChart1"/>
    <dgm:cxn modelId="{9893C6B6-1073-466D-A551-C686BDEF2E44}" type="presParOf" srcId="{E4F3CADC-566E-4FF0-88A3-BEBEAF8F6AEE}" destId="{EADFF8B8-DCFC-4699-8A25-F621F0EE4EDF}" srcOrd="2" destOrd="0" presId="urn:microsoft.com/office/officeart/2005/8/layout/orgChart1"/>
    <dgm:cxn modelId="{A6C89AAF-7D2B-4CB8-96D2-65E9AC1F9888}" type="presParOf" srcId="{82F6C4BD-ED4D-48EA-86DF-8BF836D3C38A}" destId="{8FBE2804-F90B-44AF-8F5F-99C7D51194D7}" srcOrd="4" destOrd="0" presId="urn:microsoft.com/office/officeart/2005/8/layout/orgChart1"/>
    <dgm:cxn modelId="{326CF8FF-1EA5-4BFE-8482-6D2DDB026812}" type="presParOf" srcId="{82F6C4BD-ED4D-48EA-86DF-8BF836D3C38A}" destId="{F6EF634F-B542-481B-BB89-BD4E278D45ED}" srcOrd="5" destOrd="0" presId="urn:microsoft.com/office/officeart/2005/8/layout/orgChart1"/>
    <dgm:cxn modelId="{00D930DF-A902-45FC-AA23-C3006FFCEA2B}" type="presParOf" srcId="{F6EF634F-B542-481B-BB89-BD4E278D45ED}" destId="{F01AF053-38D1-4544-A1FE-4F0463944827}" srcOrd="0" destOrd="0" presId="urn:microsoft.com/office/officeart/2005/8/layout/orgChart1"/>
    <dgm:cxn modelId="{487BEF0A-17CE-4A0B-BCF0-68AA5BD22732}" type="presParOf" srcId="{F01AF053-38D1-4544-A1FE-4F0463944827}" destId="{D30CF99A-9B95-48A5-9334-96CE7EE57A48}" srcOrd="0" destOrd="0" presId="urn:microsoft.com/office/officeart/2005/8/layout/orgChart1"/>
    <dgm:cxn modelId="{01F983D5-5637-44C5-9356-37F57F3C5B32}" type="presParOf" srcId="{F01AF053-38D1-4544-A1FE-4F0463944827}" destId="{79D81943-20D4-4F41-982D-B9F2DB70BC32}" srcOrd="1" destOrd="0" presId="urn:microsoft.com/office/officeart/2005/8/layout/orgChart1"/>
    <dgm:cxn modelId="{17429D6B-A430-49AD-8471-0322E2633FCF}" type="presParOf" srcId="{F6EF634F-B542-481B-BB89-BD4E278D45ED}" destId="{6B7F893E-A8CD-4500-9D44-4C047C23D656}" srcOrd="1" destOrd="0" presId="urn:microsoft.com/office/officeart/2005/8/layout/orgChart1"/>
    <dgm:cxn modelId="{55ADECD0-CD38-4A9E-A8E7-264BD7B645B7}" type="presParOf" srcId="{F6EF634F-B542-481B-BB89-BD4E278D45ED}" destId="{489F5F0A-8035-46D9-B9CE-6B078DFAA5E0}" srcOrd="2" destOrd="0" presId="urn:microsoft.com/office/officeart/2005/8/layout/orgChart1"/>
    <dgm:cxn modelId="{49A406AB-CEF0-4A37-A799-98E36D69B667}" type="presParOf" srcId="{82F6C4BD-ED4D-48EA-86DF-8BF836D3C38A}" destId="{33BE93B0-53B8-4736-9B2F-AC6E4B9F49F2}" srcOrd="6" destOrd="0" presId="urn:microsoft.com/office/officeart/2005/8/layout/orgChart1"/>
    <dgm:cxn modelId="{9F7315C5-3515-4532-A076-BFA39F683BDF}" type="presParOf" srcId="{82F6C4BD-ED4D-48EA-86DF-8BF836D3C38A}" destId="{B2C86B1E-668B-4268-A0C2-21D4ABEF4A2E}" srcOrd="7" destOrd="0" presId="urn:microsoft.com/office/officeart/2005/8/layout/orgChart1"/>
    <dgm:cxn modelId="{8C0855A8-0821-4706-A77F-766529C35588}" type="presParOf" srcId="{B2C86B1E-668B-4268-A0C2-21D4ABEF4A2E}" destId="{70487055-472C-4F66-9C62-70ECA86F77D6}" srcOrd="0" destOrd="0" presId="urn:microsoft.com/office/officeart/2005/8/layout/orgChart1"/>
    <dgm:cxn modelId="{07AE3F8E-9437-4FFB-95AA-9D0602243832}" type="presParOf" srcId="{70487055-472C-4F66-9C62-70ECA86F77D6}" destId="{88083B85-733D-4333-8E91-1FAFE77B0CF3}" srcOrd="0" destOrd="0" presId="urn:microsoft.com/office/officeart/2005/8/layout/orgChart1"/>
    <dgm:cxn modelId="{FA1C1EE6-5203-4FCF-8BE0-8CC6FB3A567A}" type="presParOf" srcId="{70487055-472C-4F66-9C62-70ECA86F77D6}" destId="{D2F0D9AA-0D29-4BF2-9182-2D41D2595B91}" srcOrd="1" destOrd="0" presId="urn:microsoft.com/office/officeart/2005/8/layout/orgChart1"/>
    <dgm:cxn modelId="{395B2E59-E5C6-4510-8403-DAF08677FB11}" type="presParOf" srcId="{B2C86B1E-668B-4268-A0C2-21D4ABEF4A2E}" destId="{4509E816-545B-4D0A-9922-1602E5B84C10}" srcOrd="1" destOrd="0" presId="urn:microsoft.com/office/officeart/2005/8/layout/orgChart1"/>
    <dgm:cxn modelId="{8CD22DDF-997A-4ACF-A8F4-8064E54E9BD7}" type="presParOf" srcId="{B2C86B1E-668B-4268-A0C2-21D4ABEF4A2E}" destId="{D9DC6B51-9848-46A1-BD6B-950363792976}" srcOrd="2" destOrd="0" presId="urn:microsoft.com/office/officeart/2005/8/layout/orgChart1"/>
    <dgm:cxn modelId="{4C492DDD-28F0-4220-8C17-3D1CCC18C137}" type="presParOf" srcId="{834C38F7-00A9-4BB0-9B39-7078720C2EB4}" destId="{F5AAD6DB-5269-44A4-ACC9-DFE95E83750B}" srcOrd="2" destOrd="0" presId="urn:microsoft.com/office/officeart/2005/8/layout/orgChart1"/>
    <dgm:cxn modelId="{411D90BD-4AA7-40B3-ABF6-F947A10934E3}" type="presParOf" srcId="{E124F933-28E5-42B4-BF68-E4A17F7A76BC}" destId="{1AC57937-06C3-45A7-91E1-4721EC437D4C}" srcOrd="10" destOrd="0" presId="urn:microsoft.com/office/officeart/2005/8/layout/orgChart1"/>
    <dgm:cxn modelId="{E2E55B5D-0955-42EC-B340-6118936B9BE2}" type="presParOf" srcId="{E124F933-28E5-42B4-BF68-E4A17F7A76BC}" destId="{B6A431FD-1C25-48FA-A891-D20A15784F27}" srcOrd="11" destOrd="0" presId="urn:microsoft.com/office/officeart/2005/8/layout/orgChart1"/>
    <dgm:cxn modelId="{F00C03DF-1F13-47E6-8C57-E92498C8A4A8}" type="presParOf" srcId="{B6A431FD-1C25-48FA-A891-D20A15784F27}" destId="{B53F2253-4F41-4998-B576-FB172F0D3504}" srcOrd="0" destOrd="0" presId="urn:microsoft.com/office/officeart/2005/8/layout/orgChart1"/>
    <dgm:cxn modelId="{350499C9-07C6-45A9-B983-99F54EFDF1E4}" type="presParOf" srcId="{B53F2253-4F41-4998-B576-FB172F0D3504}" destId="{6A126580-AC4C-4322-98BC-43A5E03FFD1C}" srcOrd="0" destOrd="0" presId="urn:microsoft.com/office/officeart/2005/8/layout/orgChart1"/>
    <dgm:cxn modelId="{01B28E56-8C1C-4598-BFED-B792C53BAF88}" type="presParOf" srcId="{B53F2253-4F41-4998-B576-FB172F0D3504}" destId="{8B8914FA-C8B4-4F32-91C6-0815848223F5}" srcOrd="1" destOrd="0" presId="urn:microsoft.com/office/officeart/2005/8/layout/orgChart1"/>
    <dgm:cxn modelId="{7708DB1A-2184-4DB1-B7D5-C84893C6958C}" type="presParOf" srcId="{B6A431FD-1C25-48FA-A891-D20A15784F27}" destId="{F1D3DD06-83E3-47E5-A180-4528091C7238}" srcOrd="1" destOrd="0" presId="urn:microsoft.com/office/officeart/2005/8/layout/orgChart1"/>
    <dgm:cxn modelId="{86AC919F-5682-4B18-81FE-A3DCD3BD94E6}" type="presParOf" srcId="{F1D3DD06-83E3-47E5-A180-4528091C7238}" destId="{EDD42B78-D215-4B0C-A82B-36581FAC8175}" srcOrd="0" destOrd="0" presId="urn:microsoft.com/office/officeart/2005/8/layout/orgChart1"/>
    <dgm:cxn modelId="{C01195C4-82EA-4F49-8DD1-2E8F7EA80066}" type="presParOf" srcId="{F1D3DD06-83E3-47E5-A180-4528091C7238}" destId="{F51A6BEA-AB90-4217-93F2-C9E40A2E4D0E}" srcOrd="1" destOrd="0" presId="urn:microsoft.com/office/officeart/2005/8/layout/orgChart1"/>
    <dgm:cxn modelId="{1882FB4A-7D41-433C-A7D5-F53EF87E82CF}" type="presParOf" srcId="{F51A6BEA-AB90-4217-93F2-C9E40A2E4D0E}" destId="{8925EC9A-676C-4EF2-B245-DCC3306B4108}" srcOrd="0" destOrd="0" presId="urn:microsoft.com/office/officeart/2005/8/layout/orgChart1"/>
    <dgm:cxn modelId="{B181BE03-0546-4685-B2F9-EB5A24B7BF31}" type="presParOf" srcId="{8925EC9A-676C-4EF2-B245-DCC3306B4108}" destId="{63A632FD-7A93-4B19-A92B-0A14E2A75047}" srcOrd="0" destOrd="0" presId="urn:microsoft.com/office/officeart/2005/8/layout/orgChart1"/>
    <dgm:cxn modelId="{2534FAF9-7567-45DB-9F39-3A46D2658E3C}" type="presParOf" srcId="{8925EC9A-676C-4EF2-B245-DCC3306B4108}" destId="{EE73B2FB-D148-4E9B-B062-B9887711741A}" srcOrd="1" destOrd="0" presId="urn:microsoft.com/office/officeart/2005/8/layout/orgChart1"/>
    <dgm:cxn modelId="{451A55A9-4386-4CBC-8DBE-36A5B3F314BF}" type="presParOf" srcId="{F51A6BEA-AB90-4217-93F2-C9E40A2E4D0E}" destId="{2CA5F636-3A18-4D2D-B221-4691BB6D0BCD}" srcOrd="1" destOrd="0" presId="urn:microsoft.com/office/officeart/2005/8/layout/orgChart1"/>
    <dgm:cxn modelId="{4A31F0F6-FA7C-4F68-A565-F9CFE7238CFE}" type="presParOf" srcId="{2CA5F636-3A18-4D2D-B221-4691BB6D0BCD}" destId="{9919D2DA-8214-4D8D-A4F8-7C25EE7BF3BB}" srcOrd="0" destOrd="0" presId="urn:microsoft.com/office/officeart/2005/8/layout/orgChart1"/>
    <dgm:cxn modelId="{6BB52B9A-7DF1-44FE-B8FE-8924476E96B0}" type="presParOf" srcId="{2CA5F636-3A18-4D2D-B221-4691BB6D0BCD}" destId="{20EE629E-0CF9-4925-A3FA-64B16EA8554C}" srcOrd="1" destOrd="0" presId="urn:microsoft.com/office/officeart/2005/8/layout/orgChart1"/>
    <dgm:cxn modelId="{488701A2-60CC-4347-BD70-3502DCC1ADDF}" type="presParOf" srcId="{20EE629E-0CF9-4925-A3FA-64B16EA8554C}" destId="{F1300587-333D-4BA4-8193-CFC57C60D7B3}" srcOrd="0" destOrd="0" presId="urn:microsoft.com/office/officeart/2005/8/layout/orgChart1"/>
    <dgm:cxn modelId="{00D9B916-5483-4E0E-9413-7660757BBBB1}" type="presParOf" srcId="{F1300587-333D-4BA4-8193-CFC57C60D7B3}" destId="{C4EB2775-629A-4200-813D-231ABF1FD4E7}" srcOrd="0" destOrd="0" presId="urn:microsoft.com/office/officeart/2005/8/layout/orgChart1"/>
    <dgm:cxn modelId="{ED3030DC-BA7F-4143-8009-4C032FAF0CF4}" type="presParOf" srcId="{F1300587-333D-4BA4-8193-CFC57C60D7B3}" destId="{A92C4143-4887-45BB-87EB-BA5A4217FB93}" srcOrd="1" destOrd="0" presId="urn:microsoft.com/office/officeart/2005/8/layout/orgChart1"/>
    <dgm:cxn modelId="{596CF5F7-66B4-444A-8D61-BFE9AC419B58}" type="presParOf" srcId="{20EE629E-0CF9-4925-A3FA-64B16EA8554C}" destId="{45CC534B-8B04-4396-8661-892AC515EEBA}" srcOrd="1" destOrd="0" presId="urn:microsoft.com/office/officeart/2005/8/layout/orgChart1"/>
    <dgm:cxn modelId="{30FB810B-C4BF-4F0B-AA6A-C7F3B9EE12B7}" type="presParOf" srcId="{20EE629E-0CF9-4925-A3FA-64B16EA8554C}" destId="{1EB62A3F-EC05-40BC-B48F-4DB892ECAA3E}" srcOrd="2" destOrd="0" presId="urn:microsoft.com/office/officeart/2005/8/layout/orgChart1"/>
    <dgm:cxn modelId="{7AEE4979-4584-4DAB-B5B0-C8BC80B0F939}" type="presParOf" srcId="{2CA5F636-3A18-4D2D-B221-4691BB6D0BCD}" destId="{E05F02D8-AD10-45B3-AFF9-15340FBEF647}" srcOrd="2" destOrd="0" presId="urn:microsoft.com/office/officeart/2005/8/layout/orgChart1"/>
    <dgm:cxn modelId="{ECB4E00E-79F0-45F7-8B75-DCF72484F833}" type="presParOf" srcId="{2CA5F636-3A18-4D2D-B221-4691BB6D0BCD}" destId="{540B8AAF-CDED-4C7C-8002-6F05A496F95B}" srcOrd="3" destOrd="0" presId="urn:microsoft.com/office/officeart/2005/8/layout/orgChart1"/>
    <dgm:cxn modelId="{7426EC67-C878-4842-93A2-4CE8079B6542}" type="presParOf" srcId="{540B8AAF-CDED-4C7C-8002-6F05A496F95B}" destId="{01275B2B-F73B-431F-BA1B-7C32A5C009B1}" srcOrd="0" destOrd="0" presId="urn:microsoft.com/office/officeart/2005/8/layout/orgChart1"/>
    <dgm:cxn modelId="{A46D1767-0CFB-48EA-94A7-9D89D31A1F93}" type="presParOf" srcId="{01275B2B-F73B-431F-BA1B-7C32A5C009B1}" destId="{CF0CF5BB-1271-469E-B8BA-48A67DACA286}" srcOrd="0" destOrd="0" presId="urn:microsoft.com/office/officeart/2005/8/layout/orgChart1"/>
    <dgm:cxn modelId="{9441B072-9DC3-4FE9-86F3-09050A9B36D2}" type="presParOf" srcId="{01275B2B-F73B-431F-BA1B-7C32A5C009B1}" destId="{67235A44-D56D-4C67-86ED-6538F2355836}" srcOrd="1" destOrd="0" presId="urn:microsoft.com/office/officeart/2005/8/layout/orgChart1"/>
    <dgm:cxn modelId="{4A0D74DC-F6DC-41BD-8999-6713E2CDFDAA}" type="presParOf" srcId="{540B8AAF-CDED-4C7C-8002-6F05A496F95B}" destId="{6EE7E514-B3A0-4564-908F-E22502B8CE58}" srcOrd="1" destOrd="0" presId="urn:microsoft.com/office/officeart/2005/8/layout/orgChart1"/>
    <dgm:cxn modelId="{84D401E2-EACF-4545-A15E-0D7488551643}" type="presParOf" srcId="{540B8AAF-CDED-4C7C-8002-6F05A496F95B}" destId="{1125134D-1729-45DE-ADB7-79C7A6E0ACB3}" srcOrd="2" destOrd="0" presId="urn:microsoft.com/office/officeart/2005/8/layout/orgChart1"/>
    <dgm:cxn modelId="{352E7F5C-5036-4F92-9B89-8556D45A9C92}" type="presParOf" srcId="{2CA5F636-3A18-4D2D-B221-4691BB6D0BCD}" destId="{230C7022-1FB6-445E-9A25-C3739674846E}" srcOrd="4" destOrd="0" presId="urn:microsoft.com/office/officeart/2005/8/layout/orgChart1"/>
    <dgm:cxn modelId="{CCD26656-8EDE-42CC-A3C5-84EC90939340}" type="presParOf" srcId="{2CA5F636-3A18-4D2D-B221-4691BB6D0BCD}" destId="{9A953819-E9CC-4A1B-BA02-7A68DB774015}" srcOrd="5" destOrd="0" presId="urn:microsoft.com/office/officeart/2005/8/layout/orgChart1"/>
    <dgm:cxn modelId="{7D94DBC8-0CC1-420E-945C-70082F3EBB63}" type="presParOf" srcId="{9A953819-E9CC-4A1B-BA02-7A68DB774015}" destId="{B7B015EC-2BC7-41C4-988B-CAE81C70DECF}" srcOrd="0" destOrd="0" presId="urn:microsoft.com/office/officeart/2005/8/layout/orgChart1"/>
    <dgm:cxn modelId="{6B042415-7EA9-484A-809A-019F634613DE}" type="presParOf" srcId="{B7B015EC-2BC7-41C4-988B-CAE81C70DECF}" destId="{57D94B1B-DDD8-4E37-806D-50D470F35BA4}" srcOrd="0" destOrd="0" presId="urn:microsoft.com/office/officeart/2005/8/layout/orgChart1"/>
    <dgm:cxn modelId="{4E130385-643C-48E9-9EEB-76EF7C872866}" type="presParOf" srcId="{B7B015EC-2BC7-41C4-988B-CAE81C70DECF}" destId="{E7FE5998-68DE-4795-8488-9E82E5718EF0}" srcOrd="1" destOrd="0" presId="urn:microsoft.com/office/officeart/2005/8/layout/orgChart1"/>
    <dgm:cxn modelId="{BB67897A-7075-420E-9FC4-56CC46DB4B16}" type="presParOf" srcId="{9A953819-E9CC-4A1B-BA02-7A68DB774015}" destId="{2013B120-ABEC-492B-BAE8-2E19EB084BE6}" srcOrd="1" destOrd="0" presId="urn:microsoft.com/office/officeart/2005/8/layout/orgChart1"/>
    <dgm:cxn modelId="{05926389-FB67-4894-927C-1D151E43C536}" type="presParOf" srcId="{9A953819-E9CC-4A1B-BA02-7A68DB774015}" destId="{3D1BB64D-C518-4467-93FC-FD7AE1A41BA5}" srcOrd="2" destOrd="0" presId="urn:microsoft.com/office/officeart/2005/8/layout/orgChart1"/>
    <dgm:cxn modelId="{FFB5B3DF-7EF4-4056-8EA3-F78586509492}" type="presParOf" srcId="{F51A6BEA-AB90-4217-93F2-C9E40A2E4D0E}" destId="{E366D50C-0D62-46D0-877C-56B41A752ECB}" srcOrd="2" destOrd="0" presId="urn:microsoft.com/office/officeart/2005/8/layout/orgChart1"/>
    <dgm:cxn modelId="{8A670635-F8BE-45C3-887B-70AE60DD4B4B}" type="presParOf" srcId="{F1D3DD06-83E3-47E5-A180-4528091C7238}" destId="{D22A60A3-FF89-4575-8472-7DF8F56FB1CB}" srcOrd="2" destOrd="0" presId="urn:microsoft.com/office/officeart/2005/8/layout/orgChart1"/>
    <dgm:cxn modelId="{295809A6-FFC3-46F7-9E07-B2AC0C848E72}" type="presParOf" srcId="{F1D3DD06-83E3-47E5-A180-4528091C7238}" destId="{8FBCFCC9-DF75-45F3-A64E-305F423D2F32}" srcOrd="3" destOrd="0" presId="urn:microsoft.com/office/officeart/2005/8/layout/orgChart1"/>
    <dgm:cxn modelId="{CBC4DF8D-C2DD-4A58-9052-770E4087AF05}" type="presParOf" srcId="{8FBCFCC9-DF75-45F3-A64E-305F423D2F32}" destId="{A1B3085E-3FB9-46DA-BA4B-2B229F15E631}" srcOrd="0" destOrd="0" presId="urn:microsoft.com/office/officeart/2005/8/layout/orgChart1"/>
    <dgm:cxn modelId="{69043117-796A-429D-8BCB-D1F62BA1CDD5}" type="presParOf" srcId="{A1B3085E-3FB9-46DA-BA4B-2B229F15E631}" destId="{08BE7DDD-1817-435C-B357-B4E86739AE6D}" srcOrd="0" destOrd="0" presId="urn:microsoft.com/office/officeart/2005/8/layout/orgChart1"/>
    <dgm:cxn modelId="{559A9EFE-578F-4117-AB1F-EB98DCEFD01C}" type="presParOf" srcId="{A1B3085E-3FB9-46DA-BA4B-2B229F15E631}" destId="{00B013EC-8DB9-41D1-99A9-E8290D8C15ED}" srcOrd="1" destOrd="0" presId="urn:microsoft.com/office/officeart/2005/8/layout/orgChart1"/>
    <dgm:cxn modelId="{5A99BC52-76D2-499E-A799-8BF0B58ED7BB}" type="presParOf" srcId="{8FBCFCC9-DF75-45F3-A64E-305F423D2F32}" destId="{CB49EA55-A337-4CFD-9D76-686C3EB58F55}" srcOrd="1" destOrd="0" presId="urn:microsoft.com/office/officeart/2005/8/layout/orgChart1"/>
    <dgm:cxn modelId="{2D582097-1650-4889-879A-A3DE7663C090}" type="presParOf" srcId="{CB49EA55-A337-4CFD-9D76-686C3EB58F55}" destId="{B4B2599A-68A5-4928-8C8F-B02F4D8C2DAF}" srcOrd="0" destOrd="0" presId="urn:microsoft.com/office/officeart/2005/8/layout/orgChart1"/>
    <dgm:cxn modelId="{14E1DD1C-C11D-4CA6-9C91-FCFBCC16DCF2}" type="presParOf" srcId="{CB49EA55-A337-4CFD-9D76-686C3EB58F55}" destId="{5C3DC514-45F1-4FA9-9E78-2537EF1B5F11}" srcOrd="1" destOrd="0" presId="urn:microsoft.com/office/officeart/2005/8/layout/orgChart1"/>
    <dgm:cxn modelId="{9209AB9A-CFDE-405E-B9AA-6D8BAF98A628}" type="presParOf" srcId="{5C3DC514-45F1-4FA9-9E78-2537EF1B5F11}" destId="{9DDCDD91-7BDB-40BB-9142-6C74CF88163C}" srcOrd="0" destOrd="0" presId="urn:microsoft.com/office/officeart/2005/8/layout/orgChart1"/>
    <dgm:cxn modelId="{DB829523-F6FB-458A-8825-47AB35A7E6AA}" type="presParOf" srcId="{9DDCDD91-7BDB-40BB-9142-6C74CF88163C}" destId="{2F75092F-25AB-4F02-98E5-5CC33C3AA105}" srcOrd="0" destOrd="0" presId="urn:microsoft.com/office/officeart/2005/8/layout/orgChart1"/>
    <dgm:cxn modelId="{277D1455-4EE8-4933-B9F0-731A2720EB07}" type="presParOf" srcId="{9DDCDD91-7BDB-40BB-9142-6C74CF88163C}" destId="{B644B70B-5D15-4C3C-BDC0-3E16ED1B9558}" srcOrd="1" destOrd="0" presId="urn:microsoft.com/office/officeart/2005/8/layout/orgChart1"/>
    <dgm:cxn modelId="{CD6A904E-57E6-4B1B-8E37-161A4BCBDF8C}" type="presParOf" srcId="{5C3DC514-45F1-4FA9-9E78-2537EF1B5F11}" destId="{9F712D72-14DB-4A84-981E-5E4105C6D1AA}" srcOrd="1" destOrd="0" presId="urn:microsoft.com/office/officeart/2005/8/layout/orgChart1"/>
    <dgm:cxn modelId="{9CCB4D58-80A8-47E4-A702-27FC0FC04E9A}" type="presParOf" srcId="{5C3DC514-45F1-4FA9-9E78-2537EF1B5F11}" destId="{5914525E-7E42-4A08-81F7-0D8ADD49A463}" srcOrd="2" destOrd="0" presId="urn:microsoft.com/office/officeart/2005/8/layout/orgChart1"/>
    <dgm:cxn modelId="{DDB2FC62-DEE1-46F8-852B-B6BD343BA1B7}" type="presParOf" srcId="{CB49EA55-A337-4CFD-9D76-686C3EB58F55}" destId="{F68254BD-1970-407C-9641-3520DB1F5DB5}" srcOrd="2" destOrd="0" presId="urn:microsoft.com/office/officeart/2005/8/layout/orgChart1"/>
    <dgm:cxn modelId="{E32AB262-7F74-465A-B849-DA7EBA1E30C3}" type="presParOf" srcId="{CB49EA55-A337-4CFD-9D76-686C3EB58F55}" destId="{054DF16C-AB0B-40D0-8FBE-77E4CDCF3162}" srcOrd="3" destOrd="0" presId="urn:microsoft.com/office/officeart/2005/8/layout/orgChart1"/>
    <dgm:cxn modelId="{129EC42D-B08C-4B7E-8020-F92C5A885544}" type="presParOf" srcId="{054DF16C-AB0B-40D0-8FBE-77E4CDCF3162}" destId="{96EB62DF-DEB6-4463-A701-A2A720B2DCF0}" srcOrd="0" destOrd="0" presId="urn:microsoft.com/office/officeart/2005/8/layout/orgChart1"/>
    <dgm:cxn modelId="{41BF7125-4970-4B37-9B61-DC6AF4B628C7}" type="presParOf" srcId="{96EB62DF-DEB6-4463-A701-A2A720B2DCF0}" destId="{5FC471F6-B33D-4A9D-A2DE-67BBFA4152A3}" srcOrd="0" destOrd="0" presId="urn:microsoft.com/office/officeart/2005/8/layout/orgChart1"/>
    <dgm:cxn modelId="{5E4F954C-F929-40D1-8679-E6562B0D2E29}" type="presParOf" srcId="{96EB62DF-DEB6-4463-A701-A2A720B2DCF0}" destId="{920DCD3B-6CAB-48EC-83F4-F3B317C68737}" srcOrd="1" destOrd="0" presId="urn:microsoft.com/office/officeart/2005/8/layout/orgChart1"/>
    <dgm:cxn modelId="{C72D160A-58F6-4492-AD6F-33E3E029FA34}" type="presParOf" srcId="{054DF16C-AB0B-40D0-8FBE-77E4CDCF3162}" destId="{2ED7EEA7-37AF-487F-BF8C-755D7ABF21D0}" srcOrd="1" destOrd="0" presId="urn:microsoft.com/office/officeart/2005/8/layout/orgChart1"/>
    <dgm:cxn modelId="{C6FDF6B7-A71A-4D9D-81D4-2CDB0C89FD49}" type="presParOf" srcId="{054DF16C-AB0B-40D0-8FBE-77E4CDCF3162}" destId="{A207D671-778A-494E-B41B-04DEF053C099}" srcOrd="2" destOrd="0" presId="urn:microsoft.com/office/officeart/2005/8/layout/orgChart1"/>
    <dgm:cxn modelId="{6D1986C3-352D-4F24-9BAF-DBAAFC258C3A}" type="presParOf" srcId="{8FBCFCC9-DF75-45F3-A64E-305F423D2F32}" destId="{332376DC-0C85-4636-811B-D6AE72569568}" srcOrd="2" destOrd="0" presId="urn:microsoft.com/office/officeart/2005/8/layout/orgChart1"/>
    <dgm:cxn modelId="{B306D58B-7BF2-422E-8697-DE04D65C0E40}" type="presParOf" srcId="{B6A431FD-1C25-48FA-A891-D20A15784F27}" destId="{FB7AAFF3-5257-434E-B73E-F8B1F19AA3E2}" srcOrd="2" destOrd="0" presId="urn:microsoft.com/office/officeart/2005/8/layout/orgChart1"/>
    <dgm:cxn modelId="{F4528847-C18C-4A6C-9E9C-CF9BD85141E2}" type="presParOf" srcId="{9A4A9040-5639-4B94-A7CB-EBB61B5B7BE0}" destId="{F0E7A83A-EBD0-4D5A-AEF9-8804BB01675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CC937A9-7821-4CD1-AEC3-D29515E40FD9}" type="doc">
      <dgm:prSet loTypeId="urn:microsoft.com/office/officeart/2005/8/layout/orgChart1" loCatId="hierarchy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2267334C-96B1-48CA-B472-9FCB765AA736}">
      <dgm:prSet/>
      <dgm:spPr/>
      <dgm:t>
        <a:bodyPr/>
        <a:lstStyle/>
        <a:p>
          <a:r>
            <a:rPr lang="en-US" noProof="0" dirty="0" smtClean="0"/>
            <a:t>Doctor’s </a:t>
          </a:r>
          <a:r>
            <a:rPr lang="fr-FR" dirty="0" smtClean="0"/>
            <a:t>Office System</a:t>
          </a:r>
          <a:endParaRPr lang="fr-FR" dirty="0"/>
        </a:p>
      </dgm:t>
    </dgm:pt>
    <dgm:pt modelId="{5910CDA3-9C19-4A73-A7FC-EBF9C0AF813A}" type="parTrans" cxnId="{67054144-C76F-4F9E-81A8-514B0D93D4C3}">
      <dgm:prSet/>
      <dgm:spPr/>
      <dgm:t>
        <a:bodyPr/>
        <a:lstStyle/>
        <a:p>
          <a:endParaRPr lang="fr-FR"/>
        </a:p>
      </dgm:t>
    </dgm:pt>
    <dgm:pt modelId="{742755DF-1810-495F-ABD3-6121CC45BC23}" type="sibTrans" cxnId="{67054144-C76F-4F9E-81A8-514B0D93D4C3}">
      <dgm:prSet/>
      <dgm:spPr/>
      <dgm:t>
        <a:bodyPr/>
        <a:lstStyle/>
        <a:p>
          <a:endParaRPr lang="fr-FR"/>
        </a:p>
      </dgm:t>
    </dgm:pt>
    <dgm:pt modelId="{C2D5506A-7FB7-44B3-92AA-BD7E61C65BA7}">
      <dgm:prSet/>
      <dgm:spPr/>
      <dgm:t>
        <a:bodyPr/>
        <a:lstStyle/>
        <a:p>
          <a:r>
            <a:rPr lang="en-US" dirty="0"/>
            <a:t>Manage </a:t>
          </a:r>
          <a:r>
            <a:rPr lang="en-US" dirty="0" smtClean="0"/>
            <a:t>Patients</a:t>
          </a:r>
          <a:endParaRPr lang="en-US" dirty="0"/>
        </a:p>
      </dgm:t>
    </dgm:pt>
    <dgm:pt modelId="{86ED68E9-E8DC-487F-8721-223ABB153239}" type="parTrans" cxnId="{D0832802-F94D-44A3-9417-CFD52A8573A0}">
      <dgm:prSet/>
      <dgm:spPr/>
      <dgm:t>
        <a:bodyPr/>
        <a:lstStyle/>
        <a:p>
          <a:endParaRPr lang="en-US"/>
        </a:p>
      </dgm:t>
    </dgm:pt>
    <dgm:pt modelId="{7F6E1925-E1AB-43EF-B107-17DFE88B0B21}" type="sibTrans" cxnId="{D0832802-F94D-44A3-9417-CFD52A8573A0}">
      <dgm:prSet/>
      <dgm:spPr/>
      <dgm:t>
        <a:bodyPr/>
        <a:lstStyle/>
        <a:p>
          <a:endParaRPr lang="en-US"/>
        </a:p>
      </dgm:t>
    </dgm:pt>
    <dgm:pt modelId="{4974B34C-3786-422B-8DF8-C8090A7CB9A8}">
      <dgm:prSet/>
      <dgm:spPr/>
      <dgm:t>
        <a:bodyPr/>
        <a:lstStyle/>
        <a:p>
          <a:r>
            <a:rPr lang="en-US" dirty="0" smtClean="0"/>
            <a:t>Add Patient</a:t>
          </a:r>
          <a:endParaRPr lang="en-US" dirty="0"/>
        </a:p>
      </dgm:t>
    </dgm:pt>
    <dgm:pt modelId="{EB2F11DE-3887-4901-8B87-76FE9F946EB5}" type="parTrans" cxnId="{C0D1C3F3-96BD-49F9-892D-94553982084F}">
      <dgm:prSet/>
      <dgm:spPr/>
      <dgm:t>
        <a:bodyPr/>
        <a:lstStyle/>
        <a:p>
          <a:endParaRPr lang="en-US"/>
        </a:p>
      </dgm:t>
    </dgm:pt>
    <dgm:pt modelId="{DDD0C4EF-C5D9-4662-92E5-2E2DA335B69C}" type="sibTrans" cxnId="{C0D1C3F3-96BD-49F9-892D-94553982084F}">
      <dgm:prSet/>
      <dgm:spPr/>
      <dgm:t>
        <a:bodyPr/>
        <a:lstStyle/>
        <a:p>
          <a:endParaRPr lang="en-US"/>
        </a:p>
      </dgm:t>
    </dgm:pt>
    <dgm:pt modelId="{4813354B-774A-4735-B460-4A243AE6A652}">
      <dgm:prSet/>
      <dgm:spPr/>
      <dgm:t>
        <a:bodyPr/>
        <a:lstStyle/>
        <a:p>
          <a:r>
            <a:rPr lang="en-US" dirty="0" smtClean="0"/>
            <a:t>Modify Patient</a:t>
          </a:r>
          <a:endParaRPr lang="en-US" dirty="0"/>
        </a:p>
      </dgm:t>
    </dgm:pt>
    <dgm:pt modelId="{4E9C282D-0D29-46D0-B63F-BC511E238709}" type="parTrans" cxnId="{EF65A6B8-660E-4325-B107-90569671318E}">
      <dgm:prSet/>
      <dgm:spPr/>
      <dgm:t>
        <a:bodyPr/>
        <a:lstStyle/>
        <a:p>
          <a:endParaRPr lang="en-US"/>
        </a:p>
      </dgm:t>
    </dgm:pt>
    <dgm:pt modelId="{B046A484-21F2-4EFE-9FCE-A9181C17565F}" type="sibTrans" cxnId="{EF65A6B8-660E-4325-B107-90569671318E}">
      <dgm:prSet/>
      <dgm:spPr/>
      <dgm:t>
        <a:bodyPr/>
        <a:lstStyle/>
        <a:p>
          <a:endParaRPr lang="en-US"/>
        </a:p>
      </dgm:t>
    </dgm:pt>
    <dgm:pt modelId="{1E9682B3-A5B9-4D12-8DCA-7B9C0287D261}">
      <dgm:prSet/>
      <dgm:spPr/>
      <dgm:t>
        <a:bodyPr/>
        <a:lstStyle/>
        <a:p>
          <a:r>
            <a:rPr lang="en-US" dirty="0"/>
            <a:t>View all </a:t>
          </a:r>
          <a:r>
            <a:rPr lang="en-US" dirty="0" smtClean="0"/>
            <a:t>Patients</a:t>
          </a:r>
          <a:endParaRPr lang="en-US" dirty="0"/>
        </a:p>
      </dgm:t>
    </dgm:pt>
    <dgm:pt modelId="{A9F67CA1-5977-4F58-A267-D4AE641D585E}" type="parTrans" cxnId="{B052F531-7328-415C-97BC-35A00F689055}">
      <dgm:prSet/>
      <dgm:spPr/>
      <dgm:t>
        <a:bodyPr/>
        <a:lstStyle/>
        <a:p>
          <a:endParaRPr lang="en-US"/>
        </a:p>
      </dgm:t>
    </dgm:pt>
    <dgm:pt modelId="{AAD29193-DDB0-4414-9A16-58B6CD4ECEF7}" type="sibTrans" cxnId="{B052F531-7328-415C-97BC-35A00F689055}">
      <dgm:prSet/>
      <dgm:spPr/>
      <dgm:t>
        <a:bodyPr/>
        <a:lstStyle/>
        <a:p>
          <a:endParaRPr lang="en-US"/>
        </a:p>
      </dgm:t>
    </dgm:pt>
    <dgm:pt modelId="{BE553641-0827-41AC-9DC9-CB24CD5277E9}">
      <dgm:prSet/>
      <dgm:spPr/>
      <dgm:t>
        <a:bodyPr/>
        <a:lstStyle/>
        <a:p>
          <a:r>
            <a:rPr lang="en-US" dirty="0"/>
            <a:t>View </a:t>
          </a:r>
          <a:r>
            <a:rPr lang="en-US" dirty="0" smtClean="0"/>
            <a:t>Patient</a:t>
          </a:r>
          <a:endParaRPr lang="en-US" dirty="0"/>
        </a:p>
      </dgm:t>
    </dgm:pt>
    <dgm:pt modelId="{12FDBDAA-78C2-464D-BD09-E6350A40196B}" type="parTrans" cxnId="{0CBBD108-B01E-44AD-AD8C-D9E5F40D0436}">
      <dgm:prSet/>
      <dgm:spPr/>
      <dgm:t>
        <a:bodyPr/>
        <a:lstStyle/>
        <a:p>
          <a:endParaRPr lang="en-US"/>
        </a:p>
      </dgm:t>
    </dgm:pt>
    <dgm:pt modelId="{5B8CC79B-C65C-40C1-AC8A-06439884C47D}" type="sibTrans" cxnId="{0CBBD108-B01E-44AD-AD8C-D9E5F40D0436}">
      <dgm:prSet/>
      <dgm:spPr/>
      <dgm:t>
        <a:bodyPr/>
        <a:lstStyle/>
        <a:p>
          <a:endParaRPr lang="en-US"/>
        </a:p>
      </dgm:t>
    </dgm:pt>
    <dgm:pt modelId="{7A5D2621-03F8-4932-ADFD-7C9AE96E631D}">
      <dgm:prSet/>
      <dgm:spPr/>
      <dgm:t>
        <a:bodyPr/>
        <a:lstStyle/>
        <a:p>
          <a:r>
            <a:rPr lang="en-US" dirty="0"/>
            <a:t>Drop </a:t>
          </a:r>
          <a:r>
            <a:rPr lang="en-US" dirty="0" smtClean="0"/>
            <a:t>Patient</a:t>
          </a:r>
          <a:endParaRPr lang="en-US" dirty="0"/>
        </a:p>
      </dgm:t>
    </dgm:pt>
    <dgm:pt modelId="{1E6A59E0-EC9E-4FBB-9C86-A112CCD13249}" type="parTrans" cxnId="{0CE8EAA3-E6EF-4883-8A49-49C6F65604F7}">
      <dgm:prSet/>
      <dgm:spPr/>
      <dgm:t>
        <a:bodyPr/>
        <a:lstStyle/>
        <a:p>
          <a:endParaRPr lang="en-US"/>
        </a:p>
      </dgm:t>
    </dgm:pt>
    <dgm:pt modelId="{C6F4BFA2-0A6B-4438-93D4-638644A502CF}" type="sibTrans" cxnId="{0CE8EAA3-E6EF-4883-8A49-49C6F65604F7}">
      <dgm:prSet/>
      <dgm:spPr/>
      <dgm:t>
        <a:bodyPr/>
        <a:lstStyle/>
        <a:p>
          <a:endParaRPr lang="en-US"/>
        </a:p>
      </dgm:t>
    </dgm:pt>
    <dgm:pt modelId="{2C03ED82-7FF7-4149-97E4-EACA1E962D54}">
      <dgm:prSet/>
      <dgm:spPr/>
      <dgm:t>
        <a:bodyPr/>
        <a:lstStyle/>
        <a:p>
          <a:r>
            <a:rPr lang="en-US" dirty="0"/>
            <a:t>Search by: Name or CIN</a:t>
          </a:r>
        </a:p>
      </dgm:t>
    </dgm:pt>
    <dgm:pt modelId="{F8B26139-928C-47A7-92F7-797D47885C5E}" type="parTrans" cxnId="{F8910982-5380-4E8F-AEDC-6DABDAE6BC14}">
      <dgm:prSet/>
      <dgm:spPr/>
      <dgm:t>
        <a:bodyPr/>
        <a:lstStyle/>
        <a:p>
          <a:endParaRPr lang="en-US"/>
        </a:p>
      </dgm:t>
    </dgm:pt>
    <dgm:pt modelId="{29043347-B22B-4855-AA08-E8D1B610FF7B}" type="sibTrans" cxnId="{F8910982-5380-4E8F-AEDC-6DABDAE6BC14}">
      <dgm:prSet/>
      <dgm:spPr/>
      <dgm:t>
        <a:bodyPr/>
        <a:lstStyle/>
        <a:p>
          <a:endParaRPr lang="en-US"/>
        </a:p>
      </dgm:t>
    </dgm:pt>
    <dgm:pt modelId="{92C4A646-BA4C-490C-AD5C-C7D3106FD1F8}">
      <dgm:prSet/>
      <dgm:spPr/>
      <dgm:t>
        <a:bodyPr/>
        <a:lstStyle/>
        <a:p>
          <a:r>
            <a:rPr lang="en-US" dirty="0"/>
            <a:t>Sort by: Name or CIN</a:t>
          </a:r>
        </a:p>
      </dgm:t>
    </dgm:pt>
    <dgm:pt modelId="{E0986706-55A4-45BF-9FF2-6F7E543C3EAF}" type="parTrans" cxnId="{13AE3DAB-3E70-41D1-9C10-3B8D4E242FF7}">
      <dgm:prSet/>
      <dgm:spPr/>
      <dgm:t>
        <a:bodyPr/>
        <a:lstStyle/>
        <a:p>
          <a:endParaRPr lang="en-US"/>
        </a:p>
      </dgm:t>
    </dgm:pt>
    <dgm:pt modelId="{F2C9C7AD-7697-46F1-A1B1-1DDDBA106E22}" type="sibTrans" cxnId="{13AE3DAB-3E70-41D1-9C10-3B8D4E242FF7}">
      <dgm:prSet/>
      <dgm:spPr/>
      <dgm:t>
        <a:bodyPr/>
        <a:lstStyle/>
        <a:p>
          <a:endParaRPr lang="en-US"/>
        </a:p>
      </dgm:t>
    </dgm:pt>
    <dgm:pt modelId="{4603FA6D-1938-4EA4-B002-120181AF5DAF}">
      <dgm:prSet/>
      <dgm:spPr/>
      <dgm:t>
        <a:bodyPr/>
        <a:lstStyle/>
        <a:p>
          <a:r>
            <a:rPr lang="en-US" dirty="0"/>
            <a:t>View an Employee</a:t>
          </a:r>
        </a:p>
      </dgm:t>
    </dgm:pt>
    <dgm:pt modelId="{F8BAB623-7557-4E01-B6C4-706F14E017D2}" type="parTrans" cxnId="{08C1F274-CFBF-45EE-9044-FF5D4656328D}">
      <dgm:prSet/>
      <dgm:spPr/>
      <dgm:t>
        <a:bodyPr/>
        <a:lstStyle/>
        <a:p>
          <a:endParaRPr lang="en-US"/>
        </a:p>
      </dgm:t>
    </dgm:pt>
    <dgm:pt modelId="{C69095EA-94D3-47CC-9908-965181CB9015}" type="sibTrans" cxnId="{08C1F274-CFBF-45EE-9044-FF5D4656328D}">
      <dgm:prSet/>
      <dgm:spPr/>
      <dgm:t>
        <a:bodyPr/>
        <a:lstStyle/>
        <a:p>
          <a:endParaRPr lang="en-US"/>
        </a:p>
      </dgm:t>
    </dgm:pt>
    <dgm:pt modelId="{16FD0D51-215B-4F18-B5EB-92E66BEDC6C1}">
      <dgm:prSet/>
      <dgm:spPr/>
      <dgm:t>
        <a:bodyPr/>
        <a:lstStyle/>
        <a:p>
          <a:r>
            <a:rPr lang="en-US" dirty="0"/>
            <a:t>View all Employees</a:t>
          </a:r>
        </a:p>
      </dgm:t>
    </dgm:pt>
    <dgm:pt modelId="{33BEE64D-4F97-4697-818B-11D231307677}" type="parTrans" cxnId="{E2CD072D-F3B7-4E25-81AA-BB8904620F27}">
      <dgm:prSet/>
      <dgm:spPr/>
      <dgm:t>
        <a:bodyPr/>
        <a:lstStyle/>
        <a:p>
          <a:endParaRPr lang="en-US"/>
        </a:p>
      </dgm:t>
    </dgm:pt>
    <dgm:pt modelId="{CB34581A-6E5A-4EFF-A0D7-F6D2B3878CF0}" type="sibTrans" cxnId="{E2CD072D-F3B7-4E25-81AA-BB8904620F27}">
      <dgm:prSet/>
      <dgm:spPr/>
      <dgm:t>
        <a:bodyPr/>
        <a:lstStyle/>
        <a:p>
          <a:endParaRPr lang="en-US"/>
        </a:p>
      </dgm:t>
    </dgm:pt>
    <dgm:pt modelId="{EEC444E3-5573-4EF8-B07D-15815D4A96F6}">
      <dgm:prSet/>
      <dgm:spPr/>
      <dgm:t>
        <a:bodyPr/>
        <a:lstStyle/>
        <a:p>
          <a:r>
            <a:rPr lang="en-US" dirty="0"/>
            <a:t>Add </a:t>
          </a:r>
          <a:r>
            <a:rPr lang="en-US" dirty="0" smtClean="0"/>
            <a:t>Employee</a:t>
          </a:r>
          <a:endParaRPr lang="en-US" dirty="0"/>
        </a:p>
      </dgm:t>
    </dgm:pt>
    <dgm:pt modelId="{A34DDEB2-C0B7-4268-9A6D-61EEACDC9817}" type="parTrans" cxnId="{89E1E4D8-9599-4E62-A44D-4ECB3BF6B223}">
      <dgm:prSet/>
      <dgm:spPr/>
      <dgm:t>
        <a:bodyPr/>
        <a:lstStyle/>
        <a:p>
          <a:endParaRPr lang="en-US"/>
        </a:p>
      </dgm:t>
    </dgm:pt>
    <dgm:pt modelId="{2F8FF821-FD12-4B7F-9B12-D55355ACB793}" type="sibTrans" cxnId="{89E1E4D8-9599-4E62-A44D-4ECB3BF6B223}">
      <dgm:prSet/>
      <dgm:spPr/>
      <dgm:t>
        <a:bodyPr/>
        <a:lstStyle/>
        <a:p>
          <a:endParaRPr lang="en-US"/>
        </a:p>
      </dgm:t>
    </dgm:pt>
    <dgm:pt modelId="{1219FF54-3EA4-4FCF-B397-942BD420A948}">
      <dgm:prSet/>
      <dgm:spPr/>
      <dgm:t>
        <a:bodyPr/>
        <a:lstStyle/>
        <a:p>
          <a:r>
            <a:rPr lang="en-US" dirty="0" smtClean="0"/>
            <a:t>Delete Employee</a:t>
          </a:r>
          <a:endParaRPr lang="en-US" dirty="0"/>
        </a:p>
      </dgm:t>
    </dgm:pt>
    <dgm:pt modelId="{59AFA4BD-50A4-4F98-9183-D6DE146B32F7}" type="parTrans" cxnId="{A446F0F2-A468-4359-A952-2B26753BC271}">
      <dgm:prSet/>
      <dgm:spPr/>
      <dgm:t>
        <a:bodyPr/>
        <a:lstStyle/>
        <a:p>
          <a:endParaRPr lang="en-US"/>
        </a:p>
      </dgm:t>
    </dgm:pt>
    <dgm:pt modelId="{79D83892-3A49-4D18-8688-B03247923C26}" type="sibTrans" cxnId="{A446F0F2-A468-4359-A952-2B26753BC271}">
      <dgm:prSet/>
      <dgm:spPr/>
      <dgm:t>
        <a:bodyPr/>
        <a:lstStyle/>
        <a:p>
          <a:endParaRPr lang="en-US"/>
        </a:p>
      </dgm:t>
    </dgm:pt>
    <dgm:pt modelId="{EC6199EA-E99B-4F50-A612-5E49E440FE83}">
      <dgm:prSet/>
      <dgm:spPr/>
      <dgm:t>
        <a:bodyPr/>
        <a:lstStyle/>
        <a:p>
          <a:r>
            <a:rPr lang="en-US" dirty="0"/>
            <a:t>Sort Employees by: Name or CIN</a:t>
          </a:r>
        </a:p>
      </dgm:t>
    </dgm:pt>
    <dgm:pt modelId="{1F0C4730-CDF2-44EE-B251-2EBE0DCBB78F}" type="parTrans" cxnId="{C30D2571-E555-4B5D-B9A3-6B947997108E}">
      <dgm:prSet/>
      <dgm:spPr/>
      <dgm:t>
        <a:bodyPr/>
        <a:lstStyle/>
        <a:p>
          <a:endParaRPr lang="en-US"/>
        </a:p>
      </dgm:t>
    </dgm:pt>
    <dgm:pt modelId="{239B785D-67E8-455E-99E0-30BB83F6DE0E}" type="sibTrans" cxnId="{C30D2571-E555-4B5D-B9A3-6B947997108E}">
      <dgm:prSet/>
      <dgm:spPr/>
      <dgm:t>
        <a:bodyPr/>
        <a:lstStyle/>
        <a:p>
          <a:endParaRPr lang="en-US"/>
        </a:p>
      </dgm:t>
    </dgm:pt>
    <dgm:pt modelId="{ECBC5AF6-42B9-47A2-B03D-7E442B4B9E78}">
      <dgm:prSet/>
      <dgm:spPr/>
      <dgm:t>
        <a:bodyPr/>
        <a:lstStyle/>
        <a:p>
          <a:r>
            <a:rPr lang="en-US" dirty="0"/>
            <a:t>Search Employee by: Name or CIN</a:t>
          </a:r>
        </a:p>
      </dgm:t>
    </dgm:pt>
    <dgm:pt modelId="{6FD7278F-25B0-4E19-B6EC-EB89560004CA}" type="parTrans" cxnId="{ECDA327F-A1F0-41C9-B512-4FC462B81AF9}">
      <dgm:prSet/>
      <dgm:spPr/>
      <dgm:t>
        <a:bodyPr/>
        <a:lstStyle/>
        <a:p>
          <a:endParaRPr lang="en-US"/>
        </a:p>
      </dgm:t>
    </dgm:pt>
    <dgm:pt modelId="{8575024D-054F-4A47-9754-DE5C293BA31F}" type="sibTrans" cxnId="{ECDA327F-A1F0-41C9-B512-4FC462B81AF9}">
      <dgm:prSet/>
      <dgm:spPr/>
      <dgm:t>
        <a:bodyPr/>
        <a:lstStyle/>
        <a:p>
          <a:endParaRPr lang="en-US"/>
        </a:p>
      </dgm:t>
    </dgm:pt>
    <dgm:pt modelId="{737C9020-C784-4CBE-88E4-5A83A63B9BC7}">
      <dgm:prSet/>
      <dgm:spPr/>
      <dgm:t>
        <a:bodyPr/>
        <a:lstStyle/>
        <a:p>
          <a:r>
            <a:rPr lang="en-US" dirty="0"/>
            <a:t>Modify Employee</a:t>
          </a:r>
        </a:p>
      </dgm:t>
    </dgm:pt>
    <dgm:pt modelId="{78B95D50-457A-4518-80A1-5529A28C3E5B}" type="parTrans" cxnId="{5BD05AAB-E950-40ED-B838-BDC606FBE83D}">
      <dgm:prSet/>
      <dgm:spPr/>
      <dgm:t>
        <a:bodyPr/>
        <a:lstStyle/>
        <a:p>
          <a:endParaRPr lang="en-US"/>
        </a:p>
      </dgm:t>
    </dgm:pt>
    <dgm:pt modelId="{374A5E0C-B332-47A8-980D-BB779A62BE7F}" type="sibTrans" cxnId="{5BD05AAB-E950-40ED-B838-BDC606FBE83D}">
      <dgm:prSet/>
      <dgm:spPr/>
      <dgm:t>
        <a:bodyPr/>
        <a:lstStyle/>
        <a:p>
          <a:endParaRPr lang="en-US"/>
        </a:p>
      </dgm:t>
    </dgm:pt>
    <dgm:pt modelId="{774D9153-9FE6-439A-BBAD-757BCD416319}">
      <dgm:prSet/>
      <dgm:spPr/>
      <dgm:t>
        <a:bodyPr/>
        <a:lstStyle/>
        <a:p>
          <a:r>
            <a:rPr lang="en-US" dirty="0"/>
            <a:t>Manage </a:t>
          </a:r>
          <a:r>
            <a:rPr lang="en-US" dirty="0" smtClean="0"/>
            <a:t>Prescriptions</a:t>
          </a:r>
          <a:endParaRPr lang="en-US" dirty="0"/>
        </a:p>
      </dgm:t>
    </dgm:pt>
    <dgm:pt modelId="{FB8A41FA-0502-4C3B-AF8C-55EEEF6D9DC3}" type="parTrans" cxnId="{AAA99A9C-E120-4810-814A-E1FE932CF041}">
      <dgm:prSet/>
      <dgm:spPr/>
      <dgm:t>
        <a:bodyPr/>
        <a:lstStyle/>
        <a:p>
          <a:endParaRPr lang="en-US"/>
        </a:p>
      </dgm:t>
    </dgm:pt>
    <dgm:pt modelId="{ADE68FDC-EE66-46EE-BB00-DD5BA04AC195}" type="sibTrans" cxnId="{AAA99A9C-E120-4810-814A-E1FE932CF041}">
      <dgm:prSet/>
      <dgm:spPr/>
      <dgm:t>
        <a:bodyPr/>
        <a:lstStyle/>
        <a:p>
          <a:endParaRPr lang="en-US"/>
        </a:p>
      </dgm:t>
    </dgm:pt>
    <dgm:pt modelId="{EE4DF284-C3F2-4E03-953A-CE10637621E3}">
      <dgm:prSet/>
      <dgm:spPr/>
      <dgm:t>
        <a:bodyPr/>
        <a:lstStyle/>
        <a:p>
          <a:r>
            <a:rPr lang="en-US" dirty="0"/>
            <a:t>Add </a:t>
          </a:r>
          <a:r>
            <a:rPr lang="en-US" dirty="0" smtClean="0"/>
            <a:t>Prescription</a:t>
          </a:r>
          <a:endParaRPr lang="en-US" dirty="0"/>
        </a:p>
      </dgm:t>
    </dgm:pt>
    <dgm:pt modelId="{16DBBEAC-11C9-4355-B640-2B2710D163ED}" type="parTrans" cxnId="{F7FC539A-161D-4ADC-A84D-1DCBA5230A48}">
      <dgm:prSet/>
      <dgm:spPr/>
      <dgm:t>
        <a:bodyPr/>
        <a:lstStyle/>
        <a:p>
          <a:endParaRPr lang="en-US"/>
        </a:p>
      </dgm:t>
    </dgm:pt>
    <dgm:pt modelId="{4AED46D2-39EC-4A24-891D-1111CADFBEA8}" type="sibTrans" cxnId="{F7FC539A-161D-4ADC-A84D-1DCBA5230A48}">
      <dgm:prSet/>
      <dgm:spPr/>
      <dgm:t>
        <a:bodyPr/>
        <a:lstStyle/>
        <a:p>
          <a:endParaRPr lang="en-US"/>
        </a:p>
      </dgm:t>
    </dgm:pt>
    <dgm:pt modelId="{A25232E0-6783-4B68-8BF1-3BBA14FAEF7A}">
      <dgm:prSet/>
      <dgm:spPr/>
      <dgm:t>
        <a:bodyPr/>
        <a:lstStyle/>
        <a:p>
          <a:r>
            <a:rPr lang="en-US" dirty="0" smtClean="0"/>
            <a:t>View Prescription </a:t>
          </a:r>
          <a:endParaRPr lang="en-US" dirty="0"/>
        </a:p>
      </dgm:t>
    </dgm:pt>
    <dgm:pt modelId="{649BE36B-41C8-4718-8E85-5C44966675B9}" type="parTrans" cxnId="{F2149BC0-8498-49CA-BEE9-4329CCF222D5}">
      <dgm:prSet/>
      <dgm:spPr/>
      <dgm:t>
        <a:bodyPr/>
        <a:lstStyle/>
        <a:p>
          <a:endParaRPr lang="en-US"/>
        </a:p>
      </dgm:t>
    </dgm:pt>
    <dgm:pt modelId="{12801346-5BB2-4A2B-AE14-1292DF68E162}" type="sibTrans" cxnId="{F2149BC0-8498-49CA-BEE9-4329CCF222D5}">
      <dgm:prSet/>
      <dgm:spPr/>
      <dgm:t>
        <a:bodyPr/>
        <a:lstStyle/>
        <a:p>
          <a:endParaRPr lang="en-US"/>
        </a:p>
      </dgm:t>
    </dgm:pt>
    <dgm:pt modelId="{18FD67AF-1365-4FA0-B0FB-C7A6B57EB21A}">
      <dgm:prSet/>
      <dgm:spPr/>
      <dgm:t>
        <a:bodyPr/>
        <a:lstStyle/>
        <a:p>
          <a:r>
            <a:rPr lang="en-US" dirty="0"/>
            <a:t>Manage </a:t>
          </a:r>
          <a:r>
            <a:rPr lang="en-US" dirty="0" smtClean="0"/>
            <a:t>Statistics</a:t>
          </a:r>
          <a:endParaRPr lang="en-US" dirty="0"/>
        </a:p>
      </dgm:t>
    </dgm:pt>
    <dgm:pt modelId="{931120C3-2E02-4E14-8595-C22662C8EA99}" type="parTrans" cxnId="{831AD5DD-C03E-4BFF-B2E9-0B1FF318B709}">
      <dgm:prSet/>
      <dgm:spPr/>
      <dgm:t>
        <a:bodyPr/>
        <a:lstStyle/>
        <a:p>
          <a:endParaRPr lang="fr-FR"/>
        </a:p>
      </dgm:t>
    </dgm:pt>
    <dgm:pt modelId="{067D482D-474A-4CBC-B1FD-AEC3FDC8A09E}" type="sibTrans" cxnId="{831AD5DD-C03E-4BFF-B2E9-0B1FF318B709}">
      <dgm:prSet/>
      <dgm:spPr/>
      <dgm:t>
        <a:bodyPr/>
        <a:lstStyle/>
        <a:p>
          <a:endParaRPr lang="fr-FR"/>
        </a:p>
      </dgm:t>
    </dgm:pt>
    <dgm:pt modelId="{1BC589CB-9031-435A-BB36-338C3830399A}">
      <dgm:prSet/>
      <dgm:spPr/>
      <dgm:t>
        <a:bodyPr/>
        <a:lstStyle/>
        <a:p>
          <a:r>
            <a:rPr lang="en-US" dirty="0"/>
            <a:t>Manage </a:t>
          </a:r>
          <a:r>
            <a:rPr lang="en-US" dirty="0" smtClean="0"/>
            <a:t> Accounting Transactions</a:t>
          </a:r>
          <a:endParaRPr lang="en-US" dirty="0"/>
        </a:p>
      </dgm:t>
    </dgm:pt>
    <dgm:pt modelId="{73CB9290-3FD5-4B60-9C31-00B1E52E7193}" type="parTrans" cxnId="{97481EF7-F4D4-47F2-A759-0C9FB4131497}">
      <dgm:prSet/>
      <dgm:spPr/>
      <dgm:t>
        <a:bodyPr/>
        <a:lstStyle/>
        <a:p>
          <a:endParaRPr lang="fr-FR"/>
        </a:p>
      </dgm:t>
    </dgm:pt>
    <dgm:pt modelId="{78D5235D-8EF2-4468-9B67-E63FACE2330E}" type="sibTrans" cxnId="{97481EF7-F4D4-47F2-A759-0C9FB4131497}">
      <dgm:prSet/>
      <dgm:spPr/>
      <dgm:t>
        <a:bodyPr/>
        <a:lstStyle/>
        <a:p>
          <a:endParaRPr lang="fr-FR"/>
        </a:p>
      </dgm:t>
    </dgm:pt>
    <dgm:pt modelId="{7DD27538-0850-4D3D-B5F3-28B79FD3C20A}">
      <dgm:prSet/>
      <dgm:spPr/>
      <dgm:t>
        <a:bodyPr/>
        <a:lstStyle/>
        <a:p>
          <a:r>
            <a:rPr lang="en-US" dirty="0"/>
            <a:t>Manage Employees</a:t>
          </a:r>
        </a:p>
      </dgm:t>
    </dgm:pt>
    <dgm:pt modelId="{6C973754-C476-464C-9ED9-153F9A498305}" type="sibTrans" cxnId="{6822A2AD-0B89-44CF-8104-B5E111E7517D}">
      <dgm:prSet/>
      <dgm:spPr/>
      <dgm:t>
        <a:bodyPr/>
        <a:lstStyle/>
        <a:p>
          <a:endParaRPr lang="fr-FR"/>
        </a:p>
      </dgm:t>
    </dgm:pt>
    <dgm:pt modelId="{08AAC59B-9131-48C3-9AB1-5E3A239C8815}" type="parTrans" cxnId="{6822A2AD-0B89-44CF-8104-B5E111E7517D}">
      <dgm:prSet/>
      <dgm:spPr/>
      <dgm:t>
        <a:bodyPr/>
        <a:lstStyle/>
        <a:p>
          <a:endParaRPr lang="fr-FR"/>
        </a:p>
      </dgm:t>
    </dgm:pt>
    <dgm:pt modelId="{08C422FF-8C9F-4D77-8460-7D5EC6AC2B49}">
      <dgm:prSet/>
      <dgm:spPr/>
      <dgm:t>
        <a:bodyPr/>
        <a:lstStyle/>
        <a:p>
          <a:r>
            <a:rPr lang="en-US" dirty="0"/>
            <a:t>Modify </a:t>
          </a:r>
          <a:r>
            <a:rPr lang="en-US" dirty="0" smtClean="0"/>
            <a:t>Prescription</a:t>
          </a:r>
          <a:endParaRPr lang="en-US" dirty="0"/>
        </a:p>
      </dgm:t>
    </dgm:pt>
    <dgm:pt modelId="{FA6D69BB-9509-4418-8654-D62DE742DD1E}" type="parTrans" cxnId="{A091D437-7F0F-462F-BF21-6878C4A36872}">
      <dgm:prSet/>
      <dgm:spPr/>
      <dgm:t>
        <a:bodyPr/>
        <a:lstStyle/>
        <a:p>
          <a:endParaRPr lang="fr-FR"/>
        </a:p>
      </dgm:t>
    </dgm:pt>
    <dgm:pt modelId="{A6F5BDA8-097B-4F61-91A5-A049C0CA371A}" type="sibTrans" cxnId="{A091D437-7F0F-462F-BF21-6878C4A36872}">
      <dgm:prSet/>
      <dgm:spPr/>
      <dgm:t>
        <a:bodyPr/>
        <a:lstStyle/>
        <a:p>
          <a:endParaRPr lang="fr-FR"/>
        </a:p>
      </dgm:t>
    </dgm:pt>
    <dgm:pt modelId="{EBB0A82A-8489-4E21-9FD7-C3F50B9CDECA}">
      <dgm:prSet/>
      <dgm:spPr/>
      <dgm:t>
        <a:bodyPr/>
        <a:lstStyle/>
        <a:p>
          <a:r>
            <a:rPr lang="en-US" dirty="0"/>
            <a:t>Delete </a:t>
          </a:r>
          <a:r>
            <a:rPr lang="en-US" dirty="0" smtClean="0"/>
            <a:t>Prescription</a:t>
          </a:r>
          <a:endParaRPr lang="en-US" dirty="0"/>
        </a:p>
      </dgm:t>
    </dgm:pt>
    <dgm:pt modelId="{53108682-776A-4710-B483-1B2B025D35DB}" type="parTrans" cxnId="{DD384979-9D95-4B52-A3EF-3862A184668A}">
      <dgm:prSet/>
      <dgm:spPr/>
      <dgm:t>
        <a:bodyPr/>
        <a:lstStyle/>
        <a:p>
          <a:endParaRPr lang="fr-FR"/>
        </a:p>
      </dgm:t>
    </dgm:pt>
    <dgm:pt modelId="{1F224120-505E-48B7-AEB1-D175E304F9F6}" type="sibTrans" cxnId="{DD384979-9D95-4B52-A3EF-3862A184668A}">
      <dgm:prSet/>
      <dgm:spPr/>
      <dgm:t>
        <a:bodyPr/>
        <a:lstStyle/>
        <a:p>
          <a:endParaRPr lang="fr-FR"/>
        </a:p>
      </dgm:t>
    </dgm:pt>
    <dgm:pt modelId="{862BA049-2781-4FEE-B524-E361F45DDC7C}">
      <dgm:prSet/>
      <dgm:spPr/>
      <dgm:t>
        <a:bodyPr/>
        <a:lstStyle/>
        <a:p>
          <a:r>
            <a:rPr lang="en-US" dirty="0"/>
            <a:t>Search </a:t>
          </a:r>
          <a:r>
            <a:rPr lang="en-US" dirty="0" smtClean="0"/>
            <a:t>Prescription</a:t>
          </a:r>
          <a:endParaRPr lang="en-US" dirty="0"/>
        </a:p>
      </dgm:t>
    </dgm:pt>
    <dgm:pt modelId="{68A36C59-7D03-429D-BE4E-042B7219BD2B}" type="parTrans" cxnId="{3BDFD6A4-91C1-45E8-9006-FB564A586DC6}">
      <dgm:prSet/>
      <dgm:spPr/>
      <dgm:t>
        <a:bodyPr/>
        <a:lstStyle/>
        <a:p>
          <a:endParaRPr lang="fr-FR"/>
        </a:p>
      </dgm:t>
    </dgm:pt>
    <dgm:pt modelId="{5654CB0B-6705-4F22-9A35-080F1A75DDF1}" type="sibTrans" cxnId="{3BDFD6A4-91C1-45E8-9006-FB564A586DC6}">
      <dgm:prSet/>
      <dgm:spPr/>
      <dgm:t>
        <a:bodyPr/>
        <a:lstStyle/>
        <a:p>
          <a:endParaRPr lang="fr-FR"/>
        </a:p>
      </dgm:t>
    </dgm:pt>
    <dgm:pt modelId="{3ADFCEE3-3FC4-4EDC-B2D3-57365568CD00}">
      <dgm:prSet/>
      <dgm:spPr/>
      <dgm:t>
        <a:bodyPr/>
        <a:lstStyle/>
        <a:p>
          <a:r>
            <a:rPr lang="en-US" dirty="0" smtClean="0"/>
            <a:t>View Statistics</a:t>
          </a:r>
          <a:endParaRPr lang="en-US" dirty="0"/>
        </a:p>
      </dgm:t>
    </dgm:pt>
    <dgm:pt modelId="{2FDB59B8-0AE8-44E9-9968-F9099030C82C}" type="parTrans" cxnId="{AF67C4D1-CD7F-4C41-B318-BA32125D1E61}">
      <dgm:prSet/>
      <dgm:spPr/>
      <dgm:t>
        <a:bodyPr/>
        <a:lstStyle/>
        <a:p>
          <a:endParaRPr lang="fr-FR"/>
        </a:p>
      </dgm:t>
    </dgm:pt>
    <dgm:pt modelId="{E19055EA-FF12-4B91-B927-C5CF998386E3}" type="sibTrans" cxnId="{AF67C4D1-CD7F-4C41-B318-BA32125D1E61}">
      <dgm:prSet/>
      <dgm:spPr/>
      <dgm:t>
        <a:bodyPr/>
        <a:lstStyle/>
        <a:p>
          <a:endParaRPr lang="fr-FR"/>
        </a:p>
      </dgm:t>
    </dgm:pt>
    <dgm:pt modelId="{8F6F248C-DA4A-4BC0-BD9E-F60D7543DEED}">
      <dgm:prSet/>
      <dgm:spPr/>
      <dgm:t>
        <a:bodyPr/>
        <a:lstStyle/>
        <a:p>
          <a:r>
            <a:rPr lang="en-US" dirty="0"/>
            <a:t>Modify </a:t>
          </a:r>
          <a:r>
            <a:rPr lang="en-US" dirty="0" smtClean="0"/>
            <a:t>Statistics</a:t>
          </a:r>
          <a:endParaRPr lang="en-US" dirty="0"/>
        </a:p>
      </dgm:t>
    </dgm:pt>
    <dgm:pt modelId="{EEB803FB-092A-4A78-8DEC-AE43B4621193}" type="parTrans" cxnId="{BA1DD17F-DC5D-48AC-99AA-473857C9618B}">
      <dgm:prSet/>
      <dgm:spPr/>
      <dgm:t>
        <a:bodyPr/>
        <a:lstStyle/>
        <a:p>
          <a:endParaRPr lang="fr-FR"/>
        </a:p>
      </dgm:t>
    </dgm:pt>
    <dgm:pt modelId="{39EF5661-DB27-49F0-843C-F57A6603DA13}" type="sibTrans" cxnId="{BA1DD17F-DC5D-48AC-99AA-473857C9618B}">
      <dgm:prSet/>
      <dgm:spPr/>
      <dgm:t>
        <a:bodyPr/>
        <a:lstStyle/>
        <a:p>
          <a:endParaRPr lang="fr-FR"/>
        </a:p>
      </dgm:t>
    </dgm:pt>
    <dgm:pt modelId="{4BC7EAD5-81FC-4A29-B4BC-8271BC93CEBF}">
      <dgm:prSet/>
      <dgm:spPr/>
      <dgm:t>
        <a:bodyPr/>
        <a:lstStyle/>
        <a:p>
          <a:r>
            <a:rPr lang="en-US" dirty="0" smtClean="0"/>
            <a:t>Update Statistics</a:t>
          </a:r>
          <a:endParaRPr lang="en-US" dirty="0"/>
        </a:p>
      </dgm:t>
    </dgm:pt>
    <dgm:pt modelId="{4C1BFD9C-AE40-4D46-BC22-99AB98E74491}" type="parTrans" cxnId="{F8D8F66D-0D29-4843-823D-71D95831450C}">
      <dgm:prSet/>
      <dgm:spPr/>
      <dgm:t>
        <a:bodyPr/>
        <a:lstStyle/>
        <a:p>
          <a:endParaRPr lang="fr-FR"/>
        </a:p>
      </dgm:t>
    </dgm:pt>
    <dgm:pt modelId="{72C64D53-A075-4E8C-A23F-3F6A45B53F6C}" type="sibTrans" cxnId="{F8D8F66D-0D29-4843-823D-71D95831450C}">
      <dgm:prSet/>
      <dgm:spPr/>
      <dgm:t>
        <a:bodyPr/>
        <a:lstStyle/>
        <a:p>
          <a:endParaRPr lang="fr-FR"/>
        </a:p>
      </dgm:t>
    </dgm:pt>
    <dgm:pt modelId="{5E635878-2D0F-43A2-BF60-E16E0EC7D1E3}">
      <dgm:prSet/>
      <dgm:spPr/>
      <dgm:t>
        <a:bodyPr/>
        <a:lstStyle/>
        <a:p>
          <a:r>
            <a:rPr lang="en-US" dirty="0"/>
            <a:t>Add an expense</a:t>
          </a:r>
        </a:p>
      </dgm:t>
    </dgm:pt>
    <dgm:pt modelId="{F77C2464-9969-48E7-97D7-86E5D9BAAEA5}" type="parTrans" cxnId="{48D527D2-030A-4634-8824-3D318B9B17B2}">
      <dgm:prSet/>
      <dgm:spPr/>
      <dgm:t>
        <a:bodyPr/>
        <a:lstStyle/>
        <a:p>
          <a:endParaRPr lang="fr-FR"/>
        </a:p>
      </dgm:t>
    </dgm:pt>
    <dgm:pt modelId="{475EE8F4-422C-4682-9DC9-609C6FEA9B6B}" type="sibTrans" cxnId="{48D527D2-030A-4634-8824-3D318B9B17B2}">
      <dgm:prSet/>
      <dgm:spPr/>
      <dgm:t>
        <a:bodyPr/>
        <a:lstStyle/>
        <a:p>
          <a:endParaRPr lang="fr-FR"/>
        </a:p>
      </dgm:t>
    </dgm:pt>
    <dgm:pt modelId="{5B4655B9-92E9-4080-A959-8B36010D1408}">
      <dgm:prSet/>
      <dgm:spPr/>
      <dgm:t>
        <a:bodyPr/>
        <a:lstStyle/>
        <a:p>
          <a:r>
            <a:rPr lang="en-US" dirty="0"/>
            <a:t>Modify an expense</a:t>
          </a:r>
        </a:p>
      </dgm:t>
    </dgm:pt>
    <dgm:pt modelId="{86A63147-9E6D-49DE-8B0E-05549509A08D}" type="parTrans" cxnId="{BA286AE0-8040-4123-9994-30CE2101E37D}">
      <dgm:prSet/>
      <dgm:spPr/>
      <dgm:t>
        <a:bodyPr/>
        <a:lstStyle/>
        <a:p>
          <a:endParaRPr lang="fr-FR"/>
        </a:p>
      </dgm:t>
    </dgm:pt>
    <dgm:pt modelId="{5BD16F7B-A97A-483B-83A7-103AF3CB239D}" type="sibTrans" cxnId="{BA286AE0-8040-4123-9994-30CE2101E37D}">
      <dgm:prSet/>
      <dgm:spPr/>
      <dgm:t>
        <a:bodyPr/>
        <a:lstStyle/>
        <a:p>
          <a:endParaRPr lang="fr-FR"/>
        </a:p>
      </dgm:t>
    </dgm:pt>
    <dgm:pt modelId="{5911B4FE-BB6C-4895-B0E7-FC0CE5210CF9}">
      <dgm:prSet/>
      <dgm:spPr/>
      <dgm:t>
        <a:bodyPr/>
        <a:lstStyle/>
        <a:p>
          <a:r>
            <a:rPr lang="en-US" dirty="0"/>
            <a:t>Delete an expense</a:t>
          </a:r>
        </a:p>
      </dgm:t>
    </dgm:pt>
    <dgm:pt modelId="{09629A30-B745-4FAE-AE0F-6BDC37013138}" type="parTrans" cxnId="{C28CFAE8-CD27-4639-88C1-1337A74FEEA0}">
      <dgm:prSet/>
      <dgm:spPr/>
      <dgm:t>
        <a:bodyPr/>
        <a:lstStyle/>
        <a:p>
          <a:endParaRPr lang="fr-FR"/>
        </a:p>
      </dgm:t>
    </dgm:pt>
    <dgm:pt modelId="{17751F43-C00A-401D-94C1-EDE9FB643B0E}" type="sibTrans" cxnId="{C28CFAE8-CD27-4639-88C1-1337A74FEEA0}">
      <dgm:prSet/>
      <dgm:spPr/>
      <dgm:t>
        <a:bodyPr/>
        <a:lstStyle/>
        <a:p>
          <a:endParaRPr lang="fr-FR"/>
        </a:p>
      </dgm:t>
    </dgm:pt>
    <dgm:pt modelId="{FC27E1B3-B06C-4AED-AC0A-5BDA1C8DC0B7}">
      <dgm:prSet/>
      <dgm:spPr/>
      <dgm:t>
        <a:bodyPr/>
        <a:lstStyle/>
        <a:p>
          <a:r>
            <a:rPr lang="en-US" dirty="0"/>
            <a:t>View expenses</a:t>
          </a:r>
        </a:p>
      </dgm:t>
    </dgm:pt>
    <dgm:pt modelId="{89261DC6-67AC-40CD-ABF0-696B0A900DE9}" type="parTrans" cxnId="{3A72F63B-35B5-4B46-BAD8-2365156C1C9C}">
      <dgm:prSet/>
      <dgm:spPr/>
      <dgm:t>
        <a:bodyPr/>
        <a:lstStyle/>
        <a:p>
          <a:endParaRPr lang="fr-FR"/>
        </a:p>
      </dgm:t>
    </dgm:pt>
    <dgm:pt modelId="{8FE1E9D3-F542-4AC1-9924-FA1CD300CADD}" type="sibTrans" cxnId="{3A72F63B-35B5-4B46-BAD8-2365156C1C9C}">
      <dgm:prSet/>
      <dgm:spPr/>
      <dgm:t>
        <a:bodyPr/>
        <a:lstStyle/>
        <a:p>
          <a:endParaRPr lang="fr-FR"/>
        </a:p>
      </dgm:t>
    </dgm:pt>
    <dgm:pt modelId="{2C1BEA0E-9F7A-4212-AF9B-258685143220}">
      <dgm:prSet/>
      <dgm:spPr/>
      <dgm:t>
        <a:bodyPr/>
        <a:lstStyle/>
        <a:p>
          <a:r>
            <a:rPr lang="en-US" dirty="0" smtClean="0"/>
            <a:t>Manage Appointments</a:t>
          </a:r>
          <a:endParaRPr lang="en-US" dirty="0"/>
        </a:p>
      </dgm:t>
    </dgm:pt>
    <dgm:pt modelId="{EB9871C3-8341-4066-B564-939A5D94AE27}" type="parTrans" cxnId="{6A99B201-0CCB-4010-9233-B22E9EB16EA2}">
      <dgm:prSet/>
      <dgm:spPr/>
      <dgm:t>
        <a:bodyPr/>
        <a:lstStyle/>
        <a:p>
          <a:endParaRPr lang="fr-FR"/>
        </a:p>
      </dgm:t>
    </dgm:pt>
    <dgm:pt modelId="{31190217-D765-4212-B42F-F208A23DA6E5}" type="sibTrans" cxnId="{6A99B201-0CCB-4010-9233-B22E9EB16EA2}">
      <dgm:prSet/>
      <dgm:spPr/>
      <dgm:t>
        <a:bodyPr/>
        <a:lstStyle/>
        <a:p>
          <a:endParaRPr lang="fr-FR"/>
        </a:p>
      </dgm:t>
    </dgm:pt>
    <dgm:pt modelId="{5E84F316-119A-44E8-B5BC-3C6AC13B38B2}">
      <dgm:prSet/>
      <dgm:spPr/>
      <dgm:t>
        <a:bodyPr/>
        <a:lstStyle/>
        <a:p>
          <a:r>
            <a:rPr lang="en-US" dirty="0" smtClean="0"/>
            <a:t>Add Appointment </a:t>
          </a:r>
          <a:endParaRPr lang="en-US" dirty="0"/>
        </a:p>
      </dgm:t>
    </dgm:pt>
    <dgm:pt modelId="{F5BE75DC-2391-49F3-87D0-B9244331F4F5}" type="parTrans" cxnId="{6E95C2A9-C9CD-4F99-A86E-C25122ABA447}">
      <dgm:prSet/>
      <dgm:spPr/>
      <dgm:t>
        <a:bodyPr/>
        <a:lstStyle/>
        <a:p>
          <a:endParaRPr lang="fr-FR"/>
        </a:p>
      </dgm:t>
    </dgm:pt>
    <dgm:pt modelId="{779402F4-872A-477D-9BCD-EFD56FFB4ECB}" type="sibTrans" cxnId="{6E95C2A9-C9CD-4F99-A86E-C25122ABA447}">
      <dgm:prSet/>
      <dgm:spPr/>
      <dgm:t>
        <a:bodyPr/>
        <a:lstStyle/>
        <a:p>
          <a:endParaRPr lang="fr-FR"/>
        </a:p>
      </dgm:t>
    </dgm:pt>
    <dgm:pt modelId="{F13707A1-0595-4C6E-B1EF-788549332F89}">
      <dgm:prSet/>
      <dgm:spPr/>
      <dgm:t>
        <a:bodyPr/>
        <a:lstStyle/>
        <a:p>
          <a:r>
            <a:rPr lang="en-US" dirty="0" smtClean="0"/>
            <a:t>Modify Appointment</a:t>
          </a:r>
          <a:endParaRPr lang="en-US" dirty="0"/>
        </a:p>
      </dgm:t>
    </dgm:pt>
    <dgm:pt modelId="{1E38A14B-8D50-4914-8E23-76BE4F4DFC53}" type="parTrans" cxnId="{8933890A-7F1E-4C3D-B7FE-86B4834AD678}">
      <dgm:prSet/>
      <dgm:spPr/>
      <dgm:t>
        <a:bodyPr/>
        <a:lstStyle/>
        <a:p>
          <a:endParaRPr lang="fr-FR"/>
        </a:p>
      </dgm:t>
    </dgm:pt>
    <dgm:pt modelId="{24D71226-059F-41E1-8676-678453565AAA}" type="sibTrans" cxnId="{8933890A-7F1E-4C3D-B7FE-86B4834AD678}">
      <dgm:prSet/>
      <dgm:spPr/>
      <dgm:t>
        <a:bodyPr/>
        <a:lstStyle/>
        <a:p>
          <a:endParaRPr lang="fr-FR"/>
        </a:p>
      </dgm:t>
    </dgm:pt>
    <dgm:pt modelId="{65311165-9E54-41BF-8B6D-49E42EF7229B}">
      <dgm:prSet/>
      <dgm:spPr/>
      <dgm:t>
        <a:bodyPr/>
        <a:lstStyle/>
        <a:p>
          <a:r>
            <a:rPr lang="en-US" dirty="0" smtClean="0"/>
            <a:t>Delete Appointment </a:t>
          </a:r>
          <a:endParaRPr lang="en-US" dirty="0"/>
        </a:p>
      </dgm:t>
    </dgm:pt>
    <dgm:pt modelId="{1E2C845A-5D6B-4F9A-AE68-80ADF32CA6C4}" type="parTrans" cxnId="{38DDFEC1-087C-479E-B32C-B3716BAFC7BA}">
      <dgm:prSet/>
      <dgm:spPr/>
      <dgm:t>
        <a:bodyPr/>
        <a:lstStyle/>
        <a:p>
          <a:endParaRPr lang="fr-FR"/>
        </a:p>
      </dgm:t>
    </dgm:pt>
    <dgm:pt modelId="{8134861A-796C-44E9-94A7-1A19B13C67A2}" type="sibTrans" cxnId="{38DDFEC1-087C-479E-B32C-B3716BAFC7BA}">
      <dgm:prSet/>
      <dgm:spPr/>
      <dgm:t>
        <a:bodyPr/>
        <a:lstStyle/>
        <a:p>
          <a:endParaRPr lang="fr-FR"/>
        </a:p>
      </dgm:t>
    </dgm:pt>
    <dgm:pt modelId="{FF6C94D2-7103-40B8-B761-915F653A43DA}">
      <dgm:prSet/>
      <dgm:spPr/>
      <dgm:t>
        <a:bodyPr/>
        <a:lstStyle/>
        <a:p>
          <a:r>
            <a:rPr lang="en-US" dirty="0" smtClean="0"/>
            <a:t>Search Appointment </a:t>
          </a:r>
          <a:endParaRPr lang="en-US" dirty="0"/>
        </a:p>
      </dgm:t>
    </dgm:pt>
    <dgm:pt modelId="{8265C9E7-3C97-4198-B088-F90B31702504}" type="parTrans" cxnId="{4451F700-FFAE-49DE-8839-0DD84D3266D3}">
      <dgm:prSet/>
      <dgm:spPr/>
      <dgm:t>
        <a:bodyPr/>
        <a:lstStyle/>
        <a:p>
          <a:endParaRPr lang="fr-FR"/>
        </a:p>
      </dgm:t>
    </dgm:pt>
    <dgm:pt modelId="{0CCA8705-DCE9-4580-89BB-5FEEF43BE435}" type="sibTrans" cxnId="{4451F700-FFAE-49DE-8839-0DD84D3266D3}">
      <dgm:prSet/>
      <dgm:spPr/>
      <dgm:t>
        <a:bodyPr/>
        <a:lstStyle/>
        <a:p>
          <a:endParaRPr lang="fr-FR"/>
        </a:p>
      </dgm:t>
    </dgm:pt>
    <dgm:pt modelId="{CA6A5245-7479-4767-AB35-03965CCA846C}">
      <dgm:prSet/>
      <dgm:spPr/>
      <dgm:t>
        <a:bodyPr/>
        <a:lstStyle/>
        <a:p>
          <a:r>
            <a:rPr lang="en-US" dirty="0" smtClean="0"/>
            <a:t>Sort</a:t>
          </a:r>
        </a:p>
      </dgm:t>
    </dgm:pt>
    <dgm:pt modelId="{2DF021DD-9860-4BEA-9E2F-E9239E04297D}" type="parTrans" cxnId="{52ECC860-5BCC-4DD9-BB6F-60B35D897DAF}">
      <dgm:prSet/>
      <dgm:spPr/>
      <dgm:t>
        <a:bodyPr/>
        <a:lstStyle/>
        <a:p>
          <a:endParaRPr lang="fr-FR"/>
        </a:p>
      </dgm:t>
    </dgm:pt>
    <dgm:pt modelId="{3E848716-6510-48D7-BF57-2D82B95F833E}" type="sibTrans" cxnId="{52ECC860-5BCC-4DD9-BB6F-60B35D897DAF}">
      <dgm:prSet/>
      <dgm:spPr/>
      <dgm:t>
        <a:bodyPr/>
        <a:lstStyle/>
        <a:p>
          <a:endParaRPr lang="fr-FR"/>
        </a:p>
      </dgm:t>
    </dgm:pt>
    <dgm:pt modelId="{2667736C-7E66-40C5-B1CE-4CC8F1E1A48E}">
      <dgm:prSet/>
      <dgm:spPr/>
      <dgm:t>
        <a:bodyPr/>
        <a:lstStyle/>
        <a:p>
          <a:r>
            <a:rPr lang="en-US" dirty="0"/>
            <a:t>View</a:t>
          </a:r>
        </a:p>
      </dgm:t>
    </dgm:pt>
    <dgm:pt modelId="{6B962080-FED5-4AF2-A9BE-53660A63D5AC}" type="parTrans" cxnId="{B5A92FD1-F74B-42CF-98AC-A71A3B74CB4F}">
      <dgm:prSet/>
      <dgm:spPr/>
      <dgm:t>
        <a:bodyPr/>
        <a:lstStyle/>
        <a:p>
          <a:endParaRPr lang="fr-FR"/>
        </a:p>
      </dgm:t>
    </dgm:pt>
    <dgm:pt modelId="{74C5E4C7-A544-4F73-B84A-3157A4AED8D0}" type="sibTrans" cxnId="{B5A92FD1-F74B-42CF-98AC-A71A3B74CB4F}">
      <dgm:prSet/>
      <dgm:spPr/>
      <dgm:t>
        <a:bodyPr/>
        <a:lstStyle/>
        <a:p>
          <a:endParaRPr lang="fr-FR"/>
        </a:p>
      </dgm:t>
    </dgm:pt>
    <dgm:pt modelId="{A6E9DE07-47F0-4581-AF00-C15E5809B3D9}">
      <dgm:prSet/>
      <dgm:spPr/>
      <dgm:t>
        <a:bodyPr/>
        <a:lstStyle/>
        <a:p>
          <a:r>
            <a:rPr lang="en-US" dirty="0" smtClean="0"/>
            <a:t>Search Statistics</a:t>
          </a:r>
        </a:p>
      </dgm:t>
    </dgm:pt>
    <dgm:pt modelId="{1C966DDF-0A3B-48F9-9179-9D3A8E94ACD6}" type="parTrans" cxnId="{CBC39FD9-F833-40EE-A408-FFEC3558905C}">
      <dgm:prSet/>
      <dgm:spPr/>
      <dgm:t>
        <a:bodyPr/>
        <a:lstStyle/>
        <a:p>
          <a:endParaRPr lang="fr-FR"/>
        </a:p>
      </dgm:t>
    </dgm:pt>
    <dgm:pt modelId="{360D4ACA-EF89-4454-89F5-8AD9ACBD017E}" type="sibTrans" cxnId="{CBC39FD9-F833-40EE-A408-FFEC3558905C}">
      <dgm:prSet/>
      <dgm:spPr/>
      <dgm:t>
        <a:bodyPr/>
        <a:lstStyle/>
        <a:p>
          <a:endParaRPr lang="fr-FR"/>
        </a:p>
      </dgm:t>
    </dgm:pt>
    <dgm:pt modelId="{9C22FA61-52A6-4710-9532-D97551146D23}">
      <dgm:prSet/>
      <dgm:spPr/>
      <dgm:t>
        <a:bodyPr/>
        <a:lstStyle/>
        <a:p>
          <a:r>
            <a:rPr lang="fr-FR" dirty="0" smtClean="0"/>
            <a:t>Sort Prescriptions</a:t>
          </a:r>
          <a:endParaRPr lang="fr-FR" dirty="0"/>
        </a:p>
      </dgm:t>
    </dgm:pt>
    <dgm:pt modelId="{A5800C68-50E8-45BA-AF60-2314BB69E470}" type="parTrans" cxnId="{628596B7-17D1-4357-BF23-6AC997C08E06}">
      <dgm:prSet/>
      <dgm:spPr/>
      <dgm:t>
        <a:bodyPr/>
        <a:lstStyle/>
        <a:p>
          <a:endParaRPr lang="fr-FR"/>
        </a:p>
      </dgm:t>
    </dgm:pt>
    <dgm:pt modelId="{A4FFC7DC-3E8B-4223-BA99-54AB82B9570D}" type="sibTrans" cxnId="{628596B7-17D1-4357-BF23-6AC997C08E06}">
      <dgm:prSet/>
      <dgm:spPr/>
      <dgm:t>
        <a:bodyPr/>
        <a:lstStyle/>
        <a:p>
          <a:endParaRPr lang="fr-FR"/>
        </a:p>
      </dgm:t>
    </dgm:pt>
    <dgm:pt modelId="{D2F0497D-7465-4946-B1F1-6E0127203326}">
      <dgm:prSet/>
      <dgm:spPr/>
      <dgm:t>
        <a:bodyPr/>
        <a:lstStyle/>
        <a:p>
          <a:r>
            <a:rPr lang="en-US" dirty="0" smtClean="0"/>
            <a:t>Add a revenue</a:t>
          </a:r>
          <a:endParaRPr lang="en-US" dirty="0"/>
        </a:p>
      </dgm:t>
    </dgm:pt>
    <dgm:pt modelId="{0F41FAF6-AE54-4205-AA98-0117095D8201}" type="parTrans" cxnId="{77EE7106-E3FD-4D3D-9368-CE9CB5350425}">
      <dgm:prSet/>
      <dgm:spPr/>
      <dgm:t>
        <a:bodyPr/>
        <a:lstStyle/>
        <a:p>
          <a:endParaRPr lang="fr-FR"/>
        </a:p>
      </dgm:t>
    </dgm:pt>
    <dgm:pt modelId="{DEC6F168-A340-4ABF-95D4-8D871D3D6BD0}" type="sibTrans" cxnId="{77EE7106-E3FD-4D3D-9368-CE9CB5350425}">
      <dgm:prSet/>
      <dgm:spPr/>
      <dgm:t>
        <a:bodyPr/>
        <a:lstStyle/>
        <a:p>
          <a:endParaRPr lang="fr-FR"/>
        </a:p>
      </dgm:t>
    </dgm:pt>
    <dgm:pt modelId="{3406C933-5ECB-4F79-8D09-A2A0CE34E376}">
      <dgm:prSet/>
      <dgm:spPr/>
      <dgm:t>
        <a:bodyPr/>
        <a:lstStyle/>
        <a:p>
          <a:r>
            <a:rPr lang="en-US" dirty="0" smtClean="0"/>
            <a:t>Modify a revenue</a:t>
          </a:r>
          <a:endParaRPr lang="en-US" dirty="0"/>
        </a:p>
      </dgm:t>
    </dgm:pt>
    <dgm:pt modelId="{C15A53EA-1C1D-413A-820E-E923BA066885}" type="parTrans" cxnId="{9E161B6A-B4CD-455F-BE6E-2D21DA7DB23A}">
      <dgm:prSet/>
      <dgm:spPr/>
      <dgm:t>
        <a:bodyPr/>
        <a:lstStyle/>
        <a:p>
          <a:endParaRPr lang="fr-FR"/>
        </a:p>
      </dgm:t>
    </dgm:pt>
    <dgm:pt modelId="{A3FEF7FC-7FAF-43F5-819C-216906A65CBE}" type="sibTrans" cxnId="{9E161B6A-B4CD-455F-BE6E-2D21DA7DB23A}">
      <dgm:prSet/>
      <dgm:spPr/>
      <dgm:t>
        <a:bodyPr/>
        <a:lstStyle/>
        <a:p>
          <a:endParaRPr lang="fr-FR"/>
        </a:p>
      </dgm:t>
    </dgm:pt>
    <dgm:pt modelId="{337C3FAE-9D42-4285-B10C-3345C79DAF75}">
      <dgm:prSet/>
      <dgm:spPr/>
      <dgm:t>
        <a:bodyPr/>
        <a:lstStyle/>
        <a:p>
          <a:r>
            <a:rPr lang="en-US" dirty="0"/>
            <a:t>View </a:t>
          </a:r>
          <a:r>
            <a:rPr lang="en-US" dirty="0" smtClean="0"/>
            <a:t>revenues</a:t>
          </a:r>
          <a:endParaRPr lang="en-US" dirty="0"/>
        </a:p>
      </dgm:t>
    </dgm:pt>
    <dgm:pt modelId="{9920A505-B89F-424E-9ACE-311F20C0732A}" type="parTrans" cxnId="{DF57C53A-A8C6-4A53-ABA5-967B05F834B2}">
      <dgm:prSet/>
      <dgm:spPr/>
      <dgm:t>
        <a:bodyPr/>
        <a:lstStyle/>
        <a:p>
          <a:endParaRPr lang="fr-FR"/>
        </a:p>
      </dgm:t>
    </dgm:pt>
    <dgm:pt modelId="{58D280CF-64E7-41B5-ACAF-E0D057A4CC92}" type="sibTrans" cxnId="{DF57C53A-A8C6-4A53-ABA5-967B05F834B2}">
      <dgm:prSet/>
      <dgm:spPr/>
      <dgm:t>
        <a:bodyPr/>
        <a:lstStyle/>
        <a:p>
          <a:endParaRPr lang="fr-FR"/>
        </a:p>
      </dgm:t>
    </dgm:pt>
    <dgm:pt modelId="{9FFC9859-D82E-4AA1-8E1C-421899F64AC1}" type="pres">
      <dgm:prSet presAssocID="{4CC937A9-7821-4CD1-AEC3-D29515E40FD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fr-FR"/>
        </a:p>
      </dgm:t>
    </dgm:pt>
    <dgm:pt modelId="{A82E207B-2FF1-47A0-B4AE-33642981AB8B}" type="pres">
      <dgm:prSet presAssocID="{2267334C-96B1-48CA-B472-9FCB765AA736}" presName="hierRoot1" presStyleCnt="0">
        <dgm:presLayoutVars>
          <dgm:hierBranch/>
        </dgm:presLayoutVars>
      </dgm:prSet>
      <dgm:spPr/>
      <dgm:t>
        <a:bodyPr/>
        <a:lstStyle/>
        <a:p>
          <a:endParaRPr lang="fr-FR"/>
        </a:p>
      </dgm:t>
    </dgm:pt>
    <dgm:pt modelId="{5C71F85E-D8CE-4FE0-911C-9BBCE4999D7A}" type="pres">
      <dgm:prSet presAssocID="{2267334C-96B1-48CA-B472-9FCB765AA736}" presName="rootComposite1" presStyleCnt="0"/>
      <dgm:spPr/>
      <dgm:t>
        <a:bodyPr/>
        <a:lstStyle/>
        <a:p>
          <a:endParaRPr lang="fr-FR"/>
        </a:p>
      </dgm:t>
    </dgm:pt>
    <dgm:pt modelId="{F4745D6F-3FE5-42C2-8C56-7F92C27B99F1}" type="pres">
      <dgm:prSet presAssocID="{2267334C-96B1-48CA-B472-9FCB765AA736}" presName="rootText1" presStyleLbl="node0" presStyleIdx="0" presStyleCnt="1" custScaleX="268643" custScaleY="75132" custLinFactNeighborX="15397" custLinFactNeighborY="-1340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99D20E3-215F-46DE-A8EE-41EA84150533}" type="pres">
      <dgm:prSet presAssocID="{2267334C-96B1-48CA-B472-9FCB765AA736}" presName="rootConnector1" presStyleLbl="node1" presStyleIdx="0" presStyleCnt="0"/>
      <dgm:spPr/>
      <dgm:t>
        <a:bodyPr/>
        <a:lstStyle/>
        <a:p>
          <a:endParaRPr lang="en-US"/>
        </a:p>
      </dgm:t>
    </dgm:pt>
    <dgm:pt modelId="{A673EEB3-15F0-48ED-A090-081800BC66A6}" type="pres">
      <dgm:prSet presAssocID="{2267334C-96B1-48CA-B472-9FCB765AA736}" presName="hierChild2" presStyleCnt="0"/>
      <dgm:spPr/>
      <dgm:t>
        <a:bodyPr/>
        <a:lstStyle/>
        <a:p>
          <a:endParaRPr lang="fr-FR"/>
        </a:p>
      </dgm:t>
    </dgm:pt>
    <dgm:pt modelId="{AE0635F9-97E4-4675-B5A0-F17AB7B65BB1}" type="pres">
      <dgm:prSet presAssocID="{86ED68E9-E8DC-487F-8721-223ABB153239}" presName="Name35" presStyleLbl="parChTrans1D2" presStyleIdx="0" presStyleCnt="6"/>
      <dgm:spPr/>
      <dgm:t>
        <a:bodyPr/>
        <a:lstStyle/>
        <a:p>
          <a:endParaRPr lang="en-US"/>
        </a:p>
      </dgm:t>
    </dgm:pt>
    <dgm:pt modelId="{D278FF28-7DE5-4781-9071-75864FF9409E}" type="pres">
      <dgm:prSet presAssocID="{C2D5506A-7FB7-44B3-92AA-BD7E61C65BA7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46739437-0473-44FC-9E00-DAB3729939D0}" type="pres">
      <dgm:prSet presAssocID="{C2D5506A-7FB7-44B3-92AA-BD7E61C65BA7}" presName="rootComposite" presStyleCnt="0"/>
      <dgm:spPr/>
      <dgm:t>
        <a:bodyPr/>
        <a:lstStyle/>
        <a:p>
          <a:endParaRPr lang="fr-FR"/>
        </a:p>
      </dgm:t>
    </dgm:pt>
    <dgm:pt modelId="{4971E7A0-4065-4005-8A48-85E762952B51}" type="pres">
      <dgm:prSet presAssocID="{C2D5506A-7FB7-44B3-92AA-BD7E61C65BA7}" presName="rootText" presStyleLbl="node2" presStyleIdx="0" presStyleCnt="6" custScaleX="206121" custLinFactNeighborX="-3517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E771C1B-C30E-4993-A96B-0CA704DACE5E}" type="pres">
      <dgm:prSet presAssocID="{C2D5506A-7FB7-44B3-92AA-BD7E61C65BA7}" presName="rootConnector" presStyleLbl="node2" presStyleIdx="0" presStyleCnt="6"/>
      <dgm:spPr/>
      <dgm:t>
        <a:bodyPr/>
        <a:lstStyle/>
        <a:p>
          <a:endParaRPr lang="en-US"/>
        </a:p>
      </dgm:t>
    </dgm:pt>
    <dgm:pt modelId="{62458A29-E397-4E62-9C2C-11E15A46FB0D}" type="pres">
      <dgm:prSet presAssocID="{C2D5506A-7FB7-44B3-92AA-BD7E61C65BA7}" presName="hierChild4" presStyleCnt="0"/>
      <dgm:spPr/>
      <dgm:t>
        <a:bodyPr/>
        <a:lstStyle/>
        <a:p>
          <a:endParaRPr lang="fr-FR"/>
        </a:p>
      </dgm:t>
    </dgm:pt>
    <dgm:pt modelId="{5FCDC863-1E56-4D43-95FF-C2FF63F4D748}" type="pres">
      <dgm:prSet presAssocID="{EB2F11DE-3887-4901-8B87-76FE9F946EB5}" presName="Name37" presStyleLbl="parChTrans1D3" presStyleIdx="0" presStyleCnt="37"/>
      <dgm:spPr/>
      <dgm:t>
        <a:bodyPr/>
        <a:lstStyle/>
        <a:p>
          <a:endParaRPr lang="en-US"/>
        </a:p>
      </dgm:t>
    </dgm:pt>
    <dgm:pt modelId="{39091176-E128-4DC9-8BBE-9CBE902ACB5E}" type="pres">
      <dgm:prSet presAssocID="{4974B34C-3786-422B-8DF8-C8090A7CB9A8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A06787EC-F32D-4044-BEF1-61AC87122ADD}" type="pres">
      <dgm:prSet presAssocID="{4974B34C-3786-422B-8DF8-C8090A7CB9A8}" presName="rootComposite" presStyleCnt="0"/>
      <dgm:spPr/>
      <dgm:t>
        <a:bodyPr/>
        <a:lstStyle/>
        <a:p>
          <a:endParaRPr lang="fr-FR"/>
        </a:p>
      </dgm:t>
    </dgm:pt>
    <dgm:pt modelId="{C3039185-4885-4346-9706-1010CF464D41}" type="pres">
      <dgm:prSet presAssocID="{4974B34C-3786-422B-8DF8-C8090A7CB9A8}" presName="rootText" presStyleLbl="node3" presStyleIdx="0" presStyleCnt="3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5727F9A-6D6E-4360-BE4C-25BF3D1AC36E}" type="pres">
      <dgm:prSet presAssocID="{4974B34C-3786-422B-8DF8-C8090A7CB9A8}" presName="rootConnector" presStyleLbl="node3" presStyleIdx="0" presStyleCnt="37"/>
      <dgm:spPr/>
      <dgm:t>
        <a:bodyPr/>
        <a:lstStyle/>
        <a:p>
          <a:endParaRPr lang="en-US"/>
        </a:p>
      </dgm:t>
    </dgm:pt>
    <dgm:pt modelId="{3D1A9212-43AD-43F1-B3E3-02A971758FFC}" type="pres">
      <dgm:prSet presAssocID="{4974B34C-3786-422B-8DF8-C8090A7CB9A8}" presName="hierChild4" presStyleCnt="0"/>
      <dgm:spPr/>
      <dgm:t>
        <a:bodyPr/>
        <a:lstStyle/>
        <a:p>
          <a:endParaRPr lang="fr-FR"/>
        </a:p>
      </dgm:t>
    </dgm:pt>
    <dgm:pt modelId="{317A7C4E-5377-446C-A076-702E32F2D5A8}" type="pres">
      <dgm:prSet presAssocID="{4974B34C-3786-422B-8DF8-C8090A7CB9A8}" presName="hierChild5" presStyleCnt="0"/>
      <dgm:spPr/>
      <dgm:t>
        <a:bodyPr/>
        <a:lstStyle/>
        <a:p>
          <a:endParaRPr lang="fr-FR"/>
        </a:p>
      </dgm:t>
    </dgm:pt>
    <dgm:pt modelId="{5EAAFBBE-3ECF-43C8-81D3-905B2B9DF28A}" type="pres">
      <dgm:prSet presAssocID="{4E9C282D-0D29-46D0-B63F-BC511E238709}" presName="Name37" presStyleLbl="parChTrans1D3" presStyleIdx="1" presStyleCnt="37"/>
      <dgm:spPr/>
      <dgm:t>
        <a:bodyPr/>
        <a:lstStyle/>
        <a:p>
          <a:endParaRPr lang="en-US"/>
        </a:p>
      </dgm:t>
    </dgm:pt>
    <dgm:pt modelId="{AD9132A3-3775-4F60-9A22-95A381EE10AD}" type="pres">
      <dgm:prSet presAssocID="{4813354B-774A-4735-B460-4A243AE6A652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798B66A7-9444-4490-BB37-61FAC233A007}" type="pres">
      <dgm:prSet presAssocID="{4813354B-774A-4735-B460-4A243AE6A652}" presName="rootComposite" presStyleCnt="0"/>
      <dgm:spPr/>
      <dgm:t>
        <a:bodyPr/>
        <a:lstStyle/>
        <a:p>
          <a:endParaRPr lang="fr-FR"/>
        </a:p>
      </dgm:t>
    </dgm:pt>
    <dgm:pt modelId="{9F56586E-2085-42AF-BCE0-D2C413206514}" type="pres">
      <dgm:prSet presAssocID="{4813354B-774A-4735-B460-4A243AE6A652}" presName="rootText" presStyleLbl="node3" presStyleIdx="1" presStyleCnt="3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D850630-D3FB-49F2-8225-A456DD5CD90D}" type="pres">
      <dgm:prSet presAssocID="{4813354B-774A-4735-B460-4A243AE6A652}" presName="rootConnector" presStyleLbl="node3" presStyleIdx="1" presStyleCnt="37"/>
      <dgm:spPr/>
      <dgm:t>
        <a:bodyPr/>
        <a:lstStyle/>
        <a:p>
          <a:endParaRPr lang="en-US"/>
        </a:p>
      </dgm:t>
    </dgm:pt>
    <dgm:pt modelId="{3634EF16-5E29-4C20-B95B-286038FAAA53}" type="pres">
      <dgm:prSet presAssocID="{4813354B-774A-4735-B460-4A243AE6A652}" presName="hierChild4" presStyleCnt="0"/>
      <dgm:spPr/>
      <dgm:t>
        <a:bodyPr/>
        <a:lstStyle/>
        <a:p>
          <a:endParaRPr lang="fr-FR"/>
        </a:p>
      </dgm:t>
    </dgm:pt>
    <dgm:pt modelId="{EC2A3C95-3741-4873-A099-730EAF072EE7}" type="pres">
      <dgm:prSet presAssocID="{4813354B-774A-4735-B460-4A243AE6A652}" presName="hierChild5" presStyleCnt="0"/>
      <dgm:spPr/>
      <dgm:t>
        <a:bodyPr/>
        <a:lstStyle/>
        <a:p>
          <a:endParaRPr lang="fr-FR"/>
        </a:p>
      </dgm:t>
    </dgm:pt>
    <dgm:pt modelId="{9B96BF37-B927-4A06-8E0F-FC8829ABF7D9}" type="pres">
      <dgm:prSet presAssocID="{A9F67CA1-5977-4F58-A267-D4AE641D585E}" presName="Name37" presStyleLbl="parChTrans1D3" presStyleIdx="2" presStyleCnt="37"/>
      <dgm:spPr/>
      <dgm:t>
        <a:bodyPr/>
        <a:lstStyle/>
        <a:p>
          <a:endParaRPr lang="en-US"/>
        </a:p>
      </dgm:t>
    </dgm:pt>
    <dgm:pt modelId="{3CA5AAD8-7338-4859-B9D2-61F04EB2B04C}" type="pres">
      <dgm:prSet presAssocID="{1E9682B3-A5B9-4D12-8DCA-7B9C0287D261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F9EB636B-6AA3-41D2-870D-B8B527937199}" type="pres">
      <dgm:prSet presAssocID="{1E9682B3-A5B9-4D12-8DCA-7B9C0287D261}" presName="rootComposite" presStyleCnt="0"/>
      <dgm:spPr/>
      <dgm:t>
        <a:bodyPr/>
        <a:lstStyle/>
        <a:p>
          <a:endParaRPr lang="fr-FR"/>
        </a:p>
      </dgm:t>
    </dgm:pt>
    <dgm:pt modelId="{8498CE60-4A31-45EB-B4BA-81ADE0E62F2A}" type="pres">
      <dgm:prSet presAssocID="{1E9682B3-A5B9-4D12-8DCA-7B9C0287D261}" presName="rootText" presStyleLbl="node3" presStyleIdx="2" presStyleCnt="3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0587ACE-1512-4E48-BFED-CDFDC424CF06}" type="pres">
      <dgm:prSet presAssocID="{1E9682B3-A5B9-4D12-8DCA-7B9C0287D261}" presName="rootConnector" presStyleLbl="node3" presStyleIdx="2" presStyleCnt="37"/>
      <dgm:spPr/>
      <dgm:t>
        <a:bodyPr/>
        <a:lstStyle/>
        <a:p>
          <a:endParaRPr lang="en-US"/>
        </a:p>
      </dgm:t>
    </dgm:pt>
    <dgm:pt modelId="{BBD8DCB1-0AF6-44B1-9369-52B06265CA23}" type="pres">
      <dgm:prSet presAssocID="{1E9682B3-A5B9-4D12-8DCA-7B9C0287D261}" presName="hierChild4" presStyleCnt="0"/>
      <dgm:spPr/>
      <dgm:t>
        <a:bodyPr/>
        <a:lstStyle/>
        <a:p>
          <a:endParaRPr lang="fr-FR"/>
        </a:p>
      </dgm:t>
    </dgm:pt>
    <dgm:pt modelId="{88BF0E9F-AAF9-4489-B79D-0BAB954A2214}" type="pres">
      <dgm:prSet presAssocID="{1E9682B3-A5B9-4D12-8DCA-7B9C0287D261}" presName="hierChild5" presStyleCnt="0"/>
      <dgm:spPr/>
      <dgm:t>
        <a:bodyPr/>
        <a:lstStyle/>
        <a:p>
          <a:endParaRPr lang="fr-FR"/>
        </a:p>
      </dgm:t>
    </dgm:pt>
    <dgm:pt modelId="{65E76B81-4FD7-43B1-8795-489347226751}" type="pres">
      <dgm:prSet presAssocID="{12FDBDAA-78C2-464D-BD09-E6350A40196B}" presName="Name37" presStyleLbl="parChTrans1D3" presStyleIdx="3" presStyleCnt="37"/>
      <dgm:spPr/>
      <dgm:t>
        <a:bodyPr/>
        <a:lstStyle/>
        <a:p>
          <a:endParaRPr lang="en-US"/>
        </a:p>
      </dgm:t>
    </dgm:pt>
    <dgm:pt modelId="{D20DEF4B-D785-4906-BC3A-2DFD9D898385}" type="pres">
      <dgm:prSet presAssocID="{BE553641-0827-41AC-9DC9-CB24CD5277E9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879587C2-45C1-44F3-A622-A6F93A71FF37}" type="pres">
      <dgm:prSet presAssocID="{BE553641-0827-41AC-9DC9-CB24CD5277E9}" presName="rootComposite" presStyleCnt="0"/>
      <dgm:spPr/>
      <dgm:t>
        <a:bodyPr/>
        <a:lstStyle/>
        <a:p>
          <a:endParaRPr lang="fr-FR"/>
        </a:p>
      </dgm:t>
    </dgm:pt>
    <dgm:pt modelId="{658E7AF2-2F66-4D09-91E3-232DDE8A6061}" type="pres">
      <dgm:prSet presAssocID="{BE553641-0827-41AC-9DC9-CB24CD5277E9}" presName="rootText" presStyleLbl="node3" presStyleIdx="3" presStyleCnt="3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173C6E0-7542-4AE3-B899-FD23165D3ACD}" type="pres">
      <dgm:prSet presAssocID="{BE553641-0827-41AC-9DC9-CB24CD5277E9}" presName="rootConnector" presStyleLbl="node3" presStyleIdx="3" presStyleCnt="37"/>
      <dgm:spPr/>
      <dgm:t>
        <a:bodyPr/>
        <a:lstStyle/>
        <a:p>
          <a:endParaRPr lang="en-US"/>
        </a:p>
      </dgm:t>
    </dgm:pt>
    <dgm:pt modelId="{84EFAABF-6FFB-46B3-B454-B95F03EFA9F8}" type="pres">
      <dgm:prSet presAssocID="{BE553641-0827-41AC-9DC9-CB24CD5277E9}" presName="hierChild4" presStyleCnt="0"/>
      <dgm:spPr/>
      <dgm:t>
        <a:bodyPr/>
        <a:lstStyle/>
        <a:p>
          <a:endParaRPr lang="fr-FR"/>
        </a:p>
      </dgm:t>
    </dgm:pt>
    <dgm:pt modelId="{158F86E5-CE03-4F83-A3C5-A370E720F806}" type="pres">
      <dgm:prSet presAssocID="{BE553641-0827-41AC-9DC9-CB24CD5277E9}" presName="hierChild5" presStyleCnt="0"/>
      <dgm:spPr/>
      <dgm:t>
        <a:bodyPr/>
        <a:lstStyle/>
        <a:p>
          <a:endParaRPr lang="fr-FR"/>
        </a:p>
      </dgm:t>
    </dgm:pt>
    <dgm:pt modelId="{706E5DAF-3CF8-4A31-BA95-1FE9F760330B}" type="pres">
      <dgm:prSet presAssocID="{1E6A59E0-EC9E-4FBB-9C86-A112CCD13249}" presName="Name37" presStyleLbl="parChTrans1D3" presStyleIdx="4" presStyleCnt="37"/>
      <dgm:spPr/>
      <dgm:t>
        <a:bodyPr/>
        <a:lstStyle/>
        <a:p>
          <a:endParaRPr lang="en-US"/>
        </a:p>
      </dgm:t>
    </dgm:pt>
    <dgm:pt modelId="{A6DA5418-FC97-4635-97C6-5C0489042920}" type="pres">
      <dgm:prSet presAssocID="{7A5D2621-03F8-4932-ADFD-7C9AE96E631D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A6BB9779-901E-417E-96BA-9F068DFA26F3}" type="pres">
      <dgm:prSet presAssocID="{7A5D2621-03F8-4932-ADFD-7C9AE96E631D}" presName="rootComposite" presStyleCnt="0"/>
      <dgm:spPr/>
      <dgm:t>
        <a:bodyPr/>
        <a:lstStyle/>
        <a:p>
          <a:endParaRPr lang="fr-FR"/>
        </a:p>
      </dgm:t>
    </dgm:pt>
    <dgm:pt modelId="{FCC4C211-DF71-42F3-9C37-CD452E04E8DE}" type="pres">
      <dgm:prSet presAssocID="{7A5D2621-03F8-4932-ADFD-7C9AE96E631D}" presName="rootText" presStyleLbl="node3" presStyleIdx="4" presStyleCnt="3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471E436-B06A-4CD5-985C-48EE9C46ECA8}" type="pres">
      <dgm:prSet presAssocID="{7A5D2621-03F8-4932-ADFD-7C9AE96E631D}" presName="rootConnector" presStyleLbl="node3" presStyleIdx="4" presStyleCnt="37"/>
      <dgm:spPr/>
      <dgm:t>
        <a:bodyPr/>
        <a:lstStyle/>
        <a:p>
          <a:endParaRPr lang="en-US"/>
        </a:p>
      </dgm:t>
    </dgm:pt>
    <dgm:pt modelId="{87A75DB1-B31A-4FB6-8F67-C17F84D66B9E}" type="pres">
      <dgm:prSet presAssocID="{7A5D2621-03F8-4932-ADFD-7C9AE96E631D}" presName="hierChild4" presStyleCnt="0"/>
      <dgm:spPr/>
      <dgm:t>
        <a:bodyPr/>
        <a:lstStyle/>
        <a:p>
          <a:endParaRPr lang="fr-FR"/>
        </a:p>
      </dgm:t>
    </dgm:pt>
    <dgm:pt modelId="{B679291E-7F73-411A-8892-06E0F1163D9F}" type="pres">
      <dgm:prSet presAssocID="{7A5D2621-03F8-4932-ADFD-7C9AE96E631D}" presName="hierChild5" presStyleCnt="0"/>
      <dgm:spPr/>
      <dgm:t>
        <a:bodyPr/>
        <a:lstStyle/>
        <a:p>
          <a:endParaRPr lang="fr-FR"/>
        </a:p>
      </dgm:t>
    </dgm:pt>
    <dgm:pt modelId="{6EFBE289-0B21-4BC9-B4D7-51484357178E}" type="pres">
      <dgm:prSet presAssocID="{F8B26139-928C-47A7-92F7-797D47885C5E}" presName="Name37" presStyleLbl="parChTrans1D3" presStyleIdx="5" presStyleCnt="37"/>
      <dgm:spPr/>
      <dgm:t>
        <a:bodyPr/>
        <a:lstStyle/>
        <a:p>
          <a:endParaRPr lang="en-US"/>
        </a:p>
      </dgm:t>
    </dgm:pt>
    <dgm:pt modelId="{856B3BE8-CC25-441E-86F5-E4038F55691A}" type="pres">
      <dgm:prSet presAssocID="{2C03ED82-7FF7-4149-97E4-EACA1E962D54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4973B80E-D79B-488F-A713-719061FE6157}" type="pres">
      <dgm:prSet presAssocID="{2C03ED82-7FF7-4149-97E4-EACA1E962D54}" presName="rootComposite" presStyleCnt="0"/>
      <dgm:spPr/>
      <dgm:t>
        <a:bodyPr/>
        <a:lstStyle/>
        <a:p>
          <a:endParaRPr lang="fr-FR"/>
        </a:p>
      </dgm:t>
    </dgm:pt>
    <dgm:pt modelId="{434E5EE0-7B64-4BC3-BB59-5852A55EC5BA}" type="pres">
      <dgm:prSet presAssocID="{2C03ED82-7FF7-4149-97E4-EACA1E962D54}" presName="rootText" presStyleLbl="node3" presStyleIdx="5" presStyleCnt="3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3533C46-7135-4027-9733-7C537C5F4DA2}" type="pres">
      <dgm:prSet presAssocID="{2C03ED82-7FF7-4149-97E4-EACA1E962D54}" presName="rootConnector" presStyleLbl="node3" presStyleIdx="5" presStyleCnt="37"/>
      <dgm:spPr/>
      <dgm:t>
        <a:bodyPr/>
        <a:lstStyle/>
        <a:p>
          <a:endParaRPr lang="en-US"/>
        </a:p>
      </dgm:t>
    </dgm:pt>
    <dgm:pt modelId="{53728E30-A10B-4700-A900-9CCB3E481941}" type="pres">
      <dgm:prSet presAssocID="{2C03ED82-7FF7-4149-97E4-EACA1E962D54}" presName="hierChild4" presStyleCnt="0"/>
      <dgm:spPr/>
      <dgm:t>
        <a:bodyPr/>
        <a:lstStyle/>
        <a:p>
          <a:endParaRPr lang="fr-FR"/>
        </a:p>
      </dgm:t>
    </dgm:pt>
    <dgm:pt modelId="{D6AF0FA7-1640-4529-A7BC-4B3751AF74F4}" type="pres">
      <dgm:prSet presAssocID="{2C03ED82-7FF7-4149-97E4-EACA1E962D54}" presName="hierChild5" presStyleCnt="0"/>
      <dgm:spPr/>
      <dgm:t>
        <a:bodyPr/>
        <a:lstStyle/>
        <a:p>
          <a:endParaRPr lang="fr-FR"/>
        </a:p>
      </dgm:t>
    </dgm:pt>
    <dgm:pt modelId="{A63373E7-DC5A-4128-8743-4D256A2684C9}" type="pres">
      <dgm:prSet presAssocID="{E0986706-55A4-45BF-9FF2-6F7E543C3EAF}" presName="Name37" presStyleLbl="parChTrans1D3" presStyleIdx="6" presStyleCnt="37"/>
      <dgm:spPr/>
      <dgm:t>
        <a:bodyPr/>
        <a:lstStyle/>
        <a:p>
          <a:endParaRPr lang="en-US"/>
        </a:p>
      </dgm:t>
    </dgm:pt>
    <dgm:pt modelId="{F05E6672-D70A-4E73-B0C4-B12EA8F7BB45}" type="pres">
      <dgm:prSet presAssocID="{92C4A646-BA4C-490C-AD5C-C7D3106FD1F8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E3522B4D-166F-4087-8A08-22146A1F9AF5}" type="pres">
      <dgm:prSet presAssocID="{92C4A646-BA4C-490C-AD5C-C7D3106FD1F8}" presName="rootComposite" presStyleCnt="0"/>
      <dgm:spPr/>
      <dgm:t>
        <a:bodyPr/>
        <a:lstStyle/>
        <a:p>
          <a:endParaRPr lang="fr-FR"/>
        </a:p>
      </dgm:t>
    </dgm:pt>
    <dgm:pt modelId="{41CE3861-D561-45EB-947F-0E9FD774A8A2}" type="pres">
      <dgm:prSet presAssocID="{92C4A646-BA4C-490C-AD5C-C7D3106FD1F8}" presName="rootText" presStyleLbl="node3" presStyleIdx="6" presStyleCnt="3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5B38272-3718-46C8-B2FB-C9EDF36BE23F}" type="pres">
      <dgm:prSet presAssocID="{92C4A646-BA4C-490C-AD5C-C7D3106FD1F8}" presName="rootConnector" presStyleLbl="node3" presStyleIdx="6" presStyleCnt="37"/>
      <dgm:spPr/>
      <dgm:t>
        <a:bodyPr/>
        <a:lstStyle/>
        <a:p>
          <a:endParaRPr lang="en-US"/>
        </a:p>
      </dgm:t>
    </dgm:pt>
    <dgm:pt modelId="{897A7FD1-FE0B-4A06-A8F8-3E7B4A223BE6}" type="pres">
      <dgm:prSet presAssocID="{92C4A646-BA4C-490C-AD5C-C7D3106FD1F8}" presName="hierChild4" presStyleCnt="0"/>
      <dgm:spPr/>
      <dgm:t>
        <a:bodyPr/>
        <a:lstStyle/>
        <a:p>
          <a:endParaRPr lang="fr-FR"/>
        </a:p>
      </dgm:t>
    </dgm:pt>
    <dgm:pt modelId="{4E02258B-4369-46F7-B762-2031A0BBF90E}" type="pres">
      <dgm:prSet presAssocID="{92C4A646-BA4C-490C-AD5C-C7D3106FD1F8}" presName="hierChild5" presStyleCnt="0"/>
      <dgm:spPr/>
      <dgm:t>
        <a:bodyPr/>
        <a:lstStyle/>
        <a:p>
          <a:endParaRPr lang="fr-FR"/>
        </a:p>
      </dgm:t>
    </dgm:pt>
    <dgm:pt modelId="{BB285960-9099-4223-A340-5E22E1770892}" type="pres">
      <dgm:prSet presAssocID="{C2D5506A-7FB7-44B3-92AA-BD7E61C65BA7}" presName="hierChild5" presStyleCnt="0"/>
      <dgm:spPr/>
      <dgm:t>
        <a:bodyPr/>
        <a:lstStyle/>
        <a:p>
          <a:endParaRPr lang="fr-FR"/>
        </a:p>
      </dgm:t>
    </dgm:pt>
    <dgm:pt modelId="{2428414B-9002-4156-A427-6D35F2F84EE7}" type="pres">
      <dgm:prSet presAssocID="{08AAC59B-9131-48C3-9AB1-5E3A239C8815}" presName="Name35" presStyleLbl="parChTrans1D2" presStyleIdx="1" presStyleCnt="6"/>
      <dgm:spPr/>
      <dgm:t>
        <a:bodyPr/>
        <a:lstStyle/>
        <a:p>
          <a:endParaRPr lang="fr-FR"/>
        </a:p>
      </dgm:t>
    </dgm:pt>
    <dgm:pt modelId="{75661D77-AB88-4B8C-979C-07190F56BC6F}" type="pres">
      <dgm:prSet presAssocID="{7DD27538-0850-4D3D-B5F3-28B79FD3C20A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26DEB63A-E088-47CB-81C3-8054B0D26860}" type="pres">
      <dgm:prSet presAssocID="{7DD27538-0850-4D3D-B5F3-28B79FD3C20A}" presName="rootComposite" presStyleCnt="0"/>
      <dgm:spPr/>
      <dgm:t>
        <a:bodyPr/>
        <a:lstStyle/>
        <a:p>
          <a:endParaRPr lang="fr-FR"/>
        </a:p>
      </dgm:t>
    </dgm:pt>
    <dgm:pt modelId="{622DBD3F-247F-4FE4-812B-AA1EF0784095}" type="pres">
      <dgm:prSet presAssocID="{7DD27538-0850-4D3D-B5F3-28B79FD3C20A}" presName="rootText" presStyleLbl="node2" presStyleIdx="1" presStyleCnt="6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A8623BC1-6292-4C32-8AE3-738295D74120}" type="pres">
      <dgm:prSet presAssocID="{7DD27538-0850-4D3D-B5F3-28B79FD3C20A}" presName="rootConnector" presStyleLbl="node2" presStyleIdx="1" presStyleCnt="6"/>
      <dgm:spPr/>
      <dgm:t>
        <a:bodyPr/>
        <a:lstStyle/>
        <a:p>
          <a:endParaRPr lang="fr-FR"/>
        </a:p>
      </dgm:t>
    </dgm:pt>
    <dgm:pt modelId="{59490FAA-E7CB-403A-B6BE-AE39FE364BF6}" type="pres">
      <dgm:prSet presAssocID="{7DD27538-0850-4D3D-B5F3-28B79FD3C20A}" presName="hierChild4" presStyleCnt="0"/>
      <dgm:spPr/>
      <dgm:t>
        <a:bodyPr/>
        <a:lstStyle/>
        <a:p>
          <a:endParaRPr lang="fr-FR"/>
        </a:p>
      </dgm:t>
    </dgm:pt>
    <dgm:pt modelId="{B0203E58-47DA-48EA-9DC7-08347E5782DF}" type="pres">
      <dgm:prSet presAssocID="{F8BAB623-7557-4E01-B6C4-706F14E017D2}" presName="Name37" presStyleLbl="parChTrans1D3" presStyleIdx="7" presStyleCnt="37"/>
      <dgm:spPr/>
      <dgm:t>
        <a:bodyPr/>
        <a:lstStyle/>
        <a:p>
          <a:endParaRPr lang="en-US"/>
        </a:p>
      </dgm:t>
    </dgm:pt>
    <dgm:pt modelId="{97B3ACDA-FA69-4516-8907-A19FDE412412}" type="pres">
      <dgm:prSet presAssocID="{4603FA6D-1938-4EA4-B002-120181AF5DAF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DB8488F1-E5D6-4EDD-987B-07963F41A922}" type="pres">
      <dgm:prSet presAssocID="{4603FA6D-1938-4EA4-B002-120181AF5DAF}" presName="rootComposite" presStyleCnt="0"/>
      <dgm:spPr/>
      <dgm:t>
        <a:bodyPr/>
        <a:lstStyle/>
        <a:p>
          <a:endParaRPr lang="fr-FR"/>
        </a:p>
      </dgm:t>
    </dgm:pt>
    <dgm:pt modelId="{F2DCF990-A700-4B22-A448-6756095B2DBD}" type="pres">
      <dgm:prSet presAssocID="{4603FA6D-1938-4EA4-B002-120181AF5DAF}" presName="rootText" presStyleLbl="node3" presStyleIdx="7" presStyleCnt="3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1E7D231-FA04-4A16-A179-0A260572119D}" type="pres">
      <dgm:prSet presAssocID="{4603FA6D-1938-4EA4-B002-120181AF5DAF}" presName="rootConnector" presStyleLbl="node3" presStyleIdx="7" presStyleCnt="37"/>
      <dgm:spPr/>
      <dgm:t>
        <a:bodyPr/>
        <a:lstStyle/>
        <a:p>
          <a:endParaRPr lang="en-US"/>
        </a:p>
      </dgm:t>
    </dgm:pt>
    <dgm:pt modelId="{4503CDE7-4368-40E9-AEAE-B539F6FC0242}" type="pres">
      <dgm:prSet presAssocID="{4603FA6D-1938-4EA4-B002-120181AF5DAF}" presName="hierChild4" presStyleCnt="0"/>
      <dgm:spPr/>
      <dgm:t>
        <a:bodyPr/>
        <a:lstStyle/>
        <a:p>
          <a:endParaRPr lang="fr-FR"/>
        </a:p>
      </dgm:t>
    </dgm:pt>
    <dgm:pt modelId="{BF5DC58A-65B2-4405-8C85-F7CFB7A5AA02}" type="pres">
      <dgm:prSet presAssocID="{4603FA6D-1938-4EA4-B002-120181AF5DAF}" presName="hierChild5" presStyleCnt="0"/>
      <dgm:spPr/>
      <dgm:t>
        <a:bodyPr/>
        <a:lstStyle/>
        <a:p>
          <a:endParaRPr lang="fr-FR"/>
        </a:p>
      </dgm:t>
    </dgm:pt>
    <dgm:pt modelId="{216F0A69-920C-49A6-AA73-8C0AB5BA9441}" type="pres">
      <dgm:prSet presAssocID="{33BEE64D-4F97-4697-818B-11D231307677}" presName="Name37" presStyleLbl="parChTrans1D3" presStyleIdx="8" presStyleCnt="37"/>
      <dgm:spPr/>
      <dgm:t>
        <a:bodyPr/>
        <a:lstStyle/>
        <a:p>
          <a:endParaRPr lang="en-US"/>
        </a:p>
      </dgm:t>
    </dgm:pt>
    <dgm:pt modelId="{F66336AA-5688-4260-AA37-FB08D2E7E267}" type="pres">
      <dgm:prSet presAssocID="{16FD0D51-215B-4F18-B5EB-92E66BEDC6C1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D8B300DD-C6EF-49EB-B044-FF19FE220678}" type="pres">
      <dgm:prSet presAssocID="{16FD0D51-215B-4F18-B5EB-92E66BEDC6C1}" presName="rootComposite" presStyleCnt="0"/>
      <dgm:spPr/>
      <dgm:t>
        <a:bodyPr/>
        <a:lstStyle/>
        <a:p>
          <a:endParaRPr lang="fr-FR"/>
        </a:p>
      </dgm:t>
    </dgm:pt>
    <dgm:pt modelId="{0C10A706-0059-4BD5-9559-1D1074200EB8}" type="pres">
      <dgm:prSet presAssocID="{16FD0D51-215B-4F18-B5EB-92E66BEDC6C1}" presName="rootText" presStyleLbl="node3" presStyleIdx="8" presStyleCnt="3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4FD4ED5-9BCE-445F-8281-60E317D795A6}" type="pres">
      <dgm:prSet presAssocID="{16FD0D51-215B-4F18-B5EB-92E66BEDC6C1}" presName="rootConnector" presStyleLbl="node3" presStyleIdx="8" presStyleCnt="37"/>
      <dgm:spPr/>
      <dgm:t>
        <a:bodyPr/>
        <a:lstStyle/>
        <a:p>
          <a:endParaRPr lang="en-US"/>
        </a:p>
      </dgm:t>
    </dgm:pt>
    <dgm:pt modelId="{03714B7F-8E66-49CA-B88E-0425BBFFA1DE}" type="pres">
      <dgm:prSet presAssocID="{16FD0D51-215B-4F18-B5EB-92E66BEDC6C1}" presName="hierChild4" presStyleCnt="0"/>
      <dgm:spPr/>
      <dgm:t>
        <a:bodyPr/>
        <a:lstStyle/>
        <a:p>
          <a:endParaRPr lang="fr-FR"/>
        </a:p>
      </dgm:t>
    </dgm:pt>
    <dgm:pt modelId="{EA858420-6D43-4F11-94A8-CDB95D3F75CC}" type="pres">
      <dgm:prSet presAssocID="{16FD0D51-215B-4F18-B5EB-92E66BEDC6C1}" presName="hierChild5" presStyleCnt="0"/>
      <dgm:spPr/>
      <dgm:t>
        <a:bodyPr/>
        <a:lstStyle/>
        <a:p>
          <a:endParaRPr lang="fr-FR"/>
        </a:p>
      </dgm:t>
    </dgm:pt>
    <dgm:pt modelId="{68B237A9-0F97-475D-BBB1-AC3F64569EDF}" type="pres">
      <dgm:prSet presAssocID="{A34DDEB2-C0B7-4268-9A6D-61EEACDC9817}" presName="Name37" presStyleLbl="parChTrans1D3" presStyleIdx="9" presStyleCnt="37"/>
      <dgm:spPr/>
      <dgm:t>
        <a:bodyPr/>
        <a:lstStyle/>
        <a:p>
          <a:endParaRPr lang="en-US"/>
        </a:p>
      </dgm:t>
    </dgm:pt>
    <dgm:pt modelId="{F20E2EBF-9C24-47D1-B659-7FF766774B31}" type="pres">
      <dgm:prSet presAssocID="{EEC444E3-5573-4EF8-B07D-15815D4A96F6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4B72805B-F3E4-4D5E-9F8F-0DF64A8D5E8D}" type="pres">
      <dgm:prSet presAssocID="{EEC444E3-5573-4EF8-B07D-15815D4A96F6}" presName="rootComposite" presStyleCnt="0"/>
      <dgm:spPr/>
      <dgm:t>
        <a:bodyPr/>
        <a:lstStyle/>
        <a:p>
          <a:endParaRPr lang="fr-FR"/>
        </a:p>
      </dgm:t>
    </dgm:pt>
    <dgm:pt modelId="{945573EB-A4B9-4C20-8978-DDC82CFC75D6}" type="pres">
      <dgm:prSet presAssocID="{EEC444E3-5573-4EF8-B07D-15815D4A96F6}" presName="rootText" presStyleLbl="node3" presStyleIdx="9" presStyleCnt="37" custLinFactNeighborX="175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BCA2A54-3416-4D18-A0E5-79700A649039}" type="pres">
      <dgm:prSet presAssocID="{EEC444E3-5573-4EF8-B07D-15815D4A96F6}" presName="rootConnector" presStyleLbl="node3" presStyleIdx="9" presStyleCnt="37"/>
      <dgm:spPr/>
      <dgm:t>
        <a:bodyPr/>
        <a:lstStyle/>
        <a:p>
          <a:endParaRPr lang="en-US"/>
        </a:p>
      </dgm:t>
    </dgm:pt>
    <dgm:pt modelId="{CDC49257-6880-471F-8068-DF75ADFD0E2B}" type="pres">
      <dgm:prSet presAssocID="{EEC444E3-5573-4EF8-B07D-15815D4A96F6}" presName="hierChild4" presStyleCnt="0"/>
      <dgm:spPr/>
      <dgm:t>
        <a:bodyPr/>
        <a:lstStyle/>
        <a:p>
          <a:endParaRPr lang="fr-FR"/>
        </a:p>
      </dgm:t>
    </dgm:pt>
    <dgm:pt modelId="{E1F61D90-C6E2-46E7-9FDD-8405A6B9723C}" type="pres">
      <dgm:prSet presAssocID="{EEC444E3-5573-4EF8-B07D-15815D4A96F6}" presName="hierChild5" presStyleCnt="0"/>
      <dgm:spPr/>
      <dgm:t>
        <a:bodyPr/>
        <a:lstStyle/>
        <a:p>
          <a:endParaRPr lang="fr-FR"/>
        </a:p>
      </dgm:t>
    </dgm:pt>
    <dgm:pt modelId="{9E09FF70-ACA2-49FC-B0FC-8166DC6BBA26}" type="pres">
      <dgm:prSet presAssocID="{59AFA4BD-50A4-4F98-9183-D6DE146B32F7}" presName="Name37" presStyleLbl="parChTrans1D3" presStyleIdx="10" presStyleCnt="37"/>
      <dgm:spPr/>
      <dgm:t>
        <a:bodyPr/>
        <a:lstStyle/>
        <a:p>
          <a:endParaRPr lang="en-US"/>
        </a:p>
      </dgm:t>
    </dgm:pt>
    <dgm:pt modelId="{42AD29E8-9260-4063-A6AE-B5D37046CA90}" type="pres">
      <dgm:prSet presAssocID="{1219FF54-3EA4-4FCF-B397-942BD420A948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F94DAA62-91E9-4DB4-88CB-88650AD375E5}" type="pres">
      <dgm:prSet presAssocID="{1219FF54-3EA4-4FCF-B397-942BD420A948}" presName="rootComposite" presStyleCnt="0"/>
      <dgm:spPr/>
      <dgm:t>
        <a:bodyPr/>
        <a:lstStyle/>
        <a:p>
          <a:endParaRPr lang="fr-FR"/>
        </a:p>
      </dgm:t>
    </dgm:pt>
    <dgm:pt modelId="{E5DB1D2A-5114-4317-8F31-EFFB5ED0410F}" type="pres">
      <dgm:prSet presAssocID="{1219FF54-3EA4-4FCF-B397-942BD420A948}" presName="rootText" presStyleLbl="node3" presStyleIdx="10" presStyleCnt="3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0F41218-B816-4D41-8254-727762804180}" type="pres">
      <dgm:prSet presAssocID="{1219FF54-3EA4-4FCF-B397-942BD420A948}" presName="rootConnector" presStyleLbl="node3" presStyleIdx="10" presStyleCnt="37"/>
      <dgm:spPr/>
      <dgm:t>
        <a:bodyPr/>
        <a:lstStyle/>
        <a:p>
          <a:endParaRPr lang="en-US"/>
        </a:p>
      </dgm:t>
    </dgm:pt>
    <dgm:pt modelId="{2F909726-A7FE-4B14-A824-62C2C75584C3}" type="pres">
      <dgm:prSet presAssocID="{1219FF54-3EA4-4FCF-B397-942BD420A948}" presName="hierChild4" presStyleCnt="0"/>
      <dgm:spPr/>
      <dgm:t>
        <a:bodyPr/>
        <a:lstStyle/>
        <a:p>
          <a:endParaRPr lang="fr-FR"/>
        </a:p>
      </dgm:t>
    </dgm:pt>
    <dgm:pt modelId="{84FB08D0-3A80-4FDF-95AB-442A7A5B2642}" type="pres">
      <dgm:prSet presAssocID="{1219FF54-3EA4-4FCF-B397-942BD420A948}" presName="hierChild5" presStyleCnt="0"/>
      <dgm:spPr/>
      <dgm:t>
        <a:bodyPr/>
        <a:lstStyle/>
        <a:p>
          <a:endParaRPr lang="fr-FR"/>
        </a:p>
      </dgm:t>
    </dgm:pt>
    <dgm:pt modelId="{FE2C478C-040B-4BAB-813B-B2F8D720A2EC}" type="pres">
      <dgm:prSet presAssocID="{1F0C4730-CDF2-44EE-B251-2EBE0DCBB78F}" presName="Name37" presStyleLbl="parChTrans1D3" presStyleIdx="11" presStyleCnt="37"/>
      <dgm:spPr/>
      <dgm:t>
        <a:bodyPr/>
        <a:lstStyle/>
        <a:p>
          <a:endParaRPr lang="en-US"/>
        </a:p>
      </dgm:t>
    </dgm:pt>
    <dgm:pt modelId="{77821BCC-E821-44BF-9192-FFB31BB133EB}" type="pres">
      <dgm:prSet presAssocID="{EC6199EA-E99B-4F50-A612-5E49E440FE83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1D98943E-DBA7-47BC-8A0C-23FD33DDBAFD}" type="pres">
      <dgm:prSet presAssocID="{EC6199EA-E99B-4F50-A612-5E49E440FE83}" presName="rootComposite" presStyleCnt="0"/>
      <dgm:spPr/>
      <dgm:t>
        <a:bodyPr/>
        <a:lstStyle/>
        <a:p>
          <a:endParaRPr lang="fr-FR"/>
        </a:p>
      </dgm:t>
    </dgm:pt>
    <dgm:pt modelId="{E6F03880-8057-4920-A8C1-C33027FE619D}" type="pres">
      <dgm:prSet presAssocID="{EC6199EA-E99B-4F50-A612-5E49E440FE83}" presName="rootText" presStyleLbl="node3" presStyleIdx="11" presStyleCnt="3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C24806D-E4CE-42E2-8A7F-6510420C518C}" type="pres">
      <dgm:prSet presAssocID="{EC6199EA-E99B-4F50-A612-5E49E440FE83}" presName="rootConnector" presStyleLbl="node3" presStyleIdx="11" presStyleCnt="37"/>
      <dgm:spPr/>
      <dgm:t>
        <a:bodyPr/>
        <a:lstStyle/>
        <a:p>
          <a:endParaRPr lang="en-US"/>
        </a:p>
      </dgm:t>
    </dgm:pt>
    <dgm:pt modelId="{1BBA6A82-8F15-46E2-B890-F1B530A879D3}" type="pres">
      <dgm:prSet presAssocID="{EC6199EA-E99B-4F50-A612-5E49E440FE83}" presName="hierChild4" presStyleCnt="0"/>
      <dgm:spPr/>
      <dgm:t>
        <a:bodyPr/>
        <a:lstStyle/>
        <a:p>
          <a:endParaRPr lang="fr-FR"/>
        </a:p>
      </dgm:t>
    </dgm:pt>
    <dgm:pt modelId="{0FC64D95-F5BC-4972-BD21-CB3F98F8131B}" type="pres">
      <dgm:prSet presAssocID="{EC6199EA-E99B-4F50-A612-5E49E440FE83}" presName="hierChild5" presStyleCnt="0"/>
      <dgm:spPr/>
      <dgm:t>
        <a:bodyPr/>
        <a:lstStyle/>
        <a:p>
          <a:endParaRPr lang="fr-FR"/>
        </a:p>
      </dgm:t>
    </dgm:pt>
    <dgm:pt modelId="{BA3F1A5F-2711-4C2B-9AF1-2B8D65F36CB7}" type="pres">
      <dgm:prSet presAssocID="{6FD7278F-25B0-4E19-B6EC-EB89560004CA}" presName="Name37" presStyleLbl="parChTrans1D3" presStyleIdx="12" presStyleCnt="37"/>
      <dgm:spPr/>
      <dgm:t>
        <a:bodyPr/>
        <a:lstStyle/>
        <a:p>
          <a:endParaRPr lang="en-US"/>
        </a:p>
      </dgm:t>
    </dgm:pt>
    <dgm:pt modelId="{C42F5CB8-6DC9-4610-A81C-4C687F37EA7F}" type="pres">
      <dgm:prSet presAssocID="{ECBC5AF6-42B9-47A2-B03D-7E442B4B9E78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59DDE311-B1BB-4B7A-8788-D8AAC0338F22}" type="pres">
      <dgm:prSet presAssocID="{ECBC5AF6-42B9-47A2-B03D-7E442B4B9E78}" presName="rootComposite" presStyleCnt="0"/>
      <dgm:spPr/>
      <dgm:t>
        <a:bodyPr/>
        <a:lstStyle/>
        <a:p>
          <a:endParaRPr lang="fr-FR"/>
        </a:p>
      </dgm:t>
    </dgm:pt>
    <dgm:pt modelId="{FEFBC6DD-043E-4B31-86E1-15273E00E593}" type="pres">
      <dgm:prSet presAssocID="{ECBC5AF6-42B9-47A2-B03D-7E442B4B9E78}" presName="rootText" presStyleLbl="node3" presStyleIdx="12" presStyleCnt="3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5D52202-9EC3-4CA8-97E1-88450DF9E414}" type="pres">
      <dgm:prSet presAssocID="{ECBC5AF6-42B9-47A2-B03D-7E442B4B9E78}" presName="rootConnector" presStyleLbl="node3" presStyleIdx="12" presStyleCnt="37"/>
      <dgm:spPr/>
      <dgm:t>
        <a:bodyPr/>
        <a:lstStyle/>
        <a:p>
          <a:endParaRPr lang="en-US"/>
        </a:p>
      </dgm:t>
    </dgm:pt>
    <dgm:pt modelId="{B9E825E0-BFCC-49FE-8453-F47BC3F2F31D}" type="pres">
      <dgm:prSet presAssocID="{ECBC5AF6-42B9-47A2-B03D-7E442B4B9E78}" presName="hierChild4" presStyleCnt="0"/>
      <dgm:spPr/>
      <dgm:t>
        <a:bodyPr/>
        <a:lstStyle/>
        <a:p>
          <a:endParaRPr lang="fr-FR"/>
        </a:p>
      </dgm:t>
    </dgm:pt>
    <dgm:pt modelId="{FA6EDBBA-2ABC-4B01-858A-44E60F1323AE}" type="pres">
      <dgm:prSet presAssocID="{ECBC5AF6-42B9-47A2-B03D-7E442B4B9E78}" presName="hierChild5" presStyleCnt="0"/>
      <dgm:spPr/>
      <dgm:t>
        <a:bodyPr/>
        <a:lstStyle/>
        <a:p>
          <a:endParaRPr lang="fr-FR"/>
        </a:p>
      </dgm:t>
    </dgm:pt>
    <dgm:pt modelId="{A62ED8BD-45C9-4919-931F-CF8C95BB8B57}" type="pres">
      <dgm:prSet presAssocID="{78B95D50-457A-4518-80A1-5529A28C3E5B}" presName="Name37" presStyleLbl="parChTrans1D3" presStyleIdx="13" presStyleCnt="37"/>
      <dgm:spPr/>
      <dgm:t>
        <a:bodyPr/>
        <a:lstStyle/>
        <a:p>
          <a:endParaRPr lang="en-US"/>
        </a:p>
      </dgm:t>
    </dgm:pt>
    <dgm:pt modelId="{75C73CEC-305E-4CDC-B25F-089A6D149973}" type="pres">
      <dgm:prSet presAssocID="{737C9020-C784-4CBE-88E4-5A83A63B9BC7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8DB0B6F9-DC4F-4BD6-B163-6C32050ADC38}" type="pres">
      <dgm:prSet presAssocID="{737C9020-C784-4CBE-88E4-5A83A63B9BC7}" presName="rootComposite" presStyleCnt="0"/>
      <dgm:spPr/>
      <dgm:t>
        <a:bodyPr/>
        <a:lstStyle/>
        <a:p>
          <a:endParaRPr lang="fr-FR"/>
        </a:p>
      </dgm:t>
    </dgm:pt>
    <dgm:pt modelId="{C959C6AF-A7DE-4838-9126-F752C5828875}" type="pres">
      <dgm:prSet presAssocID="{737C9020-C784-4CBE-88E4-5A83A63B9BC7}" presName="rootText" presStyleLbl="node3" presStyleIdx="13" presStyleCnt="3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74D821A-1CEC-4900-BE3E-DDB8D249BD0D}" type="pres">
      <dgm:prSet presAssocID="{737C9020-C784-4CBE-88E4-5A83A63B9BC7}" presName="rootConnector" presStyleLbl="node3" presStyleIdx="13" presStyleCnt="37"/>
      <dgm:spPr/>
      <dgm:t>
        <a:bodyPr/>
        <a:lstStyle/>
        <a:p>
          <a:endParaRPr lang="en-US"/>
        </a:p>
      </dgm:t>
    </dgm:pt>
    <dgm:pt modelId="{E1AD9126-CC49-40B0-8F25-1211C5C88AEC}" type="pres">
      <dgm:prSet presAssocID="{737C9020-C784-4CBE-88E4-5A83A63B9BC7}" presName="hierChild4" presStyleCnt="0"/>
      <dgm:spPr/>
      <dgm:t>
        <a:bodyPr/>
        <a:lstStyle/>
        <a:p>
          <a:endParaRPr lang="fr-FR"/>
        </a:p>
      </dgm:t>
    </dgm:pt>
    <dgm:pt modelId="{CBA7D27E-5966-40BC-BAD8-505404061513}" type="pres">
      <dgm:prSet presAssocID="{737C9020-C784-4CBE-88E4-5A83A63B9BC7}" presName="hierChild5" presStyleCnt="0"/>
      <dgm:spPr/>
      <dgm:t>
        <a:bodyPr/>
        <a:lstStyle/>
        <a:p>
          <a:endParaRPr lang="fr-FR"/>
        </a:p>
      </dgm:t>
    </dgm:pt>
    <dgm:pt modelId="{6D5364ED-C154-4C17-9957-9E2D18F7A5CC}" type="pres">
      <dgm:prSet presAssocID="{7DD27538-0850-4D3D-B5F3-28B79FD3C20A}" presName="hierChild5" presStyleCnt="0"/>
      <dgm:spPr/>
      <dgm:t>
        <a:bodyPr/>
        <a:lstStyle/>
        <a:p>
          <a:endParaRPr lang="fr-FR"/>
        </a:p>
      </dgm:t>
    </dgm:pt>
    <dgm:pt modelId="{EF2E8F99-8CB5-4F08-9646-96E6DC1A4157}" type="pres">
      <dgm:prSet presAssocID="{FB8A41FA-0502-4C3B-AF8C-55EEEF6D9DC3}" presName="Name35" presStyleLbl="parChTrans1D2" presStyleIdx="2" presStyleCnt="6"/>
      <dgm:spPr/>
      <dgm:t>
        <a:bodyPr/>
        <a:lstStyle/>
        <a:p>
          <a:endParaRPr lang="en-US"/>
        </a:p>
      </dgm:t>
    </dgm:pt>
    <dgm:pt modelId="{FD229E69-E00E-4888-8A6F-15A13C09BB8B}" type="pres">
      <dgm:prSet presAssocID="{774D9153-9FE6-439A-BBAD-757BCD416319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53625BF1-C785-4299-9846-05BAEFE2C48F}" type="pres">
      <dgm:prSet presAssocID="{774D9153-9FE6-439A-BBAD-757BCD416319}" presName="rootComposite" presStyleCnt="0"/>
      <dgm:spPr/>
      <dgm:t>
        <a:bodyPr/>
        <a:lstStyle/>
        <a:p>
          <a:endParaRPr lang="fr-FR"/>
        </a:p>
      </dgm:t>
    </dgm:pt>
    <dgm:pt modelId="{A02B5C86-C3C3-4FAA-9195-19363436DBC2}" type="pres">
      <dgm:prSet presAssocID="{774D9153-9FE6-439A-BBAD-757BCD416319}" presName="rootText" presStyleLbl="node2" presStyleIdx="2" presStyleCnt="6" custScaleX="22102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2431528-4B3C-40D7-9882-51E56B85E110}" type="pres">
      <dgm:prSet presAssocID="{774D9153-9FE6-439A-BBAD-757BCD416319}" presName="rootConnector" presStyleLbl="node2" presStyleIdx="2" presStyleCnt="6"/>
      <dgm:spPr/>
      <dgm:t>
        <a:bodyPr/>
        <a:lstStyle/>
        <a:p>
          <a:endParaRPr lang="en-US"/>
        </a:p>
      </dgm:t>
    </dgm:pt>
    <dgm:pt modelId="{4ECAA3DD-3A3D-4BA8-98EF-4A97ADE27C2C}" type="pres">
      <dgm:prSet presAssocID="{774D9153-9FE6-439A-BBAD-757BCD416319}" presName="hierChild4" presStyleCnt="0"/>
      <dgm:spPr/>
      <dgm:t>
        <a:bodyPr/>
        <a:lstStyle/>
        <a:p>
          <a:endParaRPr lang="fr-FR"/>
        </a:p>
      </dgm:t>
    </dgm:pt>
    <dgm:pt modelId="{1D2D56A1-BDCA-48FB-B557-67BB93195E1F}" type="pres">
      <dgm:prSet presAssocID="{16DBBEAC-11C9-4355-B640-2B2710D163ED}" presName="Name37" presStyleLbl="parChTrans1D3" presStyleIdx="14" presStyleCnt="37"/>
      <dgm:spPr/>
      <dgm:t>
        <a:bodyPr/>
        <a:lstStyle/>
        <a:p>
          <a:endParaRPr lang="en-US"/>
        </a:p>
      </dgm:t>
    </dgm:pt>
    <dgm:pt modelId="{7719C48D-2C07-40E4-B59B-48E27118BBEB}" type="pres">
      <dgm:prSet presAssocID="{EE4DF284-C3F2-4E03-953A-CE10637621E3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D1A37E26-0A5B-483C-9B21-39A8BEEC360A}" type="pres">
      <dgm:prSet presAssocID="{EE4DF284-C3F2-4E03-953A-CE10637621E3}" presName="rootComposite" presStyleCnt="0"/>
      <dgm:spPr/>
      <dgm:t>
        <a:bodyPr/>
        <a:lstStyle/>
        <a:p>
          <a:endParaRPr lang="fr-FR"/>
        </a:p>
      </dgm:t>
    </dgm:pt>
    <dgm:pt modelId="{942CBACE-8706-4680-8577-F0DEA4C1115E}" type="pres">
      <dgm:prSet presAssocID="{EE4DF284-C3F2-4E03-953A-CE10637621E3}" presName="rootText" presStyleLbl="node3" presStyleIdx="14" presStyleCnt="3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DEC08EB-7C47-47C8-8583-051F88315560}" type="pres">
      <dgm:prSet presAssocID="{EE4DF284-C3F2-4E03-953A-CE10637621E3}" presName="rootConnector" presStyleLbl="node3" presStyleIdx="14" presStyleCnt="37"/>
      <dgm:spPr/>
      <dgm:t>
        <a:bodyPr/>
        <a:lstStyle/>
        <a:p>
          <a:endParaRPr lang="en-US"/>
        </a:p>
      </dgm:t>
    </dgm:pt>
    <dgm:pt modelId="{5B29D44D-859E-4FD0-8373-9FAEEE864D53}" type="pres">
      <dgm:prSet presAssocID="{EE4DF284-C3F2-4E03-953A-CE10637621E3}" presName="hierChild4" presStyleCnt="0"/>
      <dgm:spPr/>
      <dgm:t>
        <a:bodyPr/>
        <a:lstStyle/>
        <a:p>
          <a:endParaRPr lang="fr-FR"/>
        </a:p>
      </dgm:t>
    </dgm:pt>
    <dgm:pt modelId="{0C7BBECD-1782-416A-9A02-703CB589BB0A}" type="pres">
      <dgm:prSet presAssocID="{EE4DF284-C3F2-4E03-953A-CE10637621E3}" presName="hierChild5" presStyleCnt="0"/>
      <dgm:spPr/>
      <dgm:t>
        <a:bodyPr/>
        <a:lstStyle/>
        <a:p>
          <a:endParaRPr lang="fr-FR"/>
        </a:p>
      </dgm:t>
    </dgm:pt>
    <dgm:pt modelId="{46DE7411-73C3-43BC-8D0B-AD00756E286C}" type="pres">
      <dgm:prSet presAssocID="{649BE36B-41C8-4718-8E85-5C44966675B9}" presName="Name37" presStyleLbl="parChTrans1D3" presStyleIdx="15" presStyleCnt="37"/>
      <dgm:spPr/>
      <dgm:t>
        <a:bodyPr/>
        <a:lstStyle/>
        <a:p>
          <a:endParaRPr lang="en-US"/>
        </a:p>
      </dgm:t>
    </dgm:pt>
    <dgm:pt modelId="{D358F786-9847-48DA-A806-464B7EFCAB28}" type="pres">
      <dgm:prSet presAssocID="{A25232E0-6783-4B68-8BF1-3BBA14FAEF7A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21425CDA-B90B-4DD3-BA38-1B270F653C16}" type="pres">
      <dgm:prSet presAssocID="{A25232E0-6783-4B68-8BF1-3BBA14FAEF7A}" presName="rootComposite" presStyleCnt="0"/>
      <dgm:spPr/>
      <dgm:t>
        <a:bodyPr/>
        <a:lstStyle/>
        <a:p>
          <a:endParaRPr lang="fr-FR"/>
        </a:p>
      </dgm:t>
    </dgm:pt>
    <dgm:pt modelId="{9B3D61FE-B84C-4B8F-B8D4-7ADE331142C8}" type="pres">
      <dgm:prSet presAssocID="{A25232E0-6783-4B68-8BF1-3BBA14FAEF7A}" presName="rootText" presStyleLbl="node3" presStyleIdx="15" presStyleCnt="3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CC7DBCF-52E8-4369-B0C4-30AF5BD982EE}" type="pres">
      <dgm:prSet presAssocID="{A25232E0-6783-4B68-8BF1-3BBA14FAEF7A}" presName="rootConnector" presStyleLbl="node3" presStyleIdx="15" presStyleCnt="37"/>
      <dgm:spPr/>
      <dgm:t>
        <a:bodyPr/>
        <a:lstStyle/>
        <a:p>
          <a:endParaRPr lang="en-US"/>
        </a:p>
      </dgm:t>
    </dgm:pt>
    <dgm:pt modelId="{4CC1E067-80E0-45A5-A3B8-2FCE6F21E525}" type="pres">
      <dgm:prSet presAssocID="{A25232E0-6783-4B68-8BF1-3BBA14FAEF7A}" presName="hierChild4" presStyleCnt="0"/>
      <dgm:spPr/>
      <dgm:t>
        <a:bodyPr/>
        <a:lstStyle/>
        <a:p>
          <a:endParaRPr lang="fr-FR"/>
        </a:p>
      </dgm:t>
    </dgm:pt>
    <dgm:pt modelId="{806D35A1-5FFF-473D-BCBF-9CE369AE3155}" type="pres">
      <dgm:prSet presAssocID="{A25232E0-6783-4B68-8BF1-3BBA14FAEF7A}" presName="hierChild5" presStyleCnt="0"/>
      <dgm:spPr/>
      <dgm:t>
        <a:bodyPr/>
        <a:lstStyle/>
        <a:p>
          <a:endParaRPr lang="fr-FR"/>
        </a:p>
      </dgm:t>
    </dgm:pt>
    <dgm:pt modelId="{066AAB37-B19B-4880-AF5B-A957281C1B4B}" type="pres">
      <dgm:prSet presAssocID="{FA6D69BB-9509-4418-8654-D62DE742DD1E}" presName="Name37" presStyleLbl="parChTrans1D3" presStyleIdx="16" presStyleCnt="37"/>
      <dgm:spPr/>
      <dgm:t>
        <a:bodyPr/>
        <a:lstStyle/>
        <a:p>
          <a:endParaRPr lang="fr-FR"/>
        </a:p>
      </dgm:t>
    </dgm:pt>
    <dgm:pt modelId="{1D262EDF-1E54-4D56-98C2-B58C6EF33726}" type="pres">
      <dgm:prSet presAssocID="{08C422FF-8C9F-4D77-8460-7D5EC6AC2B49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D2143B49-CB79-4D36-B837-EEEFA544B6CE}" type="pres">
      <dgm:prSet presAssocID="{08C422FF-8C9F-4D77-8460-7D5EC6AC2B49}" presName="rootComposite" presStyleCnt="0"/>
      <dgm:spPr/>
      <dgm:t>
        <a:bodyPr/>
        <a:lstStyle/>
        <a:p>
          <a:endParaRPr lang="fr-FR"/>
        </a:p>
      </dgm:t>
    </dgm:pt>
    <dgm:pt modelId="{00F37CFE-B8AE-428B-93CE-A96F5D22D84C}" type="pres">
      <dgm:prSet presAssocID="{08C422FF-8C9F-4D77-8460-7D5EC6AC2B49}" presName="rootText" presStyleLbl="node3" presStyleIdx="16" presStyleCnt="37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4CC49698-80DB-402B-BA86-50BDE7504678}" type="pres">
      <dgm:prSet presAssocID="{08C422FF-8C9F-4D77-8460-7D5EC6AC2B49}" presName="rootConnector" presStyleLbl="node3" presStyleIdx="16" presStyleCnt="37"/>
      <dgm:spPr/>
      <dgm:t>
        <a:bodyPr/>
        <a:lstStyle/>
        <a:p>
          <a:endParaRPr lang="fr-FR"/>
        </a:p>
      </dgm:t>
    </dgm:pt>
    <dgm:pt modelId="{09F327C7-8904-46F2-96E6-29FDC4ABB738}" type="pres">
      <dgm:prSet presAssocID="{08C422FF-8C9F-4D77-8460-7D5EC6AC2B49}" presName="hierChild4" presStyleCnt="0"/>
      <dgm:spPr/>
      <dgm:t>
        <a:bodyPr/>
        <a:lstStyle/>
        <a:p>
          <a:endParaRPr lang="fr-FR"/>
        </a:p>
      </dgm:t>
    </dgm:pt>
    <dgm:pt modelId="{D161330C-9996-44FE-B19A-5DE97C64CFC2}" type="pres">
      <dgm:prSet presAssocID="{08C422FF-8C9F-4D77-8460-7D5EC6AC2B49}" presName="hierChild5" presStyleCnt="0"/>
      <dgm:spPr/>
      <dgm:t>
        <a:bodyPr/>
        <a:lstStyle/>
        <a:p>
          <a:endParaRPr lang="fr-FR"/>
        </a:p>
      </dgm:t>
    </dgm:pt>
    <dgm:pt modelId="{1364F021-C4DC-40E3-8BC9-6156ACC6CEC1}" type="pres">
      <dgm:prSet presAssocID="{53108682-776A-4710-B483-1B2B025D35DB}" presName="Name37" presStyleLbl="parChTrans1D3" presStyleIdx="17" presStyleCnt="37"/>
      <dgm:spPr/>
      <dgm:t>
        <a:bodyPr/>
        <a:lstStyle/>
        <a:p>
          <a:endParaRPr lang="fr-FR"/>
        </a:p>
      </dgm:t>
    </dgm:pt>
    <dgm:pt modelId="{4F540559-5CFB-432C-B28E-D9926CDEAE64}" type="pres">
      <dgm:prSet presAssocID="{EBB0A82A-8489-4E21-9FD7-C3F50B9CDECA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96FB36F1-1087-44DC-8358-15B8267F836E}" type="pres">
      <dgm:prSet presAssocID="{EBB0A82A-8489-4E21-9FD7-C3F50B9CDECA}" presName="rootComposite" presStyleCnt="0"/>
      <dgm:spPr/>
      <dgm:t>
        <a:bodyPr/>
        <a:lstStyle/>
        <a:p>
          <a:endParaRPr lang="fr-FR"/>
        </a:p>
      </dgm:t>
    </dgm:pt>
    <dgm:pt modelId="{4AEC20CE-B4FF-4912-8573-41848BEE0423}" type="pres">
      <dgm:prSet presAssocID="{EBB0A82A-8489-4E21-9FD7-C3F50B9CDECA}" presName="rootText" presStyleLbl="node3" presStyleIdx="17" presStyleCnt="37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07E6A7D0-CE3E-4B0D-B15C-0857FCC3A6C8}" type="pres">
      <dgm:prSet presAssocID="{EBB0A82A-8489-4E21-9FD7-C3F50B9CDECA}" presName="rootConnector" presStyleLbl="node3" presStyleIdx="17" presStyleCnt="37"/>
      <dgm:spPr/>
      <dgm:t>
        <a:bodyPr/>
        <a:lstStyle/>
        <a:p>
          <a:endParaRPr lang="fr-FR"/>
        </a:p>
      </dgm:t>
    </dgm:pt>
    <dgm:pt modelId="{E3234CC8-640E-422F-A111-3843C52631EF}" type="pres">
      <dgm:prSet presAssocID="{EBB0A82A-8489-4E21-9FD7-C3F50B9CDECA}" presName="hierChild4" presStyleCnt="0"/>
      <dgm:spPr/>
      <dgm:t>
        <a:bodyPr/>
        <a:lstStyle/>
        <a:p>
          <a:endParaRPr lang="fr-FR"/>
        </a:p>
      </dgm:t>
    </dgm:pt>
    <dgm:pt modelId="{1AB80212-E051-4E75-8E03-E3D61FC36D1F}" type="pres">
      <dgm:prSet presAssocID="{EBB0A82A-8489-4E21-9FD7-C3F50B9CDECA}" presName="hierChild5" presStyleCnt="0"/>
      <dgm:spPr/>
      <dgm:t>
        <a:bodyPr/>
        <a:lstStyle/>
        <a:p>
          <a:endParaRPr lang="fr-FR"/>
        </a:p>
      </dgm:t>
    </dgm:pt>
    <dgm:pt modelId="{D7FC50D6-D619-424B-A06C-31E2EC206A5F}" type="pres">
      <dgm:prSet presAssocID="{68A36C59-7D03-429D-BE4E-042B7219BD2B}" presName="Name37" presStyleLbl="parChTrans1D3" presStyleIdx="18" presStyleCnt="37"/>
      <dgm:spPr/>
      <dgm:t>
        <a:bodyPr/>
        <a:lstStyle/>
        <a:p>
          <a:endParaRPr lang="fr-FR"/>
        </a:p>
      </dgm:t>
    </dgm:pt>
    <dgm:pt modelId="{FBA60CA4-9943-445E-B7CA-2CEAA0209D1B}" type="pres">
      <dgm:prSet presAssocID="{862BA049-2781-4FEE-B524-E361F45DDC7C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8B69B0F4-CCE3-4380-B980-864E287BEC1B}" type="pres">
      <dgm:prSet presAssocID="{862BA049-2781-4FEE-B524-E361F45DDC7C}" presName="rootComposite" presStyleCnt="0"/>
      <dgm:spPr/>
      <dgm:t>
        <a:bodyPr/>
        <a:lstStyle/>
        <a:p>
          <a:endParaRPr lang="fr-FR"/>
        </a:p>
      </dgm:t>
    </dgm:pt>
    <dgm:pt modelId="{21C70C47-AA39-4FED-88E6-20457319D289}" type="pres">
      <dgm:prSet presAssocID="{862BA049-2781-4FEE-B524-E361F45DDC7C}" presName="rootText" presStyleLbl="node3" presStyleIdx="18" presStyleCnt="37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00CD9B50-2E79-4F64-9584-B4C221B0D53D}" type="pres">
      <dgm:prSet presAssocID="{862BA049-2781-4FEE-B524-E361F45DDC7C}" presName="rootConnector" presStyleLbl="node3" presStyleIdx="18" presStyleCnt="37"/>
      <dgm:spPr/>
      <dgm:t>
        <a:bodyPr/>
        <a:lstStyle/>
        <a:p>
          <a:endParaRPr lang="fr-FR"/>
        </a:p>
      </dgm:t>
    </dgm:pt>
    <dgm:pt modelId="{2CD0BCD6-5EFE-4622-832B-1089153CC347}" type="pres">
      <dgm:prSet presAssocID="{862BA049-2781-4FEE-B524-E361F45DDC7C}" presName="hierChild4" presStyleCnt="0"/>
      <dgm:spPr/>
      <dgm:t>
        <a:bodyPr/>
        <a:lstStyle/>
        <a:p>
          <a:endParaRPr lang="fr-FR"/>
        </a:p>
      </dgm:t>
    </dgm:pt>
    <dgm:pt modelId="{0DFEEA90-72DF-41F6-8BB4-855F989A5A30}" type="pres">
      <dgm:prSet presAssocID="{862BA049-2781-4FEE-B524-E361F45DDC7C}" presName="hierChild5" presStyleCnt="0"/>
      <dgm:spPr/>
      <dgm:t>
        <a:bodyPr/>
        <a:lstStyle/>
        <a:p>
          <a:endParaRPr lang="fr-FR"/>
        </a:p>
      </dgm:t>
    </dgm:pt>
    <dgm:pt modelId="{884D44A7-9274-4084-B8F8-033529961C96}" type="pres">
      <dgm:prSet presAssocID="{A5800C68-50E8-45BA-AF60-2314BB69E470}" presName="Name37" presStyleLbl="parChTrans1D3" presStyleIdx="19" presStyleCnt="37"/>
      <dgm:spPr/>
      <dgm:t>
        <a:bodyPr/>
        <a:lstStyle/>
        <a:p>
          <a:endParaRPr lang="fr-FR"/>
        </a:p>
      </dgm:t>
    </dgm:pt>
    <dgm:pt modelId="{853426E2-4DDF-466F-8577-19E7F0096C34}" type="pres">
      <dgm:prSet presAssocID="{9C22FA61-52A6-4710-9532-D97551146D23}" presName="hierRoot2" presStyleCnt="0">
        <dgm:presLayoutVars>
          <dgm:hierBranch val="init"/>
        </dgm:presLayoutVars>
      </dgm:prSet>
      <dgm:spPr/>
    </dgm:pt>
    <dgm:pt modelId="{95D49EE7-75CC-4C72-8D67-1DAC182470E2}" type="pres">
      <dgm:prSet presAssocID="{9C22FA61-52A6-4710-9532-D97551146D23}" presName="rootComposite" presStyleCnt="0"/>
      <dgm:spPr/>
    </dgm:pt>
    <dgm:pt modelId="{7011EBC7-3BE4-43FB-B490-1A6C0C599BE1}" type="pres">
      <dgm:prSet presAssocID="{9C22FA61-52A6-4710-9532-D97551146D23}" presName="rootText" presStyleLbl="node3" presStyleIdx="19" presStyleCnt="37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436D01D5-E24D-4DA0-8291-A7E7F92D3BD3}" type="pres">
      <dgm:prSet presAssocID="{9C22FA61-52A6-4710-9532-D97551146D23}" presName="rootConnector" presStyleLbl="node3" presStyleIdx="19" presStyleCnt="37"/>
      <dgm:spPr/>
      <dgm:t>
        <a:bodyPr/>
        <a:lstStyle/>
        <a:p>
          <a:endParaRPr lang="fr-FR"/>
        </a:p>
      </dgm:t>
    </dgm:pt>
    <dgm:pt modelId="{71BE8487-4A2C-4198-B550-7F5F2DBB412B}" type="pres">
      <dgm:prSet presAssocID="{9C22FA61-52A6-4710-9532-D97551146D23}" presName="hierChild4" presStyleCnt="0"/>
      <dgm:spPr/>
    </dgm:pt>
    <dgm:pt modelId="{ED954C02-069F-4F86-9ED8-A3DCCB0CEE30}" type="pres">
      <dgm:prSet presAssocID="{9C22FA61-52A6-4710-9532-D97551146D23}" presName="hierChild5" presStyleCnt="0"/>
      <dgm:spPr/>
    </dgm:pt>
    <dgm:pt modelId="{42914446-11BB-48C0-AB6E-003737946E4C}" type="pres">
      <dgm:prSet presAssocID="{774D9153-9FE6-439A-BBAD-757BCD416319}" presName="hierChild5" presStyleCnt="0"/>
      <dgm:spPr/>
      <dgm:t>
        <a:bodyPr/>
        <a:lstStyle/>
        <a:p>
          <a:endParaRPr lang="fr-FR"/>
        </a:p>
      </dgm:t>
    </dgm:pt>
    <dgm:pt modelId="{57EB40AE-1213-44AD-B60F-669A77FFF3F5}" type="pres">
      <dgm:prSet presAssocID="{931120C3-2E02-4E14-8595-C22662C8EA99}" presName="Name35" presStyleLbl="parChTrans1D2" presStyleIdx="3" presStyleCnt="6"/>
      <dgm:spPr/>
      <dgm:t>
        <a:bodyPr/>
        <a:lstStyle/>
        <a:p>
          <a:endParaRPr lang="fr-FR"/>
        </a:p>
      </dgm:t>
    </dgm:pt>
    <dgm:pt modelId="{F0AF7BC7-93CD-494E-9CA1-A3D9126C2F9A}" type="pres">
      <dgm:prSet presAssocID="{18FD67AF-1365-4FA0-B0FB-C7A6B57EB21A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E8CC7A76-2FFC-42AE-B0F8-830F9632DCA0}" type="pres">
      <dgm:prSet presAssocID="{18FD67AF-1365-4FA0-B0FB-C7A6B57EB21A}" presName="rootComposite" presStyleCnt="0"/>
      <dgm:spPr/>
      <dgm:t>
        <a:bodyPr/>
        <a:lstStyle/>
        <a:p>
          <a:endParaRPr lang="fr-FR"/>
        </a:p>
      </dgm:t>
    </dgm:pt>
    <dgm:pt modelId="{7AC44FC1-8D32-423D-8D23-18BB41E591F7}" type="pres">
      <dgm:prSet presAssocID="{18FD67AF-1365-4FA0-B0FB-C7A6B57EB21A}" presName="rootText" presStyleLbl="node2" presStyleIdx="3" presStyleCnt="6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00599FE9-AC31-4484-A490-FAA99FEC84EF}" type="pres">
      <dgm:prSet presAssocID="{18FD67AF-1365-4FA0-B0FB-C7A6B57EB21A}" presName="rootConnector" presStyleLbl="node2" presStyleIdx="3" presStyleCnt="6"/>
      <dgm:spPr/>
      <dgm:t>
        <a:bodyPr/>
        <a:lstStyle/>
        <a:p>
          <a:endParaRPr lang="fr-FR"/>
        </a:p>
      </dgm:t>
    </dgm:pt>
    <dgm:pt modelId="{80FCEC2D-264F-4047-A3F7-5D98BEC0FF5B}" type="pres">
      <dgm:prSet presAssocID="{18FD67AF-1365-4FA0-B0FB-C7A6B57EB21A}" presName="hierChild4" presStyleCnt="0"/>
      <dgm:spPr/>
      <dgm:t>
        <a:bodyPr/>
        <a:lstStyle/>
        <a:p>
          <a:endParaRPr lang="fr-FR"/>
        </a:p>
      </dgm:t>
    </dgm:pt>
    <dgm:pt modelId="{EE3E60B6-784A-4FC8-8D3B-42AF7864A72E}" type="pres">
      <dgm:prSet presAssocID="{2FDB59B8-0AE8-44E9-9968-F9099030C82C}" presName="Name37" presStyleLbl="parChTrans1D3" presStyleIdx="20" presStyleCnt="37"/>
      <dgm:spPr/>
      <dgm:t>
        <a:bodyPr/>
        <a:lstStyle/>
        <a:p>
          <a:endParaRPr lang="fr-FR"/>
        </a:p>
      </dgm:t>
    </dgm:pt>
    <dgm:pt modelId="{D55D34AA-C2AE-4747-8CFD-CB52EDBAE26E}" type="pres">
      <dgm:prSet presAssocID="{3ADFCEE3-3FC4-4EDC-B2D3-57365568CD00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6E6AF41D-B332-4948-A9BB-4782E91BCFCB}" type="pres">
      <dgm:prSet presAssocID="{3ADFCEE3-3FC4-4EDC-B2D3-57365568CD00}" presName="rootComposite" presStyleCnt="0"/>
      <dgm:spPr/>
      <dgm:t>
        <a:bodyPr/>
        <a:lstStyle/>
        <a:p>
          <a:endParaRPr lang="fr-FR"/>
        </a:p>
      </dgm:t>
    </dgm:pt>
    <dgm:pt modelId="{46131E56-6567-44C0-AB8D-19559207DDC4}" type="pres">
      <dgm:prSet presAssocID="{3ADFCEE3-3FC4-4EDC-B2D3-57365568CD00}" presName="rootText" presStyleLbl="node3" presStyleIdx="20" presStyleCnt="37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FC82AFE9-708B-403B-B197-2A52B9D3A68C}" type="pres">
      <dgm:prSet presAssocID="{3ADFCEE3-3FC4-4EDC-B2D3-57365568CD00}" presName="rootConnector" presStyleLbl="node3" presStyleIdx="20" presStyleCnt="37"/>
      <dgm:spPr/>
      <dgm:t>
        <a:bodyPr/>
        <a:lstStyle/>
        <a:p>
          <a:endParaRPr lang="fr-FR"/>
        </a:p>
      </dgm:t>
    </dgm:pt>
    <dgm:pt modelId="{78149F09-7F8F-403B-88EC-7F3C1D1508AD}" type="pres">
      <dgm:prSet presAssocID="{3ADFCEE3-3FC4-4EDC-B2D3-57365568CD00}" presName="hierChild4" presStyleCnt="0"/>
      <dgm:spPr/>
      <dgm:t>
        <a:bodyPr/>
        <a:lstStyle/>
        <a:p>
          <a:endParaRPr lang="fr-FR"/>
        </a:p>
      </dgm:t>
    </dgm:pt>
    <dgm:pt modelId="{598C6DED-D17A-4BFD-99CA-EF3C181DFEA3}" type="pres">
      <dgm:prSet presAssocID="{3ADFCEE3-3FC4-4EDC-B2D3-57365568CD00}" presName="hierChild5" presStyleCnt="0"/>
      <dgm:spPr/>
      <dgm:t>
        <a:bodyPr/>
        <a:lstStyle/>
        <a:p>
          <a:endParaRPr lang="fr-FR"/>
        </a:p>
      </dgm:t>
    </dgm:pt>
    <dgm:pt modelId="{7CDDEAD6-2637-48D4-83FE-51CFE45E956D}" type="pres">
      <dgm:prSet presAssocID="{1C966DDF-0A3B-48F9-9179-9D3A8E94ACD6}" presName="Name37" presStyleLbl="parChTrans1D3" presStyleIdx="21" presStyleCnt="37"/>
      <dgm:spPr/>
      <dgm:t>
        <a:bodyPr/>
        <a:lstStyle/>
        <a:p>
          <a:endParaRPr lang="fr-FR"/>
        </a:p>
      </dgm:t>
    </dgm:pt>
    <dgm:pt modelId="{909A959B-CDA1-4A38-AD32-4412A3E1D240}" type="pres">
      <dgm:prSet presAssocID="{A6E9DE07-47F0-4581-AF00-C15E5809B3D9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1993CB20-154B-4D45-9FBA-E5B3F90051E2}" type="pres">
      <dgm:prSet presAssocID="{A6E9DE07-47F0-4581-AF00-C15E5809B3D9}" presName="rootComposite" presStyleCnt="0"/>
      <dgm:spPr/>
      <dgm:t>
        <a:bodyPr/>
        <a:lstStyle/>
        <a:p>
          <a:endParaRPr lang="fr-FR"/>
        </a:p>
      </dgm:t>
    </dgm:pt>
    <dgm:pt modelId="{55FDCA74-5C06-4E69-AB82-B577B09ADF78}" type="pres">
      <dgm:prSet presAssocID="{A6E9DE07-47F0-4581-AF00-C15E5809B3D9}" presName="rootText" presStyleLbl="node3" presStyleIdx="21" presStyleCnt="37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A7A400CF-A855-4394-A5E9-EB287FED33E8}" type="pres">
      <dgm:prSet presAssocID="{A6E9DE07-47F0-4581-AF00-C15E5809B3D9}" presName="rootConnector" presStyleLbl="node3" presStyleIdx="21" presStyleCnt="37"/>
      <dgm:spPr/>
      <dgm:t>
        <a:bodyPr/>
        <a:lstStyle/>
        <a:p>
          <a:endParaRPr lang="fr-FR"/>
        </a:p>
      </dgm:t>
    </dgm:pt>
    <dgm:pt modelId="{DF85B988-21A5-4DAB-8A65-4049D57993C9}" type="pres">
      <dgm:prSet presAssocID="{A6E9DE07-47F0-4581-AF00-C15E5809B3D9}" presName="hierChild4" presStyleCnt="0"/>
      <dgm:spPr/>
      <dgm:t>
        <a:bodyPr/>
        <a:lstStyle/>
        <a:p>
          <a:endParaRPr lang="fr-FR"/>
        </a:p>
      </dgm:t>
    </dgm:pt>
    <dgm:pt modelId="{CCE61F2B-C3BF-44A3-8434-E4FF1F68CF59}" type="pres">
      <dgm:prSet presAssocID="{A6E9DE07-47F0-4581-AF00-C15E5809B3D9}" presName="hierChild5" presStyleCnt="0"/>
      <dgm:spPr/>
      <dgm:t>
        <a:bodyPr/>
        <a:lstStyle/>
        <a:p>
          <a:endParaRPr lang="fr-FR"/>
        </a:p>
      </dgm:t>
    </dgm:pt>
    <dgm:pt modelId="{83A36CA2-B408-4C9A-AEE8-FB63A50969CE}" type="pres">
      <dgm:prSet presAssocID="{EEB803FB-092A-4A78-8DEC-AE43B4621193}" presName="Name37" presStyleLbl="parChTrans1D3" presStyleIdx="22" presStyleCnt="37"/>
      <dgm:spPr/>
      <dgm:t>
        <a:bodyPr/>
        <a:lstStyle/>
        <a:p>
          <a:endParaRPr lang="fr-FR"/>
        </a:p>
      </dgm:t>
    </dgm:pt>
    <dgm:pt modelId="{46A3050B-CDCD-499F-85A7-3FA395DB4487}" type="pres">
      <dgm:prSet presAssocID="{8F6F248C-DA4A-4BC0-BD9E-F60D7543DEED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7458FF73-2F33-4DBD-BF28-57BFF7D9BB3A}" type="pres">
      <dgm:prSet presAssocID="{8F6F248C-DA4A-4BC0-BD9E-F60D7543DEED}" presName="rootComposite" presStyleCnt="0"/>
      <dgm:spPr/>
      <dgm:t>
        <a:bodyPr/>
        <a:lstStyle/>
        <a:p>
          <a:endParaRPr lang="fr-FR"/>
        </a:p>
      </dgm:t>
    </dgm:pt>
    <dgm:pt modelId="{C6054CDA-9C0B-4757-AECE-FBCBEFEE0442}" type="pres">
      <dgm:prSet presAssocID="{8F6F248C-DA4A-4BC0-BD9E-F60D7543DEED}" presName="rootText" presStyleLbl="node3" presStyleIdx="22" presStyleCnt="37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DE180E68-5C4E-4C5A-950F-57DB789D58F9}" type="pres">
      <dgm:prSet presAssocID="{8F6F248C-DA4A-4BC0-BD9E-F60D7543DEED}" presName="rootConnector" presStyleLbl="node3" presStyleIdx="22" presStyleCnt="37"/>
      <dgm:spPr/>
      <dgm:t>
        <a:bodyPr/>
        <a:lstStyle/>
        <a:p>
          <a:endParaRPr lang="fr-FR"/>
        </a:p>
      </dgm:t>
    </dgm:pt>
    <dgm:pt modelId="{5CC3346D-63F9-44D0-9AA3-010B221EFBF8}" type="pres">
      <dgm:prSet presAssocID="{8F6F248C-DA4A-4BC0-BD9E-F60D7543DEED}" presName="hierChild4" presStyleCnt="0"/>
      <dgm:spPr/>
      <dgm:t>
        <a:bodyPr/>
        <a:lstStyle/>
        <a:p>
          <a:endParaRPr lang="fr-FR"/>
        </a:p>
      </dgm:t>
    </dgm:pt>
    <dgm:pt modelId="{7BA77DBE-2231-4491-8499-4C2C6CCF872B}" type="pres">
      <dgm:prSet presAssocID="{8F6F248C-DA4A-4BC0-BD9E-F60D7543DEED}" presName="hierChild5" presStyleCnt="0"/>
      <dgm:spPr/>
      <dgm:t>
        <a:bodyPr/>
        <a:lstStyle/>
        <a:p>
          <a:endParaRPr lang="fr-FR"/>
        </a:p>
      </dgm:t>
    </dgm:pt>
    <dgm:pt modelId="{6D2AE0FA-9A4A-4141-AFA0-B62B659C7B06}" type="pres">
      <dgm:prSet presAssocID="{4C1BFD9C-AE40-4D46-BC22-99AB98E74491}" presName="Name37" presStyleLbl="parChTrans1D3" presStyleIdx="23" presStyleCnt="37"/>
      <dgm:spPr/>
      <dgm:t>
        <a:bodyPr/>
        <a:lstStyle/>
        <a:p>
          <a:endParaRPr lang="fr-FR"/>
        </a:p>
      </dgm:t>
    </dgm:pt>
    <dgm:pt modelId="{18A509D0-2025-41B7-89D6-6F6C47386C00}" type="pres">
      <dgm:prSet presAssocID="{4BC7EAD5-81FC-4A29-B4BC-8271BC93CEBF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9EAF6554-8EBB-46DA-8BC8-ECE69125F484}" type="pres">
      <dgm:prSet presAssocID="{4BC7EAD5-81FC-4A29-B4BC-8271BC93CEBF}" presName="rootComposite" presStyleCnt="0"/>
      <dgm:spPr/>
      <dgm:t>
        <a:bodyPr/>
        <a:lstStyle/>
        <a:p>
          <a:endParaRPr lang="fr-FR"/>
        </a:p>
      </dgm:t>
    </dgm:pt>
    <dgm:pt modelId="{D91A6CF7-7E65-4C29-9EA3-CF1162DCC07B}" type="pres">
      <dgm:prSet presAssocID="{4BC7EAD5-81FC-4A29-B4BC-8271BC93CEBF}" presName="rootText" presStyleLbl="node3" presStyleIdx="23" presStyleCnt="37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63AAA07F-4DC2-40D4-A48F-91C66350F411}" type="pres">
      <dgm:prSet presAssocID="{4BC7EAD5-81FC-4A29-B4BC-8271BC93CEBF}" presName="rootConnector" presStyleLbl="node3" presStyleIdx="23" presStyleCnt="37"/>
      <dgm:spPr/>
      <dgm:t>
        <a:bodyPr/>
        <a:lstStyle/>
        <a:p>
          <a:endParaRPr lang="fr-FR"/>
        </a:p>
      </dgm:t>
    </dgm:pt>
    <dgm:pt modelId="{1407CACD-DD03-42EF-8742-5E6CF4BD569A}" type="pres">
      <dgm:prSet presAssocID="{4BC7EAD5-81FC-4A29-B4BC-8271BC93CEBF}" presName="hierChild4" presStyleCnt="0"/>
      <dgm:spPr/>
      <dgm:t>
        <a:bodyPr/>
        <a:lstStyle/>
        <a:p>
          <a:endParaRPr lang="fr-FR"/>
        </a:p>
      </dgm:t>
    </dgm:pt>
    <dgm:pt modelId="{FBFF4F43-1D2E-4502-8D5E-E17512906643}" type="pres">
      <dgm:prSet presAssocID="{4BC7EAD5-81FC-4A29-B4BC-8271BC93CEBF}" presName="hierChild5" presStyleCnt="0"/>
      <dgm:spPr/>
      <dgm:t>
        <a:bodyPr/>
        <a:lstStyle/>
        <a:p>
          <a:endParaRPr lang="fr-FR"/>
        </a:p>
      </dgm:t>
    </dgm:pt>
    <dgm:pt modelId="{42AB58A4-E338-4686-8F26-48205EB96E83}" type="pres">
      <dgm:prSet presAssocID="{18FD67AF-1365-4FA0-B0FB-C7A6B57EB21A}" presName="hierChild5" presStyleCnt="0"/>
      <dgm:spPr/>
      <dgm:t>
        <a:bodyPr/>
        <a:lstStyle/>
        <a:p>
          <a:endParaRPr lang="fr-FR"/>
        </a:p>
      </dgm:t>
    </dgm:pt>
    <dgm:pt modelId="{4D0C5D27-B007-4E30-86DE-F8FD09327836}" type="pres">
      <dgm:prSet presAssocID="{73CB9290-3FD5-4B60-9C31-00B1E52E7193}" presName="Name35" presStyleLbl="parChTrans1D2" presStyleIdx="4" presStyleCnt="6"/>
      <dgm:spPr/>
      <dgm:t>
        <a:bodyPr/>
        <a:lstStyle/>
        <a:p>
          <a:endParaRPr lang="fr-FR"/>
        </a:p>
      </dgm:t>
    </dgm:pt>
    <dgm:pt modelId="{8C21C21E-07F4-4B59-B428-386BE0C96131}" type="pres">
      <dgm:prSet presAssocID="{1BC589CB-9031-435A-BB36-338C3830399A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C6CD0C38-3802-4541-87EB-DFAF0003A7FA}" type="pres">
      <dgm:prSet presAssocID="{1BC589CB-9031-435A-BB36-338C3830399A}" presName="rootComposite" presStyleCnt="0"/>
      <dgm:spPr/>
      <dgm:t>
        <a:bodyPr/>
        <a:lstStyle/>
        <a:p>
          <a:endParaRPr lang="fr-FR"/>
        </a:p>
      </dgm:t>
    </dgm:pt>
    <dgm:pt modelId="{C2345E15-D5B2-4118-9273-4AC6426F12A9}" type="pres">
      <dgm:prSet presAssocID="{1BC589CB-9031-435A-BB36-338C3830399A}" presName="rootText" presStyleLbl="node2" presStyleIdx="4" presStyleCnt="6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B80213C7-4C78-429B-BF6D-CCEFF0F7CA0D}" type="pres">
      <dgm:prSet presAssocID="{1BC589CB-9031-435A-BB36-338C3830399A}" presName="rootConnector" presStyleLbl="node2" presStyleIdx="4" presStyleCnt="6"/>
      <dgm:spPr/>
      <dgm:t>
        <a:bodyPr/>
        <a:lstStyle/>
        <a:p>
          <a:endParaRPr lang="fr-FR"/>
        </a:p>
      </dgm:t>
    </dgm:pt>
    <dgm:pt modelId="{F5D46B98-F8F1-4177-A2CA-F9CEB1FB44A9}" type="pres">
      <dgm:prSet presAssocID="{1BC589CB-9031-435A-BB36-338C3830399A}" presName="hierChild4" presStyleCnt="0"/>
      <dgm:spPr/>
      <dgm:t>
        <a:bodyPr/>
        <a:lstStyle/>
        <a:p>
          <a:endParaRPr lang="fr-FR"/>
        </a:p>
      </dgm:t>
    </dgm:pt>
    <dgm:pt modelId="{4E7395BA-345E-43CA-AD65-00AF9FC8D8AE}" type="pres">
      <dgm:prSet presAssocID="{F77C2464-9969-48E7-97D7-86E5D9BAAEA5}" presName="Name37" presStyleLbl="parChTrans1D3" presStyleIdx="24" presStyleCnt="37"/>
      <dgm:spPr/>
      <dgm:t>
        <a:bodyPr/>
        <a:lstStyle/>
        <a:p>
          <a:endParaRPr lang="fr-FR"/>
        </a:p>
      </dgm:t>
    </dgm:pt>
    <dgm:pt modelId="{9AF9AF7D-5CE0-44D4-BBFA-B64FC4E25428}" type="pres">
      <dgm:prSet presAssocID="{5E635878-2D0F-43A2-BF60-E16E0EC7D1E3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A2E9630A-CC65-4DF1-8F77-8D30B8575E84}" type="pres">
      <dgm:prSet presAssocID="{5E635878-2D0F-43A2-BF60-E16E0EC7D1E3}" presName="rootComposite" presStyleCnt="0"/>
      <dgm:spPr/>
      <dgm:t>
        <a:bodyPr/>
        <a:lstStyle/>
        <a:p>
          <a:endParaRPr lang="fr-FR"/>
        </a:p>
      </dgm:t>
    </dgm:pt>
    <dgm:pt modelId="{B33C584D-EDBA-48BE-8920-1180A473F164}" type="pres">
      <dgm:prSet presAssocID="{5E635878-2D0F-43A2-BF60-E16E0EC7D1E3}" presName="rootText" presStyleLbl="node3" presStyleIdx="24" presStyleCnt="37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37E70922-C788-4DDE-96E9-DECF3FE0000D}" type="pres">
      <dgm:prSet presAssocID="{5E635878-2D0F-43A2-BF60-E16E0EC7D1E3}" presName="rootConnector" presStyleLbl="node3" presStyleIdx="24" presStyleCnt="37"/>
      <dgm:spPr/>
      <dgm:t>
        <a:bodyPr/>
        <a:lstStyle/>
        <a:p>
          <a:endParaRPr lang="fr-FR"/>
        </a:p>
      </dgm:t>
    </dgm:pt>
    <dgm:pt modelId="{DEC35365-60C4-4063-AAB8-D87A824D8B34}" type="pres">
      <dgm:prSet presAssocID="{5E635878-2D0F-43A2-BF60-E16E0EC7D1E3}" presName="hierChild4" presStyleCnt="0"/>
      <dgm:spPr/>
      <dgm:t>
        <a:bodyPr/>
        <a:lstStyle/>
        <a:p>
          <a:endParaRPr lang="fr-FR"/>
        </a:p>
      </dgm:t>
    </dgm:pt>
    <dgm:pt modelId="{30CEC7B8-EF77-4E85-B489-9362D4DF0846}" type="pres">
      <dgm:prSet presAssocID="{5E635878-2D0F-43A2-BF60-E16E0EC7D1E3}" presName="hierChild5" presStyleCnt="0"/>
      <dgm:spPr/>
      <dgm:t>
        <a:bodyPr/>
        <a:lstStyle/>
        <a:p>
          <a:endParaRPr lang="fr-FR"/>
        </a:p>
      </dgm:t>
    </dgm:pt>
    <dgm:pt modelId="{8D54ED3D-7B7C-4FC1-83BF-9383F49DF139}" type="pres">
      <dgm:prSet presAssocID="{86A63147-9E6D-49DE-8B0E-05549509A08D}" presName="Name37" presStyleLbl="parChTrans1D3" presStyleIdx="25" presStyleCnt="37"/>
      <dgm:spPr/>
      <dgm:t>
        <a:bodyPr/>
        <a:lstStyle/>
        <a:p>
          <a:endParaRPr lang="fr-FR"/>
        </a:p>
      </dgm:t>
    </dgm:pt>
    <dgm:pt modelId="{A5B9311C-AB1E-49F7-A18D-7E012EF09FA1}" type="pres">
      <dgm:prSet presAssocID="{5B4655B9-92E9-4080-A959-8B36010D1408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C3775E43-B26A-4210-82F8-7B754685BED8}" type="pres">
      <dgm:prSet presAssocID="{5B4655B9-92E9-4080-A959-8B36010D1408}" presName="rootComposite" presStyleCnt="0"/>
      <dgm:spPr/>
      <dgm:t>
        <a:bodyPr/>
        <a:lstStyle/>
        <a:p>
          <a:endParaRPr lang="fr-FR"/>
        </a:p>
      </dgm:t>
    </dgm:pt>
    <dgm:pt modelId="{C9EC484D-C0C6-4A22-964A-59E05D1E943A}" type="pres">
      <dgm:prSet presAssocID="{5B4655B9-92E9-4080-A959-8B36010D1408}" presName="rootText" presStyleLbl="node3" presStyleIdx="25" presStyleCnt="37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A15891CC-6B45-4F85-88FC-3CBA31053F18}" type="pres">
      <dgm:prSet presAssocID="{5B4655B9-92E9-4080-A959-8B36010D1408}" presName="rootConnector" presStyleLbl="node3" presStyleIdx="25" presStyleCnt="37"/>
      <dgm:spPr/>
      <dgm:t>
        <a:bodyPr/>
        <a:lstStyle/>
        <a:p>
          <a:endParaRPr lang="fr-FR"/>
        </a:p>
      </dgm:t>
    </dgm:pt>
    <dgm:pt modelId="{37843439-0814-4EAE-924B-961839A6164A}" type="pres">
      <dgm:prSet presAssocID="{5B4655B9-92E9-4080-A959-8B36010D1408}" presName="hierChild4" presStyleCnt="0"/>
      <dgm:spPr/>
      <dgm:t>
        <a:bodyPr/>
        <a:lstStyle/>
        <a:p>
          <a:endParaRPr lang="fr-FR"/>
        </a:p>
      </dgm:t>
    </dgm:pt>
    <dgm:pt modelId="{E8C6C030-2CBC-4C2C-AAE0-ECA8C98A607F}" type="pres">
      <dgm:prSet presAssocID="{5B4655B9-92E9-4080-A959-8B36010D1408}" presName="hierChild5" presStyleCnt="0"/>
      <dgm:spPr/>
      <dgm:t>
        <a:bodyPr/>
        <a:lstStyle/>
        <a:p>
          <a:endParaRPr lang="fr-FR"/>
        </a:p>
      </dgm:t>
    </dgm:pt>
    <dgm:pt modelId="{502F5000-482E-474D-90DB-CFBDAAB4E8D5}" type="pres">
      <dgm:prSet presAssocID="{09629A30-B745-4FAE-AE0F-6BDC37013138}" presName="Name37" presStyleLbl="parChTrans1D3" presStyleIdx="26" presStyleCnt="37"/>
      <dgm:spPr/>
      <dgm:t>
        <a:bodyPr/>
        <a:lstStyle/>
        <a:p>
          <a:endParaRPr lang="fr-FR"/>
        </a:p>
      </dgm:t>
    </dgm:pt>
    <dgm:pt modelId="{67754755-340E-44BB-AEA6-B253B89CDE32}" type="pres">
      <dgm:prSet presAssocID="{5911B4FE-BB6C-4895-B0E7-FC0CE5210CF9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0E676BAE-E603-45ED-8DA9-D62DE38D4F7D}" type="pres">
      <dgm:prSet presAssocID="{5911B4FE-BB6C-4895-B0E7-FC0CE5210CF9}" presName="rootComposite" presStyleCnt="0"/>
      <dgm:spPr/>
      <dgm:t>
        <a:bodyPr/>
        <a:lstStyle/>
        <a:p>
          <a:endParaRPr lang="fr-FR"/>
        </a:p>
      </dgm:t>
    </dgm:pt>
    <dgm:pt modelId="{E74160CA-65FC-4A0C-A18E-8B1B9FA87D83}" type="pres">
      <dgm:prSet presAssocID="{5911B4FE-BB6C-4895-B0E7-FC0CE5210CF9}" presName="rootText" presStyleLbl="node3" presStyleIdx="26" presStyleCnt="37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2E58F53D-ED60-43CC-9A60-700FFC8BBAD0}" type="pres">
      <dgm:prSet presAssocID="{5911B4FE-BB6C-4895-B0E7-FC0CE5210CF9}" presName="rootConnector" presStyleLbl="node3" presStyleIdx="26" presStyleCnt="37"/>
      <dgm:spPr/>
      <dgm:t>
        <a:bodyPr/>
        <a:lstStyle/>
        <a:p>
          <a:endParaRPr lang="fr-FR"/>
        </a:p>
      </dgm:t>
    </dgm:pt>
    <dgm:pt modelId="{6066B7C2-A5D5-4AD6-ABB9-04D3376C5F2A}" type="pres">
      <dgm:prSet presAssocID="{5911B4FE-BB6C-4895-B0E7-FC0CE5210CF9}" presName="hierChild4" presStyleCnt="0"/>
      <dgm:spPr/>
      <dgm:t>
        <a:bodyPr/>
        <a:lstStyle/>
        <a:p>
          <a:endParaRPr lang="fr-FR"/>
        </a:p>
      </dgm:t>
    </dgm:pt>
    <dgm:pt modelId="{53EBF438-C11E-49FC-A64E-785E229FC02A}" type="pres">
      <dgm:prSet presAssocID="{5911B4FE-BB6C-4895-B0E7-FC0CE5210CF9}" presName="hierChild5" presStyleCnt="0"/>
      <dgm:spPr/>
      <dgm:t>
        <a:bodyPr/>
        <a:lstStyle/>
        <a:p>
          <a:endParaRPr lang="fr-FR"/>
        </a:p>
      </dgm:t>
    </dgm:pt>
    <dgm:pt modelId="{EBB20676-EF53-443B-944B-EA0E98245DDF}" type="pres">
      <dgm:prSet presAssocID="{89261DC6-67AC-40CD-ABF0-696B0A900DE9}" presName="Name37" presStyleLbl="parChTrans1D3" presStyleIdx="27" presStyleCnt="37"/>
      <dgm:spPr/>
      <dgm:t>
        <a:bodyPr/>
        <a:lstStyle/>
        <a:p>
          <a:endParaRPr lang="fr-FR"/>
        </a:p>
      </dgm:t>
    </dgm:pt>
    <dgm:pt modelId="{72297BCD-CBF6-4A19-8AC8-AA8F4056BD4C}" type="pres">
      <dgm:prSet presAssocID="{FC27E1B3-B06C-4AED-AC0A-5BDA1C8DC0B7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614ACEF7-5941-468C-9D25-53E67B5DF07F}" type="pres">
      <dgm:prSet presAssocID="{FC27E1B3-B06C-4AED-AC0A-5BDA1C8DC0B7}" presName="rootComposite" presStyleCnt="0"/>
      <dgm:spPr/>
      <dgm:t>
        <a:bodyPr/>
        <a:lstStyle/>
        <a:p>
          <a:endParaRPr lang="fr-FR"/>
        </a:p>
      </dgm:t>
    </dgm:pt>
    <dgm:pt modelId="{BB7683D4-6191-497A-BB64-BF28DAF90CE3}" type="pres">
      <dgm:prSet presAssocID="{FC27E1B3-B06C-4AED-AC0A-5BDA1C8DC0B7}" presName="rootText" presStyleLbl="node3" presStyleIdx="27" presStyleCnt="37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7FB858B7-9838-402E-A059-5D7628C135EB}" type="pres">
      <dgm:prSet presAssocID="{FC27E1B3-B06C-4AED-AC0A-5BDA1C8DC0B7}" presName="rootConnector" presStyleLbl="node3" presStyleIdx="27" presStyleCnt="37"/>
      <dgm:spPr/>
      <dgm:t>
        <a:bodyPr/>
        <a:lstStyle/>
        <a:p>
          <a:endParaRPr lang="fr-FR"/>
        </a:p>
      </dgm:t>
    </dgm:pt>
    <dgm:pt modelId="{56BE2356-F995-4A59-838C-5AA1447D3D0A}" type="pres">
      <dgm:prSet presAssocID="{FC27E1B3-B06C-4AED-AC0A-5BDA1C8DC0B7}" presName="hierChild4" presStyleCnt="0"/>
      <dgm:spPr/>
      <dgm:t>
        <a:bodyPr/>
        <a:lstStyle/>
        <a:p>
          <a:endParaRPr lang="fr-FR"/>
        </a:p>
      </dgm:t>
    </dgm:pt>
    <dgm:pt modelId="{ABB5573D-9692-4331-AF98-7BD4A6EA5084}" type="pres">
      <dgm:prSet presAssocID="{FC27E1B3-B06C-4AED-AC0A-5BDA1C8DC0B7}" presName="hierChild5" presStyleCnt="0"/>
      <dgm:spPr/>
      <dgm:t>
        <a:bodyPr/>
        <a:lstStyle/>
        <a:p>
          <a:endParaRPr lang="fr-FR"/>
        </a:p>
      </dgm:t>
    </dgm:pt>
    <dgm:pt modelId="{4602117B-2C2B-44D7-813B-962F2973CA68}" type="pres">
      <dgm:prSet presAssocID="{0F41FAF6-AE54-4205-AA98-0117095D8201}" presName="Name37" presStyleLbl="parChTrans1D3" presStyleIdx="28" presStyleCnt="37"/>
      <dgm:spPr/>
      <dgm:t>
        <a:bodyPr/>
        <a:lstStyle/>
        <a:p>
          <a:endParaRPr lang="fr-FR"/>
        </a:p>
      </dgm:t>
    </dgm:pt>
    <dgm:pt modelId="{2BB06261-6C25-47B9-A76C-55D632F07B11}" type="pres">
      <dgm:prSet presAssocID="{D2F0497D-7465-4946-B1F1-6E0127203326}" presName="hierRoot2" presStyleCnt="0">
        <dgm:presLayoutVars>
          <dgm:hierBranch val="init"/>
        </dgm:presLayoutVars>
      </dgm:prSet>
      <dgm:spPr/>
    </dgm:pt>
    <dgm:pt modelId="{E4073551-8C55-4774-818A-620B41253463}" type="pres">
      <dgm:prSet presAssocID="{D2F0497D-7465-4946-B1F1-6E0127203326}" presName="rootComposite" presStyleCnt="0"/>
      <dgm:spPr/>
    </dgm:pt>
    <dgm:pt modelId="{ED8E8A81-A6FB-43C2-BC0A-F2A15439F89D}" type="pres">
      <dgm:prSet presAssocID="{D2F0497D-7465-4946-B1F1-6E0127203326}" presName="rootText" presStyleLbl="node3" presStyleIdx="28" presStyleCnt="37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3D85B17F-8466-47AB-950C-91CCEFB905CD}" type="pres">
      <dgm:prSet presAssocID="{D2F0497D-7465-4946-B1F1-6E0127203326}" presName="rootConnector" presStyleLbl="node3" presStyleIdx="28" presStyleCnt="37"/>
      <dgm:spPr/>
      <dgm:t>
        <a:bodyPr/>
        <a:lstStyle/>
        <a:p>
          <a:endParaRPr lang="fr-FR"/>
        </a:p>
      </dgm:t>
    </dgm:pt>
    <dgm:pt modelId="{25EF6523-6C96-4D45-BF58-B537081A1733}" type="pres">
      <dgm:prSet presAssocID="{D2F0497D-7465-4946-B1F1-6E0127203326}" presName="hierChild4" presStyleCnt="0"/>
      <dgm:spPr/>
    </dgm:pt>
    <dgm:pt modelId="{3355EAC3-0B0E-4C1F-AC95-172B70B9B711}" type="pres">
      <dgm:prSet presAssocID="{D2F0497D-7465-4946-B1F1-6E0127203326}" presName="hierChild5" presStyleCnt="0"/>
      <dgm:spPr/>
    </dgm:pt>
    <dgm:pt modelId="{6CFD091B-1A6A-4F74-99A5-94203221C48D}" type="pres">
      <dgm:prSet presAssocID="{C15A53EA-1C1D-413A-820E-E923BA066885}" presName="Name37" presStyleLbl="parChTrans1D3" presStyleIdx="29" presStyleCnt="37"/>
      <dgm:spPr/>
      <dgm:t>
        <a:bodyPr/>
        <a:lstStyle/>
        <a:p>
          <a:endParaRPr lang="fr-FR"/>
        </a:p>
      </dgm:t>
    </dgm:pt>
    <dgm:pt modelId="{656BE9BF-52D7-4FC7-A790-7F7F9DB87F2E}" type="pres">
      <dgm:prSet presAssocID="{3406C933-5ECB-4F79-8D09-A2A0CE34E376}" presName="hierRoot2" presStyleCnt="0">
        <dgm:presLayoutVars>
          <dgm:hierBranch val="init"/>
        </dgm:presLayoutVars>
      </dgm:prSet>
      <dgm:spPr/>
    </dgm:pt>
    <dgm:pt modelId="{551E4895-41F4-4F2B-BFF9-FDB3885D9038}" type="pres">
      <dgm:prSet presAssocID="{3406C933-5ECB-4F79-8D09-A2A0CE34E376}" presName="rootComposite" presStyleCnt="0"/>
      <dgm:spPr/>
    </dgm:pt>
    <dgm:pt modelId="{1DD795FC-CED3-4355-938F-085D09C3B510}" type="pres">
      <dgm:prSet presAssocID="{3406C933-5ECB-4F79-8D09-A2A0CE34E376}" presName="rootText" presStyleLbl="node3" presStyleIdx="29" presStyleCnt="37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B8A44DA3-6D4C-44DD-8C21-B996E49201AD}" type="pres">
      <dgm:prSet presAssocID="{3406C933-5ECB-4F79-8D09-A2A0CE34E376}" presName="rootConnector" presStyleLbl="node3" presStyleIdx="29" presStyleCnt="37"/>
      <dgm:spPr/>
      <dgm:t>
        <a:bodyPr/>
        <a:lstStyle/>
        <a:p>
          <a:endParaRPr lang="fr-FR"/>
        </a:p>
      </dgm:t>
    </dgm:pt>
    <dgm:pt modelId="{F7B4F8F4-AB59-4AD4-80D1-5F33DBFD4F9E}" type="pres">
      <dgm:prSet presAssocID="{3406C933-5ECB-4F79-8D09-A2A0CE34E376}" presName="hierChild4" presStyleCnt="0"/>
      <dgm:spPr/>
    </dgm:pt>
    <dgm:pt modelId="{BA9FA03D-F43A-49C1-A6A5-C00CF35DDCB0}" type="pres">
      <dgm:prSet presAssocID="{3406C933-5ECB-4F79-8D09-A2A0CE34E376}" presName="hierChild5" presStyleCnt="0"/>
      <dgm:spPr/>
    </dgm:pt>
    <dgm:pt modelId="{70DEFD90-F4C3-4553-BE86-FA05FF249035}" type="pres">
      <dgm:prSet presAssocID="{9920A505-B89F-424E-9ACE-311F20C0732A}" presName="Name37" presStyleLbl="parChTrans1D3" presStyleIdx="30" presStyleCnt="37"/>
      <dgm:spPr/>
      <dgm:t>
        <a:bodyPr/>
        <a:lstStyle/>
        <a:p>
          <a:endParaRPr lang="fr-FR"/>
        </a:p>
      </dgm:t>
    </dgm:pt>
    <dgm:pt modelId="{F44F7D7C-9E3C-4B6F-8E83-561111802511}" type="pres">
      <dgm:prSet presAssocID="{337C3FAE-9D42-4285-B10C-3345C79DAF75}" presName="hierRoot2" presStyleCnt="0">
        <dgm:presLayoutVars>
          <dgm:hierBranch val="init"/>
        </dgm:presLayoutVars>
      </dgm:prSet>
      <dgm:spPr/>
    </dgm:pt>
    <dgm:pt modelId="{A6D2A1EB-B6CA-4392-8951-94E42AE23D13}" type="pres">
      <dgm:prSet presAssocID="{337C3FAE-9D42-4285-B10C-3345C79DAF75}" presName="rootComposite" presStyleCnt="0"/>
      <dgm:spPr/>
    </dgm:pt>
    <dgm:pt modelId="{7E8A0D8B-9EC6-40B5-8D42-49007D1FB02E}" type="pres">
      <dgm:prSet presAssocID="{337C3FAE-9D42-4285-B10C-3345C79DAF75}" presName="rootText" presStyleLbl="node3" presStyleIdx="30" presStyleCnt="37" custScaleX="117539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48E2CC9F-9C9F-40F6-AF50-B60952779060}" type="pres">
      <dgm:prSet presAssocID="{337C3FAE-9D42-4285-B10C-3345C79DAF75}" presName="rootConnector" presStyleLbl="node3" presStyleIdx="30" presStyleCnt="37"/>
      <dgm:spPr/>
      <dgm:t>
        <a:bodyPr/>
        <a:lstStyle/>
        <a:p>
          <a:endParaRPr lang="fr-FR"/>
        </a:p>
      </dgm:t>
    </dgm:pt>
    <dgm:pt modelId="{A6EE1CCC-B71C-4DF5-A674-A6CBC9F9D355}" type="pres">
      <dgm:prSet presAssocID="{337C3FAE-9D42-4285-B10C-3345C79DAF75}" presName="hierChild4" presStyleCnt="0"/>
      <dgm:spPr/>
    </dgm:pt>
    <dgm:pt modelId="{97966BF8-6358-4356-A590-43ACCF82DB2C}" type="pres">
      <dgm:prSet presAssocID="{337C3FAE-9D42-4285-B10C-3345C79DAF75}" presName="hierChild5" presStyleCnt="0"/>
      <dgm:spPr/>
    </dgm:pt>
    <dgm:pt modelId="{3D34EBBC-F070-4D20-AAE2-3A6F3DB4648F}" type="pres">
      <dgm:prSet presAssocID="{1BC589CB-9031-435A-BB36-338C3830399A}" presName="hierChild5" presStyleCnt="0"/>
      <dgm:spPr/>
      <dgm:t>
        <a:bodyPr/>
        <a:lstStyle/>
        <a:p>
          <a:endParaRPr lang="fr-FR"/>
        </a:p>
      </dgm:t>
    </dgm:pt>
    <dgm:pt modelId="{A222DAF8-62B0-4DEA-9611-EF04AA036EDC}" type="pres">
      <dgm:prSet presAssocID="{EB9871C3-8341-4066-B564-939A5D94AE27}" presName="Name35" presStyleLbl="parChTrans1D2" presStyleIdx="5" presStyleCnt="6"/>
      <dgm:spPr/>
      <dgm:t>
        <a:bodyPr/>
        <a:lstStyle/>
        <a:p>
          <a:endParaRPr lang="fr-FR"/>
        </a:p>
      </dgm:t>
    </dgm:pt>
    <dgm:pt modelId="{4048411E-DFD7-4386-ABD3-68E18AD395CD}" type="pres">
      <dgm:prSet presAssocID="{2C1BEA0E-9F7A-4212-AF9B-258685143220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D83AB740-AC4F-42E0-94E2-29A8AF05DAC0}" type="pres">
      <dgm:prSet presAssocID="{2C1BEA0E-9F7A-4212-AF9B-258685143220}" presName="rootComposite" presStyleCnt="0"/>
      <dgm:spPr/>
      <dgm:t>
        <a:bodyPr/>
        <a:lstStyle/>
        <a:p>
          <a:endParaRPr lang="fr-FR"/>
        </a:p>
      </dgm:t>
    </dgm:pt>
    <dgm:pt modelId="{6CF61BA3-7BB0-4E68-B4F8-E0583AF43F4F}" type="pres">
      <dgm:prSet presAssocID="{2C1BEA0E-9F7A-4212-AF9B-258685143220}" presName="rootText" presStyleLbl="node2" presStyleIdx="5" presStyleCnt="6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B590DA02-3A81-404B-B31F-224BC8C721F3}" type="pres">
      <dgm:prSet presAssocID="{2C1BEA0E-9F7A-4212-AF9B-258685143220}" presName="rootConnector" presStyleLbl="node2" presStyleIdx="5" presStyleCnt="6"/>
      <dgm:spPr/>
      <dgm:t>
        <a:bodyPr/>
        <a:lstStyle/>
        <a:p>
          <a:endParaRPr lang="fr-FR"/>
        </a:p>
      </dgm:t>
    </dgm:pt>
    <dgm:pt modelId="{D40116B9-8BDC-45B3-A540-27CAB724F106}" type="pres">
      <dgm:prSet presAssocID="{2C1BEA0E-9F7A-4212-AF9B-258685143220}" presName="hierChild4" presStyleCnt="0"/>
      <dgm:spPr/>
      <dgm:t>
        <a:bodyPr/>
        <a:lstStyle/>
        <a:p>
          <a:endParaRPr lang="fr-FR"/>
        </a:p>
      </dgm:t>
    </dgm:pt>
    <dgm:pt modelId="{7AD51079-E874-4D89-BFBC-92F4DB0B5114}" type="pres">
      <dgm:prSet presAssocID="{F5BE75DC-2391-49F3-87D0-B9244331F4F5}" presName="Name37" presStyleLbl="parChTrans1D3" presStyleIdx="31" presStyleCnt="37"/>
      <dgm:spPr/>
      <dgm:t>
        <a:bodyPr/>
        <a:lstStyle/>
        <a:p>
          <a:endParaRPr lang="fr-FR"/>
        </a:p>
      </dgm:t>
    </dgm:pt>
    <dgm:pt modelId="{E7A997F4-6A89-466A-AE98-6E116383A272}" type="pres">
      <dgm:prSet presAssocID="{5E84F316-119A-44E8-B5BC-3C6AC13B38B2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C232D4F6-A1BE-47BA-A154-237CA9DB357B}" type="pres">
      <dgm:prSet presAssocID="{5E84F316-119A-44E8-B5BC-3C6AC13B38B2}" presName="rootComposite" presStyleCnt="0"/>
      <dgm:spPr/>
      <dgm:t>
        <a:bodyPr/>
        <a:lstStyle/>
        <a:p>
          <a:endParaRPr lang="fr-FR"/>
        </a:p>
      </dgm:t>
    </dgm:pt>
    <dgm:pt modelId="{454FDF45-A8F1-444E-8B88-CA7FDD1695FA}" type="pres">
      <dgm:prSet presAssocID="{5E84F316-119A-44E8-B5BC-3C6AC13B38B2}" presName="rootText" presStyleLbl="node3" presStyleIdx="31" presStyleCnt="37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659FB046-5E16-4CA7-88B5-20F8290721AE}" type="pres">
      <dgm:prSet presAssocID="{5E84F316-119A-44E8-B5BC-3C6AC13B38B2}" presName="rootConnector" presStyleLbl="node3" presStyleIdx="31" presStyleCnt="37"/>
      <dgm:spPr/>
      <dgm:t>
        <a:bodyPr/>
        <a:lstStyle/>
        <a:p>
          <a:endParaRPr lang="fr-FR"/>
        </a:p>
      </dgm:t>
    </dgm:pt>
    <dgm:pt modelId="{36685C86-6002-43F8-B90E-5456883B43DE}" type="pres">
      <dgm:prSet presAssocID="{5E84F316-119A-44E8-B5BC-3C6AC13B38B2}" presName="hierChild4" presStyleCnt="0"/>
      <dgm:spPr/>
      <dgm:t>
        <a:bodyPr/>
        <a:lstStyle/>
        <a:p>
          <a:endParaRPr lang="fr-FR"/>
        </a:p>
      </dgm:t>
    </dgm:pt>
    <dgm:pt modelId="{AD2E311E-9B60-4597-957A-9F1280F819FA}" type="pres">
      <dgm:prSet presAssocID="{5E84F316-119A-44E8-B5BC-3C6AC13B38B2}" presName="hierChild5" presStyleCnt="0"/>
      <dgm:spPr/>
      <dgm:t>
        <a:bodyPr/>
        <a:lstStyle/>
        <a:p>
          <a:endParaRPr lang="fr-FR"/>
        </a:p>
      </dgm:t>
    </dgm:pt>
    <dgm:pt modelId="{15A941D5-E0BA-404A-BAF2-5AF2E02CB577}" type="pres">
      <dgm:prSet presAssocID="{1E38A14B-8D50-4914-8E23-76BE4F4DFC53}" presName="Name37" presStyleLbl="parChTrans1D3" presStyleIdx="32" presStyleCnt="37"/>
      <dgm:spPr/>
      <dgm:t>
        <a:bodyPr/>
        <a:lstStyle/>
        <a:p>
          <a:endParaRPr lang="fr-FR"/>
        </a:p>
      </dgm:t>
    </dgm:pt>
    <dgm:pt modelId="{10A4DE11-82D9-426B-83EF-8CB5CB873A05}" type="pres">
      <dgm:prSet presAssocID="{F13707A1-0595-4C6E-B1EF-788549332F89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D9C12739-B38D-4452-9558-FA6FA82DFF10}" type="pres">
      <dgm:prSet presAssocID="{F13707A1-0595-4C6E-B1EF-788549332F89}" presName="rootComposite" presStyleCnt="0"/>
      <dgm:spPr/>
      <dgm:t>
        <a:bodyPr/>
        <a:lstStyle/>
        <a:p>
          <a:endParaRPr lang="fr-FR"/>
        </a:p>
      </dgm:t>
    </dgm:pt>
    <dgm:pt modelId="{21ABB394-9B71-45E8-9812-1E8248D9D510}" type="pres">
      <dgm:prSet presAssocID="{F13707A1-0595-4C6E-B1EF-788549332F89}" presName="rootText" presStyleLbl="node3" presStyleIdx="32" presStyleCnt="37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BA515D23-7257-4D15-B6B8-54A7713C289F}" type="pres">
      <dgm:prSet presAssocID="{F13707A1-0595-4C6E-B1EF-788549332F89}" presName="rootConnector" presStyleLbl="node3" presStyleIdx="32" presStyleCnt="37"/>
      <dgm:spPr/>
      <dgm:t>
        <a:bodyPr/>
        <a:lstStyle/>
        <a:p>
          <a:endParaRPr lang="fr-FR"/>
        </a:p>
      </dgm:t>
    </dgm:pt>
    <dgm:pt modelId="{B14909C8-9714-490D-A130-402495AF0E32}" type="pres">
      <dgm:prSet presAssocID="{F13707A1-0595-4C6E-B1EF-788549332F89}" presName="hierChild4" presStyleCnt="0"/>
      <dgm:spPr/>
      <dgm:t>
        <a:bodyPr/>
        <a:lstStyle/>
        <a:p>
          <a:endParaRPr lang="fr-FR"/>
        </a:p>
      </dgm:t>
    </dgm:pt>
    <dgm:pt modelId="{EB5E1808-F446-4070-ADB2-BE5744ADCBAC}" type="pres">
      <dgm:prSet presAssocID="{F13707A1-0595-4C6E-B1EF-788549332F89}" presName="hierChild5" presStyleCnt="0"/>
      <dgm:spPr/>
      <dgm:t>
        <a:bodyPr/>
        <a:lstStyle/>
        <a:p>
          <a:endParaRPr lang="fr-FR"/>
        </a:p>
      </dgm:t>
    </dgm:pt>
    <dgm:pt modelId="{F6D2DE9F-0BA8-415D-9817-45F230BF3D51}" type="pres">
      <dgm:prSet presAssocID="{1E2C845A-5D6B-4F9A-AE68-80ADF32CA6C4}" presName="Name37" presStyleLbl="parChTrans1D3" presStyleIdx="33" presStyleCnt="37"/>
      <dgm:spPr/>
      <dgm:t>
        <a:bodyPr/>
        <a:lstStyle/>
        <a:p>
          <a:endParaRPr lang="fr-FR"/>
        </a:p>
      </dgm:t>
    </dgm:pt>
    <dgm:pt modelId="{6881FA93-5A80-438D-8F63-D9AA9C349675}" type="pres">
      <dgm:prSet presAssocID="{65311165-9E54-41BF-8B6D-49E42EF7229B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BE26A3C8-B206-4B06-B904-5326F618E90E}" type="pres">
      <dgm:prSet presAssocID="{65311165-9E54-41BF-8B6D-49E42EF7229B}" presName="rootComposite" presStyleCnt="0"/>
      <dgm:spPr/>
      <dgm:t>
        <a:bodyPr/>
        <a:lstStyle/>
        <a:p>
          <a:endParaRPr lang="fr-FR"/>
        </a:p>
      </dgm:t>
    </dgm:pt>
    <dgm:pt modelId="{F22EA178-59D4-424B-BEF7-0756C8451386}" type="pres">
      <dgm:prSet presAssocID="{65311165-9E54-41BF-8B6D-49E42EF7229B}" presName="rootText" presStyleLbl="node3" presStyleIdx="33" presStyleCnt="37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E3A7BA5D-B1C6-4F6C-A04C-567E0C2D9ECA}" type="pres">
      <dgm:prSet presAssocID="{65311165-9E54-41BF-8B6D-49E42EF7229B}" presName="rootConnector" presStyleLbl="node3" presStyleIdx="33" presStyleCnt="37"/>
      <dgm:spPr/>
      <dgm:t>
        <a:bodyPr/>
        <a:lstStyle/>
        <a:p>
          <a:endParaRPr lang="fr-FR"/>
        </a:p>
      </dgm:t>
    </dgm:pt>
    <dgm:pt modelId="{C8E9E7B1-C8D3-40E6-A32D-8256D5395B87}" type="pres">
      <dgm:prSet presAssocID="{65311165-9E54-41BF-8B6D-49E42EF7229B}" presName="hierChild4" presStyleCnt="0"/>
      <dgm:spPr/>
      <dgm:t>
        <a:bodyPr/>
        <a:lstStyle/>
        <a:p>
          <a:endParaRPr lang="fr-FR"/>
        </a:p>
      </dgm:t>
    </dgm:pt>
    <dgm:pt modelId="{10298E19-3C8F-45C2-8662-3F83704A553D}" type="pres">
      <dgm:prSet presAssocID="{65311165-9E54-41BF-8B6D-49E42EF7229B}" presName="hierChild5" presStyleCnt="0"/>
      <dgm:spPr/>
      <dgm:t>
        <a:bodyPr/>
        <a:lstStyle/>
        <a:p>
          <a:endParaRPr lang="fr-FR"/>
        </a:p>
      </dgm:t>
    </dgm:pt>
    <dgm:pt modelId="{329B2788-1160-4F09-BC24-5FCAE4BE7CEF}" type="pres">
      <dgm:prSet presAssocID="{8265C9E7-3C97-4198-B088-F90B31702504}" presName="Name37" presStyleLbl="parChTrans1D3" presStyleIdx="34" presStyleCnt="37"/>
      <dgm:spPr/>
      <dgm:t>
        <a:bodyPr/>
        <a:lstStyle/>
        <a:p>
          <a:endParaRPr lang="fr-FR"/>
        </a:p>
      </dgm:t>
    </dgm:pt>
    <dgm:pt modelId="{02B23221-B9F4-43E7-BB7C-190529869C6D}" type="pres">
      <dgm:prSet presAssocID="{FF6C94D2-7103-40B8-B761-915F653A43DA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9F09FDC2-56DF-42C7-BFFB-7C886BAA88AC}" type="pres">
      <dgm:prSet presAssocID="{FF6C94D2-7103-40B8-B761-915F653A43DA}" presName="rootComposite" presStyleCnt="0"/>
      <dgm:spPr/>
      <dgm:t>
        <a:bodyPr/>
        <a:lstStyle/>
        <a:p>
          <a:endParaRPr lang="fr-FR"/>
        </a:p>
      </dgm:t>
    </dgm:pt>
    <dgm:pt modelId="{C595C981-459D-43C2-81AF-1F85E854FD0D}" type="pres">
      <dgm:prSet presAssocID="{FF6C94D2-7103-40B8-B761-915F653A43DA}" presName="rootText" presStyleLbl="node3" presStyleIdx="34" presStyleCnt="37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BAFFE6D2-E1DD-46D3-96B9-52803D599C2C}" type="pres">
      <dgm:prSet presAssocID="{FF6C94D2-7103-40B8-B761-915F653A43DA}" presName="rootConnector" presStyleLbl="node3" presStyleIdx="34" presStyleCnt="37"/>
      <dgm:spPr/>
      <dgm:t>
        <a:bodyPr/>
        <a:lstStyle/>
        <a:p>
          <a:endParaRPr lang="fr-FR"/>
        </a:p>
      </dgm:t>
    </dgm:pt>
    <dgm:pt modelId="{12BA6B08-17CB-4B7E-9858-B8B8918DDAFD}" type="pres">
      <dgm:prSet presAssocID="{FF6C94D2-7103-40B8-B761-915F653A43DA}" presName="hierChild4" presStyleCnt="0"/>
      <dgm:spPr/>
      <dgm:t>
        <a:bodyPr/>
        <a:lstStyle/>
        <a:p>
          <a:endParaRPr lang="fr-FR"/>
        </a:p>
      </dgm:t>
    </dgm:pt>
    <dgm:pt modelId="{FDAF6298-1141-4BF7-9D3C-F312A59B1D28}" type="pres">
      <dgm:prSet presAssocID="{FF6C94D2-7103-40B8-B761-915F653A43DA}" presName="hierChild5" presStyleCnt="0"/>
      <dgm:spPr/>
      <dgm:t>
        <a:bodyPr/>
        <a:lstStyle/>
        <a:p>
          <a:endParaRPr lang="fr-FR"/>
        </a:p>
      </dgm:t>
    </dgm:pt>
    <dgm:pt modelId="{D40E106C-180C-444A-9F1C-2EF8C3E744A3}" type="pres">
      <dgm:prSet presAssocID="{2DF021DD-9860-4BEA-9E2F-E9239E04297D}" presName="Name37" presStyleLbl="parChTrans1D3" presStyleIdx="35" presStyleCnt="37"/>
      <dgm:spPr/>
      <dgm:t>
        <a:bodyPr/>
        <a:lstStyle/>
        <a:p>
          <a:endParaRPr lang="fr-FR"/>
        </a:p>
      </dgm:t>
    </dgm:pt>
    <dgm:pt modelId="{54513CBF-125F-4D3F-81A1-563F1A9D4E26}" type="pres">
      <dgm:prSet presAssocID="{CA6A5245-7479-4767-AB35-03965CCA846C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63039B09-60A8-4BB2-AF2A-0B08FFBE9471}" type="pres">
      <dgm:prSet presAssocID="{CA6A5245-7479-4767-AB35-03965CCA846C}" presName="rootComposite" presStyleCnt="0"/>
      <dgm:spPr/>
      <dgm:t>
        <a:bodyPr/>
        <a:lstStyle/>
        <a:p>
          <a:endParaRPr lang="fr-FR"/>
        </a:p>
      </dgm:t>
    </dgm:pt>
    <dgm:pt modelId="{F43EBB54-6E8F-4F1F-8A2F-097E5D7543FC}" type="pres">
      <dgm:prSet presAssocID="{CA6A5245-7479-4767-AB35-03965CCA846C}" presName="rootText" presStyleLbl="node3" presStyleIdx="35" presStyleCnt="37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D94C2EE7-FDAB-4170-8E63-0DA495B04D3A}" type="pres">
      <dgm:prSet presAssocID="{CA6A5245-7479-4767-AB35-03965CCA846C}" presName="rootConnector" presStyleLbl="node3" presStyleIdx="35" presStyleCnt="37"/>
      <dgm:spPr/>
      <dgm:t>
        <a:bodyPr/>
        <a:lstStyle/>
        <a:p>
          <a:endParaRPr lang="fr-FR"/>
        </a:p>
      </dgm:t>
    </dgm:pt>
    <dgm:pt modelId="{6FCA4723-F3B9-4B47-8D93-19433F13FC78}" type="pres">
      <dgm:prSet presAssocID="{CA6A5245-7479-4767-AB35-03965CCA846C}" presName="hierChild4" presStyleCnt="0"/>
      <dgm:spPr/>
      <dgm:t>
        <a:bodyPr/>
        <a:lstStyle/>
        <a:p>
          <a:endParaRPr lang="fr-FR"/>
        </a:p>
      </dgm:t>
    </dgm:pt>
    <dgm:pt modelId="{D023FE4C-EEAC-46EB-9DE7-2039F20AADFA}" type="pres">
      <dgm:prSet presAssocID="{CA6A5245-7479-4767-AB35-03965CCA846C}" presName="hierChild5" presStyleCnt="0"/>
      <dgm:spPr/>
      <dgm:t>
        <a:bodyPr/>
        <a:lstStyle/>
        <a:p>
          <a:endParaRPr lang="fr-FR"/>
        </a:p>
      </dgm:t>
    </dgm:pt>
    <dgm:pt modelId="{D049C423-08D1-4DD5-BC4F-93EFCF805D66}" type="pres">
      <dgm:prSet presAssocID="{6B962080-FED5-4AF2-A9BE-53660A63D5AC}" presName="Name37" presStyleLbl="parChTrans1D3" presStyleIdx="36" presStyleCnt="37"/>
      <dgm:spPr/>
      <dgm:t>
        <a:bodyPr/>
        <a:lstStyle/>
        <a:p>
          <a:endParaRPr lang="fr-FR"/>
        </a:p>
      </dgm:t>
    </dgm:pt>
    <dgm:pt modelId="{DB776056-085C-4F2B-8608-58F643D81FD0}" type="pres">
      <dgm:prSet presAssocID="{2667736C-7E66-40C5-B1CE-4CC8F1E1A48E}" presName="hierRoot2" presStyleCnt="0">
        <dgm:presLayoutVars>
          <dgm:hierBranch val="init"/>
        </dgm:presLayoutVars>
      </dgm:prSet>
      <dgm:spPr/>
      <dgm:t>
        <a:bodyPr/>
        <a:lstStyle/>
        <a:p>
          <a:endParaRPr lang="fr-FR"/>
        </a:p>
      </dgm:t>
    </dgm:pt>
    <dgm:pt modelId="{05EDF312-A85F-447F-9F42-1FBD172C916B}" type="pres">
      <dgm:prSet presAssocID="{2667736C-7E66-40C5-B1CE-4CC8F1E1A48E}" presName="rootComposite" presStyleCnt="0"/>
      <dgm:spPr/>
      <dgm:t>
        <a:bodyPr/>
        <a:lstStyle/>
        <a:p>
          <a:endParaRPr lang="fr-FR"/>
        </a:p>
      </dgm:t>
    </dgm:pt>
    <dgm:pt modelId="{ED0AA987-4232-46C5-8F49-AA265E11D1BF}" type="pres">
      <dgm:prSet presAssocID="{2667736C-7E66-40C5-B1CE-4CC8F1E1A48E}" presName="rootText" presStyleLbl="node3" presStyleIdx="36" presStyleCnt="37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BC5F7FD2-B339-4EFB-BD0F-7EFE1F6A2A12}" type="pres">
      <dgm:prSet presAssocID="{2667736C-7E66-40C5-B1CE-4CC8F1E1A48E}" presName="rootConnector" presStyleLbl="node3" presStyleIdx="36" presStyleCnt="37"/>
      <dgm:spPr/>
      <dgm:t>
        <a:bodyPr/>
        <a:lstStyle/>
        <a:p>
          <a:endParaRPr lang="fr-FR"/>
        </a:p>
      </dgm:t>
    </dgm:pt>
    <dgm:pt modelId="{64DBE9A6-DEC6-40A9-8468-E2E97F93D467}" type="pres">
      <dgm:prSet presAssocID="{2667736C-7E66-40C5-B1CE-4CC8F1E1A48E}" presName="hierChild4" presStyleCnt="0"/>
      <dgm:spPr/>
      <dgm:t>
        <a:bodyPr/>
        <a:lstStyle/>
        <a:p>
          <a:endParaRPr lang="fr-FR"/>
        </a:p>
      </dgm:t>
    </dgm:pt>
    <dgm:pt modelId="{6E08FBFE-49BA-4F97-BECA-BBDB836FB7A5}" type="pres">
      <dgm:prSet presAssocID="{2667736C-7E66-40C5-B1CE-4CC8F1E1A48E}" presName="hierChild5" presStyleCnt="0"/>
      <dgm:spPr/>
      <dgm:t>
        <a:bodyPr/>
        <a:lstStyle/>
        <a:p>
          <a:endParaRPr lang="fr-FR"/>
        </a:p>
      </dgm:t>
    </dgm:pt>
    <dgm:pt modelId="{2FC65B4C-C983-41E2-B58B-B359B7FB2E2E}" type="pres">
      <dgm:prSet presAssocID="{2C1BEA0E-9F7A-4212-AF9B-258685143220}" presName="hierChild5" presStyleCnt="0"/>
      <dgm:spPr/>
      <dgm:t>
        <a:bodyPr/>
        <a:lstStyle/>
        <a:p>
          <a:endParaRPr lang="fr-FR"/>
        </a:p>
      </dgm:t>
    </dgm:pt>
    <dgm:pt modelId="{271D86BA-320C-4F9B-BCEC-E81488E8643F}" type="pres">
      <dgm:prSet presAssocID="{2267334C-96B1-48CA-B472-9FCB765AA736}" presName="hierChild3" presStyleCnt="0"/>
      <dgm:spPr/>
      <dgm:t>
        <a:bodyPr/>
        <a:lstStyle/>
        <a:p>
          <a:endParaRPr lang="fr-FR"/>
        </a:p>
      </dgm:t>
    </dgm:pt>
  </dgm:ptLst>
  <dgm:cxnLst>
    <dgm:cxn modelId="{440AF3B2-F272-447B-AEA0-3B06D2E75262}" type="presOf" srcId="{7DD27538-0850-4D3D-B5F3-28B79FD3C20A}" destId="{A8623BC1-6292-4C32-8AE3-738295D74120}" srcOrd="1" destOrd="0" presId="urn:microsoft.com/office/officeart/2005/8/layout/orgChart1"/>
    <dgm:cxn modelId="{0AA8672E-0DC6-41FA-AB30-6D32F2630103}" type="presOf" srcId="{4974B34C-3786-422B-8DF8-C8090A7CB9A8}" destId="{C3039185-4885-4346-9706-1010CF464D41}" srcOrd="0" destOrd="0" presId="urn:microsoft.com/office/officeart/2005/8/layout/orgChart1"/>
    <dgm:cxn modelId="{F2149BC0-8498-49CA-BEE9-4329CCF222D5}" srcId="{774D9153-9FE6-439A-BBAD-757BCD416319}" destId="{A25232E0-6783-4B68-8BF1-3BBA14FAEF7A}" srcOrd="1" destOrd="0" parTransId="{649BE36B-41C8-4718-8E85-5C44966675B9}" sibTransId="{12801346-5BB2-4A2B-AE14-1292DF68E162}"/>
    <dgm:cxn modelId="{388CDA0A-4843-498A-8FBB-8F461307CD53}" type="presOf" srcId="{774D9153-9FE6-439A-BBAD-757BCD416319}" destId="{A02B5C86-C3C3-4FAA-9195-19363436DBC2}" srcOrd="0" destOrd="0" presId="urn:microsoft.com/office/officeart/2005/8/layout/orgChart1"/>
    <dgm:cxn modelId="{8933890A-7F1E-4C3D-B7FE-86B4834AD678}" srcId="{2C1BEA0E-9F7A-4212-AF9B-258685143220}" destId="{F13707A1-0595-4C6E-B1EF-788549332F89}" srcOrd="1" destOrd="0" parTransId="{1E38A14B-8D50-4914-8E23-76BE4F4DFC53}" sibTransId="{24D71226-059F-41E1-8676-678453565AAA}"/>
    <dgm:cxn modelId="{DD45267A-2F65-44B7-B820-97B42D4FE93F}" type="presOf" srcId="{EBB0A82A-8489-4E21-9FD7-C3F50B9CDECA}" destId="{07E6A7D0-CE3E-4B0D-B15C-0857FCC3A6C8}" srcOrd="1" destOrd="0" presId="urn:microsoft.com/office/officeart/2005/8/layout/orgChart1"/>
    <dgm:cxn modelId="{82310566-11C1-4B05-AFC2-E1959B47E717}" type="presOf" srcId="{1E6A59E0-EC9E-4FBB-9C86-A112CCD13249}" destId="{706E5DAF-3CF8-4A31-BA95-1FE9F760330B}" srcOrd="0" destOrd="0" presId="urn:microsoft.com/office/officeart/2005/8/layout/orgChart1"/>
    <dgm:cxn modelId="{67054144-C76F-4F9E-81A8-514B0D93D4C3}" srcId="{4CC937A9-7821-4CD1-AEC3-D29515E40FD9}" destId="{2267334C-96B1-48CA-B472-9FCB765AA736}" srcOrd="0" destOrd="0" parTransId="{5910CDA3-9C19-4A73-A7FC-EBF9C0AF813A}" sibTransId="{742755DF-1810-495F-ABD3-6121CC45BC23}"/>
    <dgm:cxn modelId="{F8D8F66D-0D29-4843-823D-71D95831450C}" srcId="{18FD67AF-1365-4FA0-B0FB-C7A6B57EB21A}" destId="{4BC7EAD5-81FC-4A29-B4BC-8271BC93CEBF}" srcOrd="3" destOrd="0" parTransId="{4C1BFD9C-AE40-4D46-BC22-99AB98E74491}" sibTransId="{72C64D53-A075-4E8C-A23F-3F6A45B53F6C}"/>
    <dgm:cxn modelId="{C30D2571-E555-4B5D-B9A3-6B947997108E}" srcId="{7DD27538-0850-4D3D-B5F3-28B79FD3C20A}" destId="{EC6199EA-E99B-4F50-A612-5E49E440FE83}" srcOrd="4" destOrd="0" parTransId="{1F0C4730-CDF2-44EE-B251-2EBE0DCBB78F}" sibTransId="{239B785D-67E8-455E-99E0-30BB83F6DE0E}"/>
    <dgm:cxn modelId="{CFFFABD0-DF90-4C4A-913B-FBAE1BF7C428}" type="presOf" srcId="{F77C2464-9969-48E7-97D7-86E5D9BAAEA5}" destId="{4E7395BA-345E-43CA-AD65-00AF9FC8D8AE}" srcOrd="0" destOrd="0" presId="urn:microsoft.com/office/officeart/2005/8/layout/orgChart1"/>
    <dgm:cxn modelId="{EF28ED9B-0DEA-4033-9106-94CE55072DAD}" type="presOf" srcId="{649BE36B-41C8-4718-8E85-5C44966675B9}" destId="{46DE7411-73C3-43BC-8D0B-AD00756E286C}" srcOrd="0" destOrd="0" presId="urn:microsoft.com/office/officeart/2005/8/layout/orgChart1"/>
    <dgm:cxn modelId="{A446F0F2-A468-4359-A952-2B26753BC271}" srcId="{7DD27538-0850-4D3D-B5F3-28B79FD3C20A}" destId="{1219FF54-3EA4-4FCF-B397-942BD420A948}" srcOrd="3" destOrd="0" parTransId="{59AFA4BD-50A4-4F98-9183-D6DE146B32F7}" sibTransId="{79D83892-3A49-4D18-8688-B03247923C26}"/>
    <dgm:cxn modelId="{0F1E8868-3218-4269-8538-BA29095078F2}" type="presOf" srcId="{EBB0A82A-8489-4E21-9FD7-C3F50B9CDECA}" destId="{4AEC20CE-B4FF-4912-8573-41848BEE0423}" srcOrd="0" destOrd="0" presId="urn:microsoft.com/office/officeart/2005/8/layout/orgChart1"/>
    <dgm:cxn modelId="{0CE8EAA3-E6EF-4883-8A49-49C6F65604F7}" srcId="{C2D5506A-7FB7-44B3-92AA-BD7E61C65BA7}" destId="{7A5D2621-03F8-4932-ADFD-7C9AE96E631D}" srcOrd="4" destOrd="0" parTransId="{1E6A59E0-EC9E-4FBB-9C86-A112CCD13249}" sibTransId="{C6F4BFA2-0A6B-4438-93D4-638644A502CF}"/>
    <dgm:cxn modelId="{F9C6E164-E3A8-411A-9871-5EE099482528}" type="presOf" srcId="{4BC7EAD5-81FC-4A29-B4BC-8271BC93CEBF}" destId="{D91A6CF7-7E65-4C29-9EA3-CF1162DCC07B}" srcOrd="0" destOrd="0" presId="urn:microsoft.com/office/officeart/2005/8/layout/orgChart1"/>
    <dgm:cxn modelId="{F8910982-5380-4E8F-AEDC-6DABDAE6BC14}" srcId="{C2D5506A-7FB7-44B3-92AA-BD7E61C65BA7}" destId="{2C03ED82-7FF7-4149-97E4-EACA1E962D54}" srcOrd="5" destOrd="0" parTransId="{F8B26139-928C-47A7-92F7-797D47885C5E}" sibTransId="{29043347-B22B-4855-AA08-E8D1B610FF7B}"/>
    <dgm:cxn modelId="{CBC39FD9-F833-40EE-A408-FFEC3558905C}" srcId="{18FD67AF-1365-4FA0-B0FB-C7A6B57EB21A}" destId="{A6E9DE07-47F0-4581-AF00-C15E5809B3D9}" srcOrd="1" destOrd="0" parTransId="{1C966DDF-0A3B-48F9-9179-9D3A8E94ACD6}" sibTransId="{360D4ACA-EF89-4454-89F5-8AD9ACBD017E}"/>
    <dgm:cxn modelId="{29C2D9F7-0955-428C-8DE4-BDE268D93BE4}" type="presOf" srcId="{E0986706-55A4-45BF-9FF2-6F7E543C3EAF}" destId="{A63373E7-DC5A-4128-8743-4D256A2684C9}" srcOrd="0" destOrd="0" presId="urn:microsoft.com/office/officeart/2005/8/layout/orgChart1"/>
    <dgm:cxn modelId="{AF67C4D1-CD7F-4C41-B318-BA32125D1E61}" srcId="{18FD67AF-1365-4FA0-B0FB-C7A6B57EB21A}" destId="{3ADFCEE3-3FC4-4EDC-B2D3-57365568CD00}" srcOrd="0" destOrd="0" parTransId="{2FDB59B8-0AE8-44E9-9968-F9099030C82C}" sibTransId="{E19055EA-FF12-4B91-B927-C5CF998386E3}"/>
    <dgm:cxn modelId="{27793561-6018-4BB1-B8C4-D41C9BF4599C}" type="presOf" srcId="{F13707A1-0595-4C6E-B1EF-788549332F89}" destId="{BA515D23-7257-4D15-B6B8-54A7713C289F}" srcOrd="1" destOrd="0" presId="urn:microsoft.com/office/officeart/2005/8/layout/orgChart1"/>
    <dgm:cxn modelId="{504B9B70-680E-4E3E-8ABF-0DE5D52A6498}" type="presOf" srcId="{7A5D2621-03F8-4932-ADFD-7C9AE96E631D}" destId="{FCC4C211-DF71-42F3-9C37-CD452E04E8DE}" srcOrd="0" destOrd="0" presId="urn:microsoft.com/office/officeart/2005/8/layout/orgChart1"/>
    <dgm:cxn modelId="{346AC697-078A-4FB1-9124-4473A5292F7D}" type="presOf" srcId="{CA6A5245-7479-4767-AB35-03965CCA846C}" destId="{D94C2EE7-FDAB-4170-8E63-0DA495B04D3A}" srcOrd="1" destOrd="0" presId="urn:microsoft.com/office/officeart/2005/8/layout/orgChart1"/>
    <dgm:cxn modelId="{348C5FA6-330A-4146-A2AB-2BCC879F3E78}" type="presOf" srcId="{931120C3-2E02-4E14-8595-C22662C8EA99}" destId="{57EB40AE-1213-44AD-B60F-669A77FFF3F5}" srcOrd="0" destOrd="0" presId="urn:microsoft.com/office/officeart/2005/8/layout/orgChart1"/>
    <dgm:cxn modelId="{49EEF814-B3C4-4967-A81D-ED0F7007A6F2}" type="presOf" srcId="{7DD27538-0850-4D3D-B5F3-28B79FD3C20A}" destId="{622DBD3F-247F-4FE4-812B-AA1EF0784095}" srcOrd="0" destOrd="0" presId="urn:microsoft.com/office/officeart/2005/8/layout/orgChart1"/>
    <dgm:cxn modelId="{B8CBA8CF-4522-49B2-B703-F71C4828E2CE}" type="presOf" srcId="{18FD67AF-1365-4FA0-B0FB-C7A6B57EB21A}" destId="{00599FE9-AC31-4484-A490-FAA99FEC84EF}" srcOrd="1" destOrd="0" presId="urn:microsoft.com/office/officeart/2005/8/layout/orgChart1"/>
    <dgm:cxn modelId="{398FE0E1-A91D-4630-8A7B-5BF1606FB0B9}" type="presOf" srcId="{8265C9E7-3C97-4198-B088-F90B31702504}" destId="{329B2788-1160-4F09-BC24-5FCAE4BE7CEF}" srcOrd="0" destOrd="0" presId="urn:microsoft.com/office/officeart/2005/8/layout/orgChart1"/>
    <dgm:cxn modelId="{C28CFAE8-CD27-4639-88C1-1337A74FEEA0}" srcId="{1BC589CB-9031-435A-BB36-338C3830399A}" destId="{5911B4FE-BB6C-4895-B0E7-FC0CE5210CF9}" srcOrd="2" destOrd="0" parTransId="{09629A30-B745-4FAE-AE0F-6BDC37013138}" sibTransId="{17751F43-C00A-401D-94C1-EDE9FB643B0E}"/>
    <dgm:cxn modelId="{6DEC5073-EA5F-4F46-B2D7-F93603C06613}" type="presOf" srcId="{4BC7EAD5-81FC-4A29-B4BC-8271BC93CEBF}" destId="{63AAA07F-4DC2-40D4-A48F-91C66350F411}" srcOrd="1" destOrd="0" presId="urn:microsoft.com/office/officeart/2005/8/layout/orgChart1"/>
    <dgm:cxn modelId="{11839787-E834-40E8-8127-0F114676D6BC}" type="presOf" srcId="{7A5D2621-03F8-4932-ADFD-7C9AE96E631D}" destId="{A471E436-B06A-4CD5-985C-48EE9C46ECA8}" srcOrd="1" destOrd="0" presId="urn:microsoft.com/office/officeart/2005/8/layout/orgChart1"/>
    <dgm:cxn modelId="{0DD0F741-F706-4F0C-AA33-FAFD28BFB649}" type="presOf" srcId="{F8B26139-928C-47A7-92F7-797D47885C5E}" destId="{6EFBE289-0B21-4BC9-B4D7-51484357178E}" srcOrd="0" destOrd="0" presId="urn:microsoft.com/office/officeart/2005/8/layout/orgChart1"/>
    <dgm:cxn modelId="{90E5084A-C2D3-47D8-A37C-FC137B82E100}" type="presOf" srcId="{18FD67AF-1365-4FA0-B0FB-C7A6B57EB21A}" destId="{7AC44FC1-8D32-423D-8D23-18BB41E591F7}" srcOrd="0" destOrd="0" presId="urn:microsoft.com/office/officeart/2005/8/layout/orgChart1"/>
    <dgm:cxn modelId="{47AB9576-3950-467B-A144-70B73A0BA8B0}" type="presOf" srcId="{BE553641-0827-41AC-9DC9-CB24CD5277E9}" destId="{E173C6E0-7542-4AE3-B899-FD23165D3ACD}" srcOrd="1" destOrd="0" presId="urn:microsoft.com/office/officeart/2005/8/layout/orgChart1"/>
    <dgm:cxn modelId="{F9306AE9-B467-4D15-99A4-A91EAF8B584B}" type="presOf" srcId="{89261DC6-67AC-40CD-ABF0-696B0A900DE9}" destId="{EBB20676-EF53-443B-944B-EA0E98245DDF}" srcOrd="0" destOrd="0" presId="urn:microsoft.com/office/officeart/2005/8/layout/orgChart1"/>
    <dgm:cxn modelId="{0D38EEFC-F844-491B-894E-1A923076FE21}" type="presOf" srcId="{59AFA4BD-50A4-4F98-9183-D6DE146B32F7}" destId="{9E09FF70-ACA2-49FC-B0FC-8166DC6BBA26}" srcOrd="0" destOrd="0" presId="urn:microsoft.com/office/officeart/2005/8/layout/orgChart1"/>
    <dgm:cxn modelId="{BA286AE0-8040-4123-9994-30CE2101E37D}" srcId="{1BC589CB-9031-435A-BB36-338C3830399A}" destId="{5B4655B9-92E9-4080-A959-8B36010D1408}" srcOrd="1" destOrd="0" parTransId="{86A63147-9E6D-49DE-8B0E-05549509A08D}" sibTransId="{5BD16F7B-A97A-483B-83A7-103AF3CB239D}"/>
    <dgm:cxn modelId="{4DAB25A4-0B21-44FA-8BA8-8F9AEDD2185F}" type="presOf" srcId="{FF6C94D2-7103-40B8-B761-915F653A43DA}" destId="{C595C981-459D-43C2-81AF-1F85E854FD0D}" srcOrd="0" destOrd="0" presId="urn:microsoft.com/office/officeart/2005/8/layout/orgChart1"/>
    <dgm:cxn modelId="{8E779EE2-0C14-4AEA-8D5A-1D015F5A9D0E}" type="presOf" srcId="{2C03ED82-7FF7-4149-97E4-EACA1E962D54}" destId="{63533C46-7135-4027-9733-7C537C5F4DA2}" srcOrd="1" destOrd="0" presId="urn:microsoft.com/office/officeart/2005/8/layout/orgChart1"/>
    <dgm:cxn modelId="{4A1AB256-D311-4F50-8BB7-686F5ABE327B}" type="presOf" srcId="{4603FA6D-1938-4EA4-B002-120181AF5DAF}" destId="{F2DCF990-A700-4B22-A448-6756095B2DBD}" srcOrd="0" destOrd="0" presId="urn:microsoft.com/office/officeart/2005/8/layout/orgChart1"/>
    <dgm:cxn modelId="{403C8224-D82C-4BEE-AEFA-36106C6DA40C}" type="presOf" srcId="{FC27E1B3-B06C-4AED-AC0A-5BDA1C8DC0B7}" destId="{7FB858B7-9838-402E-A059-5D7628C135EB}" srcOrd="1" destOrd="0" presId="urn:microsoft.com/office/officeart/2005/8/layout/orgChart1"/>
    <dgm:cxn modelId="{403BD6FB-3F21-4ED9-9644-BF59696F386A}" type="presOf" srcId="{65311165-9E54-41BF-8B6D-49E42EF7229B}" destId="{E3A7BA5D-B1C6-4F6C-A04C-567E0C2D9ECA}" srcOrd="1" destOrd="0" presId="urn:microsoft.com/office/officeart/2005/8/layout/orgChart1"/>
    <dgm:cxn modelId="{BA1DD17F-DC5D-48AC-99AA-473857C9618B}" srcId="{18FD67AF-1365-4FA0-B0FB-C7A6B57EB21A}" destId="{8F6F248C-DA4A-4BC0-BD9E-F60D7543DEED}" srcOrd="2" destOrd="0" parTransId="{EEB803FB-092A-4A78-8DEC-AE43B4621193}" sibTransId="{39EF5661-DB27-49F0-843C-F57A6603DA13}"/>
    <dgm:cxn modelId="{4404E0DC-1261-42C3-A8F3-BB63529444EB}" type="presOf" srcId="{5E635878-2D0F-43A2-BF60-E16E0EC7D1E3}" destId="{37E70922-C788-4DDE-96E9-DECF3FE0000D}" srcOrd="1" destOrd="0" presId="urn:microsoft.com/office/officeart/2005/8/layout/orgChart1"/>
    <dgm:cxn modelId="{A07FBCB5-40AD-4953-A166-CCCC560B1DCD}" type="presOf" srcId="{92C4A646-BA4C-490C-AD5C-C7D3106FD1F8}" destId="{41CE3861-D561-45EB-947F-0E9FD774A8A2}" srcOrd="0" destOrd="0" presId="urn:microsoft.com/office/officeart/2005/8/layout/orgChart1"/>
    <dgm:cxn modelId="{E447DD65-7211-4A03-A498-8B83FB568C28}" type="presOf" srcId="{1E2C845A-5D6B-4F9A-AE68-80ADF32CA6C4}" destId="{F6D2DE9F-0BA8-415D-9817-45F230BF3D51}" srcOrd="0" destOrd="0" presId="urn:microsoft.com/office/officeart/2005/8/layout/orgChart1"/>
    <dgm:cxn modelId="{81A2E7B6-4325-4458-88C1-50E19466A16F}" type="presOf" srcId="{08C422FF-8C9F-4D77-8460-7D5EC6AC2B49}" destId="{00F37CFE-B8AE-428B-93CE-A96F5D22D84C}" srcOrd="0" destOrd="0" presId="urn:microsoft.com/office/officeart/2005/8/layout/orgChart1"/>
    <dgm:cxn modelId="{FF4BE219-3FB6-46F4-BA66-119723367A6F}" type="presOf" srcId="{FC27E1B3-B06C-4AED-AC0A-5BDA1C8DC0B7}" destId="{BB7683D4-6191-497A-BB64-BF28DAF90CE3}" srcOrd="0" destOrd="0" presId="urn:microsoft.com/office/officeart/2005/8/layout/orgChart1"/>
    <dgm:cxn modelId="{3382FC19-F66D-44F1-8590-9D398F18CFF3}" type="presOf" srcId="{5E635878-2D0F-43A2-BF60-E16E0EC7D1E3}" destId="{B33C584D-EDBA-48BE-8920-1180A473F164}" srcOrd="0" destOrd="0" presId="urn:microsoft.com/office/officeart/2005/8/layout/orgChart1"/>
    <dgm:cxn modelId="{3404ED4B-00B2-4948-BC96-8517EC5EA0D6}" type="presOf" srcId="{16FD0D51-215B-4F18-B5EB-92E66BEDC6C1}" destId="{84FD4ED5-9BCE-445F-8281-60E317D795A6}" srcOrd="1" destOrd="0" presId="urn:microsoft.com/office/officeart/2005/8/layout/orgChart1"/>
    <dgm:cxn modelId="{5BD05AAB-E950-40ED-B838-BDC606FBE83D}" srcId="{7DD27538-0850-4D3D-B5F3-28B79FD3C20A}" destId="{737C9020-C784-4CBE-88E4-5A83A63B9BC7}" srcOrd="6" destOrd="0" parTransId="{78B95D50-457A-4518-80A1-5529A28C3E5B}" sibTransId="{374A5E0C-B332-47A8-980D-BB779A62BE7F}"/>
    <dgm:cxn modelId="{319E1A41-D892-4E91-9851-E163763A37D9}" type="presOf" srcId="{EE4DF284-C3F2-4E03-953A-CE10637621E3}" destId="{942CBACE-8706-4680-8577-F0DEA4C1115E}" srcOrd="0" destOrd="0" presId="urn:microsoft.com/office/officeart/2005/8/layout/orgChart1"/>
    <dgm:cxn modelId="{8AE68F69-D053-4177-86B6-26017F3640D9}" type="presOf" srcId="{337C3FAE-9D42-4285-B10C-3345C79DAF75}" destId="{48E2CC9F-9C9F-40F6-AF50-B60952779060}" srcOrd="1" destOrd="0" presId="urn:microsoft.com/office/officeart/2005/8/layout/orgChart1"/>
    <dgm:cxn modelId="{6A99B201-0CCB-4010-9233-B22E9EB16EA2}" srcId="{2267334C-96B1-48CA-B472-9FCB765AA736}" destId="{2C1BEA0E-9F7A-4212-AF9B-258685143220}" srcOrd="5" destOrd="0" parTransId="{EB9871C3-8341-4066-B564-939A5D94AE27}" sibTransId="{31190217-D765-4212-B42F-F208A23DA6E5}"/>
    <dgm:cxn modelId="{841DD08E-538C-4D8B-86A1-022A3F797F57}" type="presOf" srcId="{A25232E0-6783-4B68-8BF1-3BBA14FAEF7A}" destId="{0CC7DBCF-52E8-4369-B0C4-30AF5BD982EE}" srcOrd="1" destOrd="0" presId="urn:microsoft.com/office/officeart/2005/8/layout/orgChart1"/>
    <dgm:cxn modelId="{F6E7D742-DC68-4E63-B351-67617B109442}" type="presOf" srcId="{16DBBEAC-11C9-4355-B640-2B2710D163ED}" destId="{1D2D56A1-BDCA-48FB-B557-67BB93195E1F}" srcOrd="0" destOrd="0" presId="urn:microsoft.com/office/officeart/2005/8/layout/orgChart1"/>
    <dgm:cxn modelId="{3BDFD6A4-91C1-45E8-9006-FB564A586DC6}" srcId="{774D9153-9FE6-439A-BBAD-757BCD416319}" destId="{862BA049-2781-4FEE-B524-E361F45DDC7C}" srcOrd="4" destOrd="0" parTransId="{68A36C59-7D03-429D-BE4E-042B7219BD2B}" sibTransId="{5654CB0B-6705-4F22-9A35-080F1A75DDF1}"/>
    <dgm:cxn modelId="{FD8EFAFF-85BD-419A-9AB5-FBBB91A450D4}" type="presOf" srcId="{4E9C282D-0D29-46D0-B63F-BC511E238709}" destId="{5EAAFBBE-3ECF-43C8-81D3-905B2B9DF28A}" srcOrd="0" destOrd="0" presId="urn:microsoft.com/office/officeart/2005/8/layout/orgChart1"/>
    <dgm:cxn modelId="{7E793F2C-FF23-4CC9-97FC-75E4ADE29537}" type="presOf" srcId="{53108682-776A-4710-B483-1B2B025D35DB}" destId="{1364F021-C4DC-40E3-8BC9-6156ACC6CEC1}" srcOrd="0" destOrd="0" presId="urn:microsoft.com/office/officeart/2005/8/layout/orgChart1"/>
    <dgm:cxn modelId="{738E093D-4322-494D-9809-DCC3C6218081}" type="presOf" srcId="{0F41FAF6-AE54-4205-AA98-0117095D8201}" destId="{4602117B-2C2B-44D7-813B-962F2973CA68}" srcOrd="0" destOrd="0" presId="urn:microsoft.com/office/officeart/2005/8/layout/orgChart1"/>
    <dgm:cxn modelId="{8EA8272F-4D0F-42F8-B127-F354C5A7610B}" type="presOf" srcId="{86ED68E9-E8DC-487F-8721-223ABB153239}" destId="{AE0635F9-97E4-4675-B5A0-F17AB7B65BB1}" srcOrd="0" destOrd="0" presId="urn:microsoft.com/office/officeart/2005/8/layout/orgChart1"/>
    <dgm:cxn modelId="{68F33018-B798-4C99-8A66-02516983C3B8}" type="presOf" srcId="{2C1BEA0E-9F7A-4212-AF9B-258685143220}" destId="{6CF61BA3-7BB0-4E68-B4F8-E0583AF43F4F}" srcOrd="0" destOrd="0" presId="urn:microsoft.com/office/officeart/2005/8/layout/orgChart1"/>
    <dgm:cxn modelId="{B594837D-64E9-4F88-8CC9-464239DD37E0}" type="presOf" srcId="{2C03ED82-7FF7-4149-97E4-EACA1E962D54}" destId="{434E5EE0-7B64-4BC3-BB59-5852A55EC5BA}" srcOrd="0" destOrd="0" presId="urn:microsoft.com/office/officeart/2005/8/layout/orgChart1"/>
    <dgm:cxn modelId="{08C1F274-CFBF-45EE-9044-FF5D4656328D}" srcId="{7DD27538-0850-4D3D-B5F3-28B79FD3C20A}" destId="{4603FA6D-1938-4EA4-B002-120181AF5DAF}" srcOrd="0" destOrd="0" parTransId="{F8BAB623-7557-4E01-B6C4-706F14E017D2}" sibTransId="{C69095EA-94D3-47CC-9908-965181CB9015}"/>
    <dgm:cxn modelId="{593CC15A-2ABC-4464-8492-3E419587B985}" type="presOf" srcId="{D2F0497D-7465-4946-B1F1-6E0127203326}" destId="{3D85B17F-8466-47AB-950C-91CCEFB905CD}" srcOrd="1" destOrd="0" presId="urn:microsoft.com/office/officeart/2005/8/layout/orgChart1"/>
    <dgm:cxn modelId="{8FC1BD5D-99A6-4D29-B1F4-E7D8FD1DF7F7}" type="presOf" srcId="{3ADFCEE3-3FC4-4EDC-B2D3-57365568CD00}" destId="{FC82AFE9-708B-403B-B197-2A52B9D3A68C}" srcOrd="1" destOrd="0" presId="urn:microsoft.com/office/officeart/2005/8/layout/orgChart1"/>
    <dgm:cxn modelId="{D3F34AC0-D62E-42D8-898A-6A8EF8329D44}" type="presOf" srcId="{774D9153-9FE6-439A-BBAD-757BCD416319}" destId="{E2431528-4B3C-40D7-9882-51E56B85E110}" srcOrd="1" destOrd="0" presId="urn:microsoft.com/office/officeart/2005/8/layout/orgChart1"/>
    <dgm:cxn modelId="{DB9F263F-61B4-4A2D-8D9E-E4E74B6435FC}" type="presOf" srcId="{1F0C4730-CDF2-44EE-B251-2EBE0DCBB78F}" destId="{FE2C478C-040B-4BAB-813B-B2F8D720A2EC}" srcOrd="0" destOrd="0" presId="urn:microsoft.com/office/officeart/2005/8/layout/orgChart1"/>
    <dgm:cxn modelId="{9E161B6A-B4CD-455F-BE6E-2D21DA7DB23A}" srcId="{1BC589CB-9031-435A-BB36-338C3830399A}" destId="{3406C933-5ECB-4F79-8D09-A2A0CE34E376}" srcOrd="5" destOrd="0" parTransId="{C15A53EA-1C1D-413A-820E-E923BA066885}" sibTransId="{A3FEF7FC-7FAF-43F5-819C-216906A65CBE}"/>
    <dgm:cxn modelId="{ADAB6343-4396-41F4-ACD0-D56FE3F670B1}" type="presOf" srcId="{3406C933-5ECB-4F79-8D09-A2A0CE34E376}" destId="{1DD795FC-CED3-4355-938F-085D09C3B510}" srcOrd="0" destOrd="0" presId="urn:microsoft.com/office/officeart/2005/8/layout/orgChart1"/>
    <dgm:cxn modelId="{04E631D1-ACD3-49A6-9A9B-743D490DCB00}" type="presOf" srcId="{4C1BFD9C-AE40-4D46-BC22-99AB98E74491}" destId="{6D2AE0FA-9A4A-4141-AFA0-B62B659C7B06}" srcOrd="0" destOrd="0" presId="urn:microsoft.com/office/officeart/2005/8/layout/orgChart1"/>
    <dgm:cxn modelId="{4451F700-FFAE-49DE-8839-0DD84D3266D3}" srcId="{2C1BEA0E-9F7A-4212-AF9B-258685143220}" destId="{FF6C94D2-7103-40B8-B761-915F653A43DA}" srcOrd="3" destOrd="0" parTransId="{8265C9E7-3C97-4198-B088-F90B31702504}" sibTransId="{0CCA8705-DCE9-4580-89BB-5FEEF43BE435}"/>
    <dgm:cxn modelId="{E7B0218A-6F52-4C84-BF84-BB2DCCF521F8}" type="presOf" srcId="{2667736C-7E66-40C5-B1CE-4CC8F1E1A48E}" destId="{BC5F7FD2-B339-4EFB-BD0F-7EFE1F6A2A12}" srcOrd="1" destOrd="0" presId="urn:microsoft.com/office/officeart/2005/8/layout/orgChart1"/>
    <dgm:cxn modelId="{D24C9835-9C36-4BDD-AB5D-3E756795F049}" type="presOf" srcId="{92C4A646-BA4C-490C-AD5C-C7D3106FD1F8}" destId="{D5B38272-3718-46C8-B2FB-C9EDF36BE23F}" srcOrd="1" destOrd="0" presId="urn:microsoft.com/office/officeart/2005/8/layout/orgChart1"/>
    <dgm:cxn modelId="{E694008E-09B2-4981-9AE0-9FB298B840F0}" type="presOf" srcId="{16FD0D51-215B-4F18-B5EB-92E66BEDC6C1}" destId="{0C10A706-0059-4BD5-9559-1D1074200EB8}" srcOrd="0" destOrd="0" presId="urn:microsoft.com/office/officeart/2005/8/layout/orgChart1"/>
    <dgm:cxn modelId="{789614E4-4EBC-4196-95AA-F5EECAC73D02}" type="presOf" srcId="{1219FF54-3EA4-4FCF-B397-942BD420A948}" destId="{C0F41218-B816-4D41-8254-727762804180}" srcOrd="1" destOrd="0" presId="urn:microsoft.com/office/officeart/2005/8/layout/orgChart1"/>
    <dgm:cxn modelId="{814DEDF5-F619-457D-8776-AF4D727F2779}" type="presOf" srcId="{EC6199EA-E99B-4F50-A612-5E49E440FE83}" destId="{8C24806D-E4CE-42E2-8A7F-6510420C518C}" srcOrd="1" destOrd="0" presId="urn:microsoft.com/office/officeart/2005/8/layout/orgChart1"/>
    <dgm:cxn modelId="{D351DFC3-E3B8-4ECA-ABDA-0B89E28C7F9A}" type="presOf" srcId="{4974B34C-3786-422B-8DF8-C8090A7CB9A8}" destId="{F5727F9A-6D6E-4360-BE4C-25BF3D1AC36E}" srcOrd="1" destOrd="0" presId="urn:microsoft.com/office/officeart/2005/8/layout/orgChart1"/>
    <dgm:cxn modelId="{B957CEA9-AEF6-476B-8013-7B5A0675FFE1}" type="presOf" srcId="{78B95D50-457A-4518-80A1-5529A28C3E5B}" destId="{A62ED8BD-45C9-4919-931F-CF8C95BB8B57}" srcOrd="0" destOrd="0" presId="urn:microsoft.com/office/officeart/2005/8/layout/orgChart1"/>
    <dgm:cxn modelId="{DCAAD184-EEC9-4AC4-85E8-DBF2A1126013}" type="presOf" srcId="{337C3FAE-9D42-4285-B10C-3345C79DAF75}" destId="{7E8A0D8B-9EC6-40B5-8D42-49007D1FB02E}" srcOrd="0" destOrd="0" presId="urn:microsoft.com/office/officeart/2005/8/layout/orgChart1"/>
    <dgm:cxn modelId="{F7FC539A-161D-4ADC-A84D-1DCBA5230A48}" srcId="{774D9153-9FE6-439A-BBAD-757BCD416319}" destId="{EE4DF284-C3F2-4E03-953A-CE10637621E3}" srcOrd="0" destOrd="0" parTransId="{16DBBEAC-11C9-4355-B640-2B2710D163ED}" sibTransId="{4AED46D2-39EC-4A24-891D-1111CADFBEA8}"/>
    <dgm:cxn modelId="{1173EB08-3FC4-4AA7-81AF-D496F23FE706}" type="presOf" srcId="{68A36C59-7D03-429D-BE4E-042B7219BD2B}" destId="{D7FC50D6-D619-424B-A06C-31E2EC206A5F}" srcOrd="0" destOrd="0" presId="urn:microsoft.com/office/officeart/2005/8/layout/orgChart1"/>
    <dgm:cxn modelId="{4B5E6F70-AD55-40E1-B9FB-05B6822004A6}" type="presOf" srcId="{2667736C-7E66-40C5-B1CE-4CC8F1E1A48E}" destId="{ED0AA987-4232-46C5-8F49-AA265E11D1BF}" srcOrd="0" destOrd="0" presId="urn:microsoft.com/office/officeart/2005/8/layout/orgChart1"/>
    <dgm:cxn modelId="{495B6E2C-1097-47E7-8CC1-55807889E5D3}" type="presOf" srcId="{09629A30-B745-4FAE-AE0F-6BDC37013138}" destId="{502F5000-482E-474D-90DB-CFBDAAB4E8D5}" srcOrd="0" destOrd="0" presId="urn:microsoft.com/office/officeart/2005/8/layout/orgChart1"/>
    <dgm:cxn modelId="{614A3447-0AE4-4665-9F4E-7A6414D5B4E2}" type="presOf" srcId="{6FD7278F-25B0-4E19-B6EC-EB89560004CA}" destId="{BA3F1A5F-2711-4C2B-9AF1-2B8D65F36CB7}" srcOrd="0" destOrd="0" presId="urn:microsoft.com/office/officeart/2005/8/layout/orgChart1"/>
    <dgm:cxn modelId="{0195CBA7-0426-45CE-9A58-FEB714B8397A}" type="presOf" srcId="{862BA049-2781-4FEE-B524-E361F45DDC7C}" destId="{00CD9B50-2E79-4F64-9584-B4C221B0D53D}" srcOrd="1" destOrd="0" presId="urn:microsoft.com/office/officeart/2005/8/layout/orgChart1"/>
    <dgm:cxn modelId="{E2CD072D-F3B7-4E25-81AA-BB8904620F27}" srcId="{7DD27538-0850-4D3D-B5F3-28B79FD3C20A}" destId="{16FD0D51-215B-4F18-B5EB-92E66BEDC6C1}" srcOrd="1" destOrd="0" parTransId="{33BEE64D-4F97-4697-818B-11D231307677}" sibTransId="{CB34581A-6E5A-4EFF-A0D7-F6D2B3878CF0}"/>
    <dgm:cxn modelId="{FE9B44EC-3B2E-47C4-B83C-6CE64FCB60EC}" type="presOf" srcId="{ECBC5AF6-42B9-47A2-B03D-7E442B4B9E78}" destId="{15D52202-9EC3-4CA8-97E1-88450DF9E414}" srcOrd="1" destOrd="0" presId="urn:microsoft.com/office/officeart/2005/8/layout/orgChart1"/>
    <dgm:cxn modelId="{66E4763F-EF2A-49F7-9191-2FA2CF0A391F}" type="presOf" srcId="{FB8A41FA-0502-4C3B-AF8C-55EEEF6D9DC3}" destId="{EF2E8F99-8CB5-4F08-9646-96E6DC1A4157}" srcOrd="0" destOrd="0" presId="urn:microsoft.com/office/officeart/2005/8/layout/orgChart1"/>
    <dgm:cxn modelId="{EC81392C-2D76-4BDA-ACF1-CA492CADC780}" type="presOf" srcId="{A34DDEB2-C0B7-4268-9A6D-61EEACDC9817}" destId="{68B237A9-0F97-475D-BBB1-AC3F64569EDF}" srcOrd="0" destOrd="0" presId="urn:microsoft.com/office/officeart/2005/8/layout/orgChart1"/>
    <dgm:cxn modelId="{7A075205-16A1-4604-BAA4-250E4F3B0193}" type="presOf" srcId="{CA6A5245-7479-4767-AB35-03965CCA846C}" destId="{F43EBB54-6E8F-4F1F-8A2F-097E5D7543FC}" srcOrd="0" destOrd="0" presId="urn:microsoft.com/office/officeart/2005/8/layout/orgChart1"/>
    <dgm:cxn modelId="{F3EEF420-934D-4D17-A3C2-B23D13732935}" type="presOf" srcId="{2267334C-96B1-48CA-B472-9FCB765AA736}" destId="{299D20E3-215F-46DE-A8EE-41EA84150533}" srcOrd="1" destOrd="0" presId="urn:microsoft.com/office/officeart/2005/8/layout/orgChart1"/>
    <dgm:cxn modelId="{D20CE00B-E446-4E69-8425-139237F2A16D}" type="presOf" srcId="{8F6F248C-DA4A-4BC0-BD9E-F60D7543DEED}" destId="{DE180E68-5C4E-4C5A-950F-57DB789D58F9}" srcOrd="1" destOrd="0" presId="urn:microsoft.com/office/officeart/2005/8/layout/orgChart1"/>
    <dgm:cxn modelId="{69629B62-5E42-49F2-AC0D-17348A1A999C}" type="presOf" srcId="{FF6C94D2-7103-40B8-B761-915F653A43DA}" destId="{BAFFE6D2-E1DD-46D3-96B9-52803D599C2C}" srcOrd="1" destOrd="0" presId="urn:microsoft.com/office/officeart/2005/8/layout/orgChart1"/>
    <dgm:cxn modelId="{03A8F6CE-E9E1-40AD-8387-D78073ED9D37}" type="presOf" srcId="{A9F67CA1-5977-4F58-A267-D4AE641D585E}" destId="{9B96BF37-B927-4A06-8E0F-FC8829ABF7D9}" srcOrd="0" destOrd="0" presId="urn:microsoft.com/office/officeart/2005/8/layout/orgChart1"/>
    <dgm:cxn modelId="{FECC3049-5F5B-4CF7-A8F7-9EB110C8CA5D}" type="presOf" srcId="{5E84F316-119A-44E8-B5BC-3C6AC13B38B2}" destId="{659FB046-5E16-4CA7-88B5-20F8290721AE}" srcOrd="1" destOrd="0" presId="urn:microsoft.com/office/officeart/2005/8/layout/orgChart1"/>
    <dgm:cxn modelId="{D3482248-965B-446F-A6B7-5C0470AF3784}" type="presOf" srcId="{A6E9DE07-47F0-4581-AF00-C15E5809B3D9}" destId="{55FDCA74-5C06-4E69-AB82-B577B09ADF78}" srcOrd="0" destOrd="0" presId="urn:microsoft.com/office/officeart/2005/8/layout/orgChart1"/>
    <dgm:cxn modelId="{747B6091-15C6-49A0-AA1C-D05BF54FFBC4}" type="presOf" srcId="{ECBC5AF6-42B9-47A2-B03D-7E442B4B9E78}" destId="{FEFBC6DD-043E-4B31-86E1-15273E00E593}" srcOrd="0" destOrd="0" presId="urn:microsoft.com/office/officeart/2005/8/layout/orgChart1"/>
    <dgm:cxn modelId="{E39C0C28-3D4A-4725-8C63-80EA6B69662B}" type="presOf" srcId="{862BA049-2781-4FEE-B524-E361F45DDC7C}" destId="{21C70C47-AA39-4FED-88E6-20457319D289}" srcOrd="0" destOrd="0" presId="urn:microsoft.com/office/officeart/2005/8/layout/orgChart1"/>
    <dgm:cxn modelId="{89E1E4D8-9599-4E62-A44D-4ECB3BF6B223}" srcId="{7DD27538-0850-4D3D-B5F3-28B79FD3C20A}" destId="{EEC444E3-5573-4EF8-B07D-15815D4A96F6}" srcOrd="2" destOrd="0" parTransId="{A34DDEB2-C0B7-4268-9A6D-61EEACDC9817}" sibTransId="{2F8FF821-FD12-4B7F-9B12-D55355ACB793}"/>
    <dgm:cxn modelId="{97481EF7-F4D4-47F2-A759-0C9FB4131497}" srcId="{2267334C-96B1-48CA-B472-9FCB765AA736}" destId="{1BC589CB-9031-435A-BB36-338C3830399A}" srcOrd="4" destOrd="0" parTransId="{73CB9290-3FD5-4B60-9C31-00B1E52E7193}" sibTransId="{78D5235D-8EF2-4468-9B67-E63FACE2330E}"/>
    <dgm:cxn modelId="{B052F531-7328-415C-97BC-35A00F689055}" srcId="{C2D5506A-7FB7-44B3-92AA-BD7E61C65BA7}" destId="{1E9682B3-A5B9-4D12-8DCA-7B9C0287D261}" srcOrd="2" destOrd="0" parTransId="{A9F67CA1-5977-4F58-A267-D4AE641D585E}" sibTransId="{AAD29193-DDB0-4414-9A16-58B6CD4ECEF7}"/>
    <dgm:cxn modelId="{13AE3DAB-3E70-41D1-9C10-3B8D4E242FF7}" srcId="{C2D5506A-7FB7-44B3-92AA-BD7E61C65BA7}" destId="{92C4A646-BA4C-490C-AD5C-C7D3106FD1F8}" srcOrd="6" destOrd="0" parTransId="{E0986706-55A4-45BF-9FF2-6F7E543C3EAF}" sibTransId="{F2C9C7AD-7697-46F1-A1B1-1DDDBA106E22}"/>
    <dgm:cxn modelId="{38DDFEC1-087C-479E-B32C-B3716BAFC7BA}" srcId="{2C1BEA0E-9F7A-4212-AF9B-258685143220}" destId="{65311165-9E54-41BF-8B6D-49E42EF7229B}" srcOrd="2" destOrd="0" parTransId="{1E2C845A-5D6B-4F9A-AE68-80ADF32CA6C4}" sibTransId="{8134861A-796C-44E9-94A7-1A19B13C67A2}"/>
    <dgm:cxn modelId="{6D107440-467A-42F2-B4C2-6FC0ED713453}" type="presOf" srcId="{EEB803FB-092A-4A78-8DEC-AE43B4621193}" destId="{83A36CA2-B408-4C9A-AEE8-FB63A50969CE}" srcOrd="0" destOrd="0" presId="urn:microsoft.com/office/officeart/2005/8/layout/orgChart1"/>
    <dgm:cxn modelId="{DF57C53A-A8C6-4A53-ABA5-967B05F834B2}" srcId="{1BC589CB-9031-435A-BB36-338C3830399A}" destId="{337C3FAE-9D42-4285-B10C-3345C79DAF75}" srcOrd="6" destOrd="0" parTransId="{9920A505-B89F-424E-9ACE-311F20C0732A}" sibTransId="{58D280CF-64E7-41B5-ACAF-E0D057A4CC92}"/>
    <dgm:cxn modelId="{CE823CA5-E928-41B2-AF7A-528C1E13FE43}" type="presOf" srcId="{9C22FA61-52A6-4710-9532-D97551146D23}" destId="{7011EBC7-3BE4-43FB-B490-1A6C0C599BE1}" srcOrd="0" destOrd="0" presId="urn:microsoft.com/office/officeart/2005/8/layout/orgChart1"/>
    <dgm:cxn modelId="{40A6E6E7-E166-4181-9FCB-FEFE87D78061}" type="presOf" srcId="{1BC589CB-9031-435A-BB36-338C3830399A}" destId="{C2345E15-D5B2-4118-9273-4AC6426F12A9}" srcOrd="0" destOrd="0" presId="urn:microsoft.com/office/officeart/2005/8/layout/orgChart1"/>
    <dgm:cxn modelId="{332A4123-9BDC-4E6D-B0DA-99A58219DA27}" type="presOf" srcId="{12FDBDAA-78C2-464D-BD09-E6350A40196B}" destId="{65E76B81-4FD7-43B1-8795-489347226751}" srcOrd="0" destOrd="0" presId="urn:microsoft.com/office/officeart/2005/8/layout/orgChart1"/>
    <dgm:cxn modelId="{6822A2AD-0B89-44CF-8104-B5E111E7517D}" srcId="{2267334C-96B1-48CA-B472-9FCB765AA736}" destId="{7DD27538-0850-4D3D-B5F3-28B79FD3C20A}" srcOrd="1" destOrd="0" parTransId="{08AAC59B-9131-48C3-9AB1-5E3A239C8815}" sibTransId="{6C973754-C476-464C-9ED9-153F9A498305}"/>
    <dgm:cxn modelId="{48D527D2-030A-4634-8824-3D318B9B17B2}" srcId="{1BC589CB-9031-435A-BB36-338C3830399A}" destId="{5E635878-2D0F-43A2-BF60-E16E0EC7D1E3}" srcOrd="0" destOrd="0" parTransId="{F77C2464-9969-48E7-97D7-86E5D9BAAEA5}" sibTransId="{475EE8F4-422C-4682-9DC9-609C6FEA9B6B}"/>
    <dgm:cxn modelId="{EDA1EF4D-37FE-4821-A0E7-2F5E0597D60C}" type="presOf" srcId="{2267334C-96B1-48CA-B472-9FCB765AA736}" destId="{F4745D6F-3FE5-42C2-8C56-7F92C27B99F1}" srcOrd="0" destOrd="0" presId="urn:microsoft.com/office/officeart/2005/8/layout/orgChart1"/>
    <dgm:cxn modelId="{6E95C2A9-C9CD-4F99-A86E-C25122ABA447}" srcId="{2C1BEA0E-9F7A-4212-AF9B-258685143220}" destId="{5E84F316-119A-44E8-B5BC-3C6AC13B38B2}" srcOrd="0" destOrd="0" parTransId="{F5BE75DC-2391-49F3-87D0-B9244331F4F5}" sibTransId="{779402F4-872A-477D-9BCD-EFD56FFB4ECB}"/>
    <dgm:cxn modelId="{CE7BCA3C-8396-4396-A557-FDCD75678A24}" type="presOf" srcId="{1E9682B3-A5B9-4D12-8DCA-7B9C0287D261}" destId="{C0587ACE-1512-4E48-BFED-CDFDC424CF06}" srcOrd="1" destOrd="0" presId="urn:microsoft.com/office/officeart/2005/8/layout/orgChart1"/>
    <dgm:cxn modelId="{19844A32-BDEA-45FB-93C6-FDB60AE2EB78}" type="presOf" srcId="{86A63147-9E6D-49DE-8B0E-05549509A08D}" destId="{8D54ED3D-7B7C-4FC1-83BF-9383F49DF139}" srcOrd="0" destOrd="0" presId="urn:microsoft.com/office/officeart/2005/8/layout/orgChart1"/>
    <dgm:cxn modelId="{274686F3-C6B7-48DD-9ED3-1C396C1CD059}" type="presOf" srcId="{9C22FA61-52A6-4710-9532-D97551146D23}" destId="{436D01D5-E24D-4DA0-8291-A7E7F92D3BD3}" srcOrd="1" destOrd="0" presId="urn:microsoft.com/office/officeart/2005/8/layout/orgChart1"/>
    <dgm:cxn modelId="{6A5BB604-6F36-4716-A62C-7DA172A86DBB}" type="presOf" srcId="{3ADFCEE3-3FC4-4EDC-B2D3-57365568CD00}" destId="{46131E56-6567-44C0-AB8D-19559207DDC4}" srcOrd="0" destOrd="0" presId="urn:microsoft.com/office/officeart/2005/8/layout/orgChart1"/>
    <dgm:cxn modelId="{BC0996C4-AC54-469D-B687-8536BF2C68ED}" type="presOf" srcId="{A6E9DE07-47F0-4581-AF00-C15E5809B3D9}" destId="{A7A400CF-A855-4394-A5E9-EB287FED33E8}" srcOrd="1" destOrd="0" presId="urn:microsoft.com/office/officeart/2005/8/layout/orgChart1"/>
    <dgm:cxn modelId="{B490D8BD-A4E9-4B86-BF83-A040B452C6C0}" type="presOf" srcId="{C2D5506A-7FB7-44B3-92AA-BD7E61C65BA7}" destId="{5E771C1B-C30E-4993-A96B-0CA704DACE5E}" srcOrd="1" destOrd="0" presId="urn:microsoft.com/office/officeart/2005/8/layout/orgChart1"/>
    <dgm:cxn modelId="{9A146894-CF52-4E4F-909B-2125C7FF2759}" type="presOf" srcId="{8F6F248C-DA4A-4BC0-BD9E-F60D7543DEED}" destId="{C6054CDA-9C0B-4757-AECE-FBCBEFEE0442}" srcOrd="0" destOrd="0" presId="urn:microsoft.com/office/officeart/2005/8/layout/orgChart1"/>
    <dgm:cxn modelId="{FBCE2236-D9D8-4004-9724-C8763C605FE6}" type="presOf" srcId="{5B4655B9-92E9-4080-A959-8B36010D1408}" destId="{A15891CC-6B45-4F85-88FC-3CBA31053F18}" srcOrd="1" destOrd="0" presId="urn:microsoft.com/office/officeart/2005/8/layout/orgChart1"/>
    <dgm:cxn modelId="{52ECC860-5BCC-4DD9-BB6F-60B35D897DAF}" srcId="{2C1BEA0E-9F7A-4212-AF9B-258685143220}" destId="{CA6A5245-7479-4767-AB35-03965CCA846C}" srcOrd="4" destOrd="0" parTransId="{2DF021DD-9860-4BEA-9E2F-E9239E04297D}" sibTransId="{3E848716-6510-48D7-BF57-2D82B95F833E}"/>
    <dgm:cxn modelId="{7B1CFCB1-0A79-4572-A91D-3FAF1FDE83C4}" type="presOf" srcId="{C15A53EA-1C1D-413A-820E-E923BA066885}" destId="{6CFD091B-1A6A-4F74-99A5-94203221C48D}" srcOrd="0" destOrd="0" presId="urn:microsoft.com/office/officeart/2005/8/layout/orgChart1"/>
    <dgm:cxn modelId="{9D91CC5C-573B-4123-B501-08FBCB3E0C48}" type="presOf" srcId="{EEC444E3-5573-4EF8-B07D-15815D4A96F6}" destId="{945573EB-A4B9-4C20-8978-DDC82CFC75D6}" srcOrd="0" destOrd="0" presId="urn:microsoft.com/office/officeart/2005/8/layout/orgChart1"/>
    <dgm:cxn modelId="{0CBBD108-B01E-44AD-AD8C-D9E5F40D0436}" srcId="{C2D5506A-7FB7-44B3-92AA-BD7E61C65BA7}" destId="{BE553641-0827-41AC-9DC9-CB24CD5277E9}" srcOrd="3" destOrd="0" parTransId="{12FDBDAA-78C2-464D-BD09-E6350A40196B}" sibTransId="{5B8CC79B-C65C-40C1-AC8A-06439884C47D}"/>
    <dgm:cxn modelId="{B5A92FD1-F74B-42CF-98AC-A71A3B74CB4F}" srcId="{2C1BEA0E-9F7A-4212-AF9B-258685143220}" destId="{2667736C-7E66-40C5-B1CE-4CC8F1E1A48E}" srcOrd="5" destOrd="0" parTransId="{6B962080-FED5-4AF2-A9BE-53660A63D5AC}" sibTransId="{74C5E4C7-A544-4F73-B84A-3157A4AED8D0}"/>
    <dgm:cxn modelId="{ECDA327F-A1F0-41C9-B512-4FC462B81AF9}" srcId="{7DD27538-0850-4D3D-B5F3-28B79FD3C20A}" destId="{ECBC5AF6-42B9-47A2-B03D-7E442B4B9E78}" srcOrd="5" destOrd="0" parTransId="{6FD7278F-25B0-4E19-B6EC-EB89560004CA}" sibTransId="{8575024D-054F-4A47-9754-DE5C293BA31F}"/>
    <dgm:cxn modelId="{9219AA9E-E998-4DF3-A8FD-8C37253CE59F}" type="presOf" srcId="{1E38A14B-8D50-4914-8E23-76BE4F4DFC53}" destId="{15A941D5-E0BA-404A-BAF2-5AF2E02CB577}" srcOrd="0" destOrd="0" presId="urn:microsoft.com/office/officeart/2005/8/layout/orgChart1"/>
    <dgm:cxn modelId="{3A72F63B-35B5-4B46-BAD8-2365156C1C9C}" srcId="{1BC589CB-9031-435A-BB36-338C3830399A}" destId="{FC27E1B3-B06C-4AED-AC0A-5BDA1C8DC0B7}" srcOrd="3" destOrd="0" parTransId="{89261DC6-67AC-40CD-ABF0-696B0A900DE9}" sibTransId="{8FE1E9D3-F542-4AC1-9924-FA1CD300CADD}"/>
    <dgm:cxn modelId="{77F97414-50AE-4AFC-8161-A8588EE07079}" type="presOf" srcId="{A25232E0-6783-4B68-8BF1-3BBA14FAEF7A}" destId="{9B3D61FE-B84C-4B8F-B8D4-7ADE331142C8}" srcOrd="0" destOrd="0" presId="urn:microsoft.com/office/officeart/2005/8/layout/orgChart1"/>
    <dgm:cxn modelId="{149D8366-AAB1-471E-8ECD-A9A0853361D8}" type="presOf" srcId="{BE553641-0827-41AC-9DC9-CB24CD5277E9}" destId="{658E7AF2-2F66-4D09-91E3-232DDE8A6061}" srcOrd="0" destOrd="0" presId="urn:microsoft.com/office/officeart/2005/8/layout/orgChart1"/>
    <dgm:cxn modelId="{C0D1C3F3-96BD-49F9-892D-94553982084F}" srcId="{C2D5506A-7FB7-44B3-92AA-BD7E61C65BA7}" destId="{4974B34C-3786-422B-8DF8-C8090A7CB9A8}" srcOrd="0" destOrd="0" parTransId="{EB2F11DE-3887-4901-8B87-76FE9F946EB5}" sibTransId="{DDD0C4EF-C5D9-4662-92E5-2E2DA335B69C}"/>
    <dgm:cxn modelId="{D4A1F009-D051-499E-B6D3-018CDD852136}" type="presOf" srcId="{2FDB59B8-0AE8-44E9-9968-F9099030C82C}" destId="{EE3E60B6-784A-4FC8-8D3B-42AF7864A72E}" srcOrd="0" destOrd="0" presId="urn:microsoft.com/office/officeart/2005/8/layout/orgChart1"/>
    <dgm:cxn modelId="{F87F1251-6217-46A6-A381-1122A379E3F7}" type="presOf" srcId="{33BEE64D-4F97-4697-818B-11D231307677}" destId="{216F0A69-920C-49A6-AA73-8C0AB5BA9441}" srcOrd="0" destOrd="0" presId="urn:microsoft.com/office/officeart/2005/8/layout/orgChart1"/>
    <dgm:cxn modelId="{C9227577-AFDD-41D8-890C-564E0C11FF5D}" type="presOf" srcId="{5B4655B9-92E9-4080-A959-8B36010D1408}" destId="{C9EC484D-C0C6-4A22-964A-59E05D1E943A}" srcOrd="0" destOrd="0" presId="urn:microsoft.com/office/officeart/2005/8/layout/orgChart1"/>
    <dgm:cxn modelId="{47D7ADA7-75C8-44A0-9059-54C1B58C330F}" type="presOf" srcId="{EB9871C3-8341-4066-B564-939A5D94AE27}" destId="{A222DAF8-62B0-4DEA-9611-EF04AA036EDC}" srcOrd="0" destOrd="0" presId="urn:microsoft.com/office/officeart/2005/8/layout/orgChart1"/>
    <dgm:cxn modelId="{1AC8660F-FD50-4ADC-AD4D-FC42AA40B24E}" type="presOf" srcId="{1C966DDF-0A3B-48F9-9179-9D3A8E94ACD6}" destId="{7CDDEAD6-2637-48D4-83FE-51CFE45E956D}" srcOrd="0" destOrd="0" presId="urn:microsoft.com/office/officeart/2005/8/layout/orgChart1"/>
    <dgm:cxn modelId="{BF0C90D7-AE22-47ED-B298-8A6F0415A995}" type="presOf" srcId="{F5BE75DC-2391-49F3-87D0-B9244331F4F5}" destId="{7AD51079-E874-4D89-BFBC-92F4DB0B5114}" srcOrd="0" destOrd="0" presId="urn:microsoft.com/office/officeart/2005/8/layout/orgChart1"/>
    <dgm:cxn modelId="{8FF343AE-F10B-4769-8084-4926F658C35F}" type="presOf" srcId="{4603FA6D-1938-4EA4-B002-120181AF5DAF}" destId="{F1E7D231-FA04-4A16-A179-0A260572119D}" srcOrd="1" destOrd="0" presId="urn:microsoft.com/office/officeart/2005/8/layout/orgChart1"/>
    <dgm:cxn modelId="{628596B7-17D1-4357-BF23-6AC997C08E06}" srcId="{774D9153-9FE6-439A-BBAD-757BCD416319}" destId="{9C22FA61-52A6-4710-9532-D97551146D23}" srcOrd="5" destOrd="0" parTransId="{A5800C68-50E8-45BA-AF60-2314BB69E470}" sibTransId="{A4FFC7DC-3E8B-4223-BA99-54AB82B9570D}"/>
    <dgm:cxn modelId="{825EBE4E-739F-488F-AB6C-138DBC80EA34}" type="presOf" srcId="{6B962080-FED5-4AF2-A9BE-53660A63D5AC}" destId="{D049C423-08D1-4DD5-BC4F-93EFCF805D66}" srcOrd="0" destOrd="0" presId="urn:microsoft.com/office/officeart/2005/8/layout/orgChart1"/>
    <dgm:cxn modelId="{BFAE854F-D541-412F-A295-0D56CF001E3A}" type="presOf" srcId="{F13707A1-0595-4C6E-B1EF-788549332F89}" destId="{21ABB394-9B71-45E8-9812-1E8248D9D510}" srcOrd="0" destOrd="0" presId="urn:microsoft.com/office/officeart/2005/8/layout/orgChart1"/>
    <dgm:cxn modelId="{77EE7106-E3FD-4D3D-9368-CE9CB5350425}" srcId="{1BC589CB-9031-435A-BB36-338C3830399A}" destId="{D2F0497D-7465-4946-B1F1-6E0127203326}" srcOrd="4" destOrd="0" parTransId="{0F41FAF6-AE54-4205-AA98-0117095D8201}" sibTransId="{DEC6F168-A340-4ABF-95D4-8D871D3D6BD0}"/>
    <dgm:cxn modelId="{4FC4B7A4-A0A8-4A40-BA2C-73807EFA56B7}" type="presOf" srcId="{08C422FF-8C9F-4D77-8460-7D5EC6AC2B49}" destId="{4CC49698-80DB-402B-BA86-50BDE7504678}" srcOrd="1" destOrd="0" presId="urn:microsoft.com/office/officeart/2005/8/layout/orgChart1"/>
    <dgm:cxn modelId="{0BC394B0-FCF3-4DE5-9F0D-646B564CAC8B}" type="presOf" srcId="{3406C933-5ECB-4F79-8D09-A2A0CE34E376}" destId="{B8A44DA3-6D4C-44DD-8C21-B996E49201AD}" srcOrd="1" destOrd="0" presId="urn:microsoft.com/office/officeart/2005/8/layout/orgChart1"/>
    <dgm:cxn modelId="{8342A3B5-F917-4852-8303-C88645AE67F8}" type="presOf" srcId="{FA6D69BB-9509-4418-8654-D62DE742DD1E}" destId="{066AAB37-B19B-4880-AF5B-A957281C1B4B}" srcOrd="0" destOrd="0" presId="urn:microsoft.com/office/officeart/2005/8/layout/orgChart1"/>
    <dgm:cxn modelId="{DD384979-9D95-4B52-A3EF-3862A184668A}" srcId="{774D9153-9FE6-439A-BBAD-757BCD416319}" destId="{EBB0A82A-8489-4E21-9FD7-C3F50B9CDECA}" srcOrd="3" destOrd="0" parTransId="{53108682-776A-4710-B483-1B2B025D35DB}" sibTransId="{1F224120-505E-48B7-AEB1-D175E304F9F6}"/>
    <dgm:cxn modelId="{DABC6116-C926-4885-9494-B88787E6446E}" type="presOf" srcId="{08AAC59B-9131-48C3-9AB1-5E3A239C8815}" destId="{2428414B-9002-4156-A427-6D35F2F84EE7}" srcOrd="0" destOrd="0" presId="urn:microsoft.com/office/officeart/2005/8/layout/orgChart1"/>
    <dgm:cxn modelId="{5D1CBEFA-016B-45FC-A85D-5241302235AC}" type="presOf" srcId="{65311165-9E54-41BF-8B6D-49E42EF7229B}" destId="{F22EA178-59D4-424B-BEF7-0756C8451386}" srcOrd="0" destOrd="0" presId="urn:microsoft.com/office/officeart/2005/8/layout/orgChart1"/>
    <dgm:cxn modelId="{742DA670-E062-4FFE-86FF-E6C7AF22F45F}" type="presOf" srcId="{5E84F316-119A-44E8-B5BC-3C6AC13B38B2}" destId="{454FDF45-A8F1-444E-8B88-CA7FDD1695FA}" srcOrd="0" destOrd="0" presId="urn:microsoft.com/office/officeart/2005/8/layout/orgChart1"/>
    <dgm:cxn modelId="{E9B728D9-F0EF-42AB-8A9C-01E213E2E0A0}" type="presOf" srcId="{4CC937A9-7821-4CD1-AEC3-D29515E40FD9}" destId="{9FFC9859-D82E-4AA1-8E1C-421899F64AC1}" srcOrd="0" destOrd="0" presId="urn:microsoft.com/office/officeart/2005/8/layout/orgChart1"/>
    <dgm:cxn modelId="{95160A26-8D2B-4E8C-B4AE-0B5C416A1942}" type="presOf" srcId="{4813354B-774A-4735-B460-4A243AE6A652}" destId="{9F56586E-2085-42AF-BCE0-D2C413206514}" srcOrd="0" destOrd="0" presId="urn:microsoft.com/office/officeart/2005/8/layout/orgChart1"/>
    <dgm:cxn modelId="{8A21A645-FE8F-4180-BD70-9EF219478D96}" type="presOf" srcId="{5911B4FE-BB6C-4895-B0E7-FC0CE5210CF9}" destId="{E74160CA-65FC-4A0C-A18E-8B1B9FA87D83}" srcOrd="0" destOrd="0" presId="urn:microsoft.com/office/officeart/2005/8/layout/orgChart1"/>
    <dgm:cxn modelId="{4A3F10A3-519B-49EF-AA17-1B9BDFAAF928}" type="presOf" srcId="{1219FF54-3EA4-4FCF-B397-942BD420A948}" destId="{E5DB1D2A-5114-4317-8F31-EFFB5ED0410F}" srcOrd="0" destOrd="0" presId="urn:microsoft.com/office/officeart/2005/8/layout/orgChart1"/>
    <dgm:cxn modelId="{AAA99A9C-E120-4810-814A-E1FE932CF041}" srcId="{2267334C-96B1-48CA-B472-9FCB765AA736}" destId="{774D9153-9FE6-439A-BBAD-757BCD416319}" srcOrd="2" destOrd="0" parTransId="{FB8A41FA-0502-4C3B-AF8C-55EEEF6D9DC3}" sibTransId="{ADE68FDC-EE66-46EE-BB00-DD5BA04AC195}"/>
    <dgm:cxn modelId="{7AAE569D-9584-40C5-AE97-8ED038F21194}" type="presOf" srcId="{A5800C68-50E8-45BA-AF60-2314BB69E470}" destId="{884D44A7-9274-4084-B8F8-033529961C96}" srcOrd="0" destOrd="0" presId="urn:microsoft.com/office/officeart/2005/8/layout/orgChart1"/>
    <dgm:cxn modelId="{AB1A4D23-36F6-4C92-B57E-6577458546D7}" type="presOf" srcId="{5911B4FE-BB6C-4895-B0E7-FC0CE5210CF9}" destId="{2E58F53D-ED60-43CC-9A60-700FFC8BBAD0}" srcOrd="1" destOrd="0" presId="urn:microsoft.com/office/officeart/2005/8/layout/orgChart1"/>
    <dgm:cxn modelId="{02878580-A693-4668-9CD4-26BBD338C676}" type="presOf" srcId="{EEC444E3-5573-4EF8-B07D-15815D4A96F6}" destId="{ABCA2A54-3416-4D18-A0E5-79700A649039}" srcOrd="1" destOrd="0" presId="urn:microsoft.com/office/officeart/2005/8/layout/orgChart1"/>
    <dgm:cxn modelId="{AB353CC8-307D-4948-B94C-5EBC17CF27DC}" type="presOf" srcId="{737C9020-C784-4CBE-88E4-5A83A63B9BC7}" destId="{C959C6AF-A7DE-4838-9126-F752C5828875}" srcOrd="0" destOrd="0" presId="urn:microsoft.com/office/officeart/2005/8/layout/orgChart1"/>
    <dgm:cxn modelId="{17E16653-3E64-4004-918C-F7ECD975BB1B}" type="presOf" srcId="{D2F0497D-7465-4946-B1F1-6E0127203326}" destId="{ED8E8A81-A6FB-43C2-BC0A-F2A15439F89D}" srcOrd="0" destOrd="0" presId="urn:microsoft.com/office/officeart/2005/8/layout/orgChart1"/>
    <dgm:cxn modelId="{83D023AD-3779-46EA-B17C-DD9E28183823}" type="presOf" srcId="{2DF021DD-9860-4BEA-9E2F-E9239E04297D}" destId="{D40E106C-180C-444A-9F1C-2EF8C3E744A3}" srcOrd="0" destOrd="0" presId="urn:microsoft.com/office/officeart/2005/8/layout/orgChart1"/>
    <dgm:cxn modelId="{A091D437-7F0F-462F-BF21-6878C4A36872}" srcId="{774D9153-9FE6-439A-BBAD-757BCD416319}" destId="{08C422FF-8C9F-4D77-8460-7D5EC6AC2B49}" srcOrd="2" destOrd="0" parTransId="{FA6D69BB-9509-4418-8654-D62DE742DD1E}" sibTransId="{A6F5BDA8-097B-4F61-91A5-A049C0CA371A}"/>
    <dgm:cxn modelId="{1536CD56-3E13-49B2-805D-68674D66FAD8}" type="presOf" srcId="{4813354B-774A-4735-B460-4A243AE6A652}" destId="{9D850630-D3FB-49F2-8225-A456DD5CD90D}" srcOrd="1" destOrd="0" presId="urn:microsoft.com/office/officeart/2005/8/layout/orgChart1"/>
    <dgm:cxn modelId="{CB2EC4CE-CBE8-416E-84A3-43E1887E6EEF}" type="presOf" srcId="{EC6199EA-E99B-4F50-A612-5E49E440FE83}" destId="{E6F03880-8057-4920-A8C1-C33027FE619D}" srcOrd="0" destOrd="0" presId="urn:microsoft.com/office/officeart/2005/8/layout/orgChart1"/>
    <dgm:cxn modelId="{59DE55BD-1ADE-4BCE-8228-45619914807D}" type="presOf" srcId="{1BC589CB-9031-435A-BB36-338C3830399A}" destId="{B80213C7-4C78-429B-BF6D-CCEFF0F7CA0D}" srcOrd="1" destOrd="0" presId="urn:microsoft.com/office/officeart/2005/8/layout/orgChart1"/>
    <dgm:cxn modelId="{A8C676C6-49EB-4DF5-92C4-2FB434961A00}" type="presOf" srcId="{9920A505-B89F-424E-9ACE-311F20C0732A}" destId="{70DEFD90-F4C3-4553-BE86-FA05FF249035}" srcOrd="0" destOrd="0" presId="urn:microsoft.com/office/officeart/2005/8/layout/orgChart1"/>
    <dgm:cxn modelId="{0C36757A-372F-4C71-B3B9-7DC38BE18076}" type="presOf" srcId="{F8BAB623-7557-4E01-B6C4-706F14E017D2}" destId="{B0203E58-47DA-48EA-9DC7-08347E5782DF}" srcOrd="0" destOrd="0" presId="urn:microsoft.com/office/officeart/2005/8/layout/orgChart1"/>
    <dgm:cxn modelId="{FD831F6D-BCBB-465F-822F-0AFE970280E5}" type="presOf" srcId="{73CB9290-3FD5-4B60-9C31-00B1E52E7193}" destId="{4D0C5D27-B007-4E30-86DE-F8FD09327836}" srcOrd="0" destOrd="0" presId="urn:microsoft.com/office/officeart/2005/8/layout/orgChart1"/>
    <dgm:cxn modelId="{3487CEA0-9CBA-4FF6-A672-B7E4C9F6B9BD}" type="presOf" srcId="{2C1BEA0E-9F7A-4212-AF9B-258685143220}" destId="{B590DA02-3A81-404B-B31F-224BC8C721F3}" srcOrd="1" destOrd="0" presId="urn:microsoft.com/office/officeart/2005/8/layout/orgChart1"/>
    <dgm:cxn modelId="{EF65A6B8-660E-4325-B107-90569671318E}" srcId="{C2D5506A-7FB7-44B3-92AA-BD7E61C65BA7}" destId="{4813354B-774A-4735-B460-4A243AE6A652}" srcOrd="1" destOrd="0" parTransId="{4E9C282D-0D29-46D0-B63F-BC511E238709}" sibTransId="{B046A484-21F2-4EFE-9FCE-A9181C17565F}"/>
    <dgm:cxn modelId="{33262BC8-27E0-4462-963A-C17F5253DDFE}" type="presOf" srcId="{737C9020-C784-4CBE-88E4-5A83A63B9BC7}" destId="{974D821A-1CEC-4900-BE3E-DDB8D249BD0D}" srcOrd="1" destOrd="0" presId="urn:microsoft.com/office/officeart/2005/8/layout/orgChart1"/>
    <dgm:cxn modelId="{831AD5DD-C03E-4BFF-B2E9-0B1FF318B709}" srcId="{2267334C-96B1-48CA-B472-9FCB765AA736}" destId="{18FD67AF-1365-4FA0-B0FB-C7A6B57EB21A}" srcOrd="3" destOrd="0" parTransId="{931120C3-2E02-4E14-8595-C22662C8EA99}" sibTransId="{067D482D-474A-4CBC-B1FD-AEC3FDC8A09E}"/>
    <dgm:cxn modelId="{5A29C715-A156-4936-8E3C-011537EA9BAE}" type="presOf" srcId="{1E9682B3-A5B9-4D12-8DCA-7B9C0287D261}" destId="{8498CE60-4A31-45EB-B4BA-81ADE0E62F2A}" srcOrd="0" destOrd="0" presId="urn:microsoft.com/office/officeart/2005/8/layout/orgChart1"/>
    <dgm:cxn modelId="{D0832802-F94D-44A3-9417-CFD52A8573A0}" srcId="{2267334C-96B1-48CA-B472-9FCB765AA736}" destId="{C2D5506A-7FB7-44B3-92AA-BD7E61C65BA7}" srcOrd="0" destOrd="0" parTransId="{86ED68E9-E8DC-487F-8721-223ABB153239}" sibTransId="{7F6E1925-E1AB-43EF-B107-17DFE88B0B21}"/>
    <dgm:cxn modelId="{BBD0712B-F9FC-46B4-994E-D54C903AE9FE}" type="presOf" srcId="{C2D5506A-7FB7-44B3-92AA-BD7E61C65BA7}" destId="{4971E7A0-4065-4005-8A48-85E762952B51}" srcOrd="0" destOrd="0" presId="urn:microsoft.com/office/officeart/2005/8/layout/orgChart1"/>
    <dgm:cxn modelId="{6957FC86-6196-4D8A-9BF8-C5B74FF1C28B}" type="presOf" srcId="{EE4DF284-C3F2-4E03-953A-CE10637621E3}" destId="{0DEC08EB-7C47-47C8-8583-051F88315560}" srcOrd="1" destOrd="0" presId="urn:microsoft.com/office/officeart/2005/8/layout/orgChart1"/>
    <dgm:cxn modelId="{C62046F2-793D-458B-BD51-B8BB2BC9F4FF}" type="presOf" srcId="{EB2F11DE-3887-4901-8B87-76FE9F946EB5}" destId="{5FCDC863-1E56-4D43-95FF-C2FF63F4D748}" srcOrd="0" destOrd="0" presId="urn:microsoft.com/office/officeart/2005/8/layout/orgChart1"/>
    <dgm:cxn modelId="{7EBEBCC0-69F2-461D-A2B7-D6D25A6D5D60}" type="presParOf" srcId="{9FFC9859-D82E-4AA1-8E1C-421899F64AC1}" destId="{A82E207B-2FF1-47A0-B4AE-33642981AB8B}" srcOrd="0" destOrd="0" presId="urn:microsoft.com/office/officeart/2005/8/layout/orgChart1"/>
    <dgm:cxn modelId="{90B124EA-5837-4B5A-B5CB-73BFF5497810}" type="presParOf" srcId="{A82E207B-2FF1-47A0-B4AE-33642981AB8B}" destId="{5C71F85E-D8CE-4FE0-911C-9BBCE4999D7A}" srcOrd="0" destOrd="0" presId="urn:microsoft.com/office/officeart/2005/8/layout/orgChart1"/>
    <dgm:cxn modelId="{F3318AC9-E3E4-4671-B60C-AD785833FE64}" type="presParOf" srcId="{5C71F85E-D8CE-4FE0-911C-9BBCE4999D7A}" destId="{F4745D6F-3FE5-42C2-8C56-7F92C27B99F1}" srcOrd="0" destOrd="0" presId="urn:microsoft.com/office/officeart/2005/8/layout/orgChart1"/>
    <dgm:cxn modelId="{63B68623-CE34-4DCB-830D-57CEB8FF8977}" type="presParOf" srcId="{5C71F85E-D8CE-4FE0-911C-9BBCE4999D7A}" destId="{299D20E3-215F-46DE-A8EE-41EA84150533}" srcOrd="1" destOrd="0" presId="urn:microsoft.com/office/officeart/2005/8/layout/orgChart1"/>
    <dgm:cxn modelId="{FAE46146-FDAC-4BFB-B9DE-84AF53E03992}" type="presParOf" srcId="{A82E207B-2FF1-47A0-B4AE-33642981AB8B}" destId="{A673EEB3-15F0-48ED-A090-081800BC66A6}" srcOrd="1" destOrd="0" presId="urn:microsoft.com/office/officeart/2005/8/layout/orgChart1"/>
    <dgm:cxn modelId="{7E18CE29-D249-4EB5-8D08-B8E30D06E190}" type="presParOf" srcId="{A673EEB3-15F0-48ED-A090-081800BC66A6}" destId="{AE0635F9-97E4-4675-B5A0-F17AB7B65BB1}" srcOrd="0" destOrd="0" presId="urn:microsoft.com/office/officeart/2005/8/layout/orgChart1"/>
    <dgm:cxn modelId="{C46BB9BF-1BBC-43D2-AE53-DD21AA4D7A2C}" type="presParOf" srcId="{A673EEB3-15F0-48ED-A090-081800BC66A6}" destId="{D278FF28-7DE5-4781-9071-75864FF9409E}" srcOrd="1" destOrd="0" presId="urn:microsoft.com/office/officeart/2005/8/layout/orgChart1"/>
    <dgm:cxn modelId="{0AFB0E31-3CF0-4582-9350-576FAAB05775}" type="presParOf" srcId="{D278FF28-7DE5-4781-9071-75864FF9409E}" destId="{46739437-0473-44FC-9E00-DAB3729939D0}" srcOrd="0" destOrd="0" presId="urn:microsoft.com/office/officeart/2005/8/layout/orgChart1"/>
    <dgm:cxn modelId="{FC9D1F3D-3469-491F-A2B0-F20DE9CE7F3C}" type="presParOf" srcId="{46739437-0473-44FC-9E00-DAB3729939D0}" destId="{4971E7A0-4065-4005-8A48-85E762952B51}" srcOrd="0" destOrd="0" presId="urn:microsoft.com/office/officeart/2005/8/layout/orgChart1"/>
    <dgm:cxn modelId="{AEFBB1FF-E8B1-4BCF-BC4D-FF5B2F45EF37}" type="presParOf" srcId="{46739437-0473-44FC-9E00-DAB3729939D0}" destId="{5E771C1B-C30E-4993-A96B-0CA704DACE5E}" srcOrd="1" destOrd="0" presId="urn:microsoft.com/office/officeart/2005/8/layout/orgChart1"/>
    <dgm:cxn modelId="{438DABAF-3206-4D72-A885-4C3F9DA9BD51}" type="presParOf" srcId="{D278FF28-7DE5-4781-9071-75864FF9409E}" destId="{62458A29-E397-4E62-9C2C-11E15A46FB0D}" srcOrd="1" destOrd="0" presId="urn:microsoft.com/office/officeart/2005/8/layout/orgChart1"/>
    <dgm:cxn modelId="{86AFB007-DD39-43F9-9DC1-98FCA02A75AF}" type="presParOf" srcId="{62458A29-E397-4E62-9C2C-11E15A46FB0D}" destId="{5FCDC863-1E56-4D43-95FF-C2FF63F4D748}" srcOrd="0" destOrd="0" presId="urn:microsoft.com/office/officeart/2005/8/layout/orgChart1"/>
    <dgm:cxn modelId="{1C441630-D5E5-4CA8-BA3F-E7FE803457D7}" type="presParOf" srcId="{62458A29-E397-4E62-9C2C-11E15A46FB0D}" destId="{39091176-E128-4DC9-8BBE-9CBE902ACB5E}" srcOrd="1" destOrd="0" presId="urn:microsoft.com/office/officeart/2005/8/layout/orgChart1"/>
    <dgm:cxn modelId="{27CA3E72-3959-49F8-BDA9-3180D617E59B}" type="presParOf" srcId="{39091176-E128-4DC9-8BBE-9CBE902ACB5E}" destId="{A06787EC-F32D-4044-BEF1-61AC87122ADD}" srcOrd="0" destOrd="0" presId="urn:microsoft.com/office/officeart/2005/8/layout/orgChart1"/>
    <dgm:cxn modelId="{2C1BC431-F61E-439A-AA4E-483468B19815}" type="presParOf" srcId="{A06787EC-F32D-4044-BEF1-61AC87122ADD}" destId="{C3039185-4885-4346-9706-1010CF464D41}" srcOrd="0" destOrd="0" presId="urn:microsoft.com/office/officeart/2005/8/layout/orgChart1"/>
    <dgm:cxn modelId="{C6DC6372-9E57-44C8-8513-51721325ABE5}" type="presParOf" srcId="{A06787EC-F32D-4044-BEF1-61AC87122ADD}" destId="{F5727F9A-6D6E-4360-BE4C-25BF3D1AC36E}" srcOrd="1" destOrd="0" presId="urn:microsoft.com/office/officeart/2005/8/layout/orgChart1"/>
    <dgm:cxn modelId="{D0996258-547E-48B0-9261-C522A1AC0F1B}" type="presParOf" srcId="{39091176-E128-4DC9-8BBE-9CBE902ACB5E}" destId="{3D1A9212-43AD-43F1-B3E3-02A971758FFC}" srcOrd="1" destOrd="0" presId="urn:microsoft.com/office/officeart/2005/8/layout/orgChart1"/>
    <dgm:cxn modelId="{FC714AB7-66BF-4747-9B7F-A0260E9B0F62}" type="presParOf" srcId="{39091176-E128-4DC9-8BBE-9CBE902ACB5E}" destId="{317A7C4E-5377-446C-A076-702E32F2D5A8}" srcOrd="2" destOrd="0" presId="urn:microsoft.com/office/officeart/2005/8/layout/orgChart1"/>
    <dgm:cxn modelId="{17F28DC9-6DB9-4B49-B895-68DED77B82FE}" type="presParOf" srcId="{62458A29-E397-4E62-9C2C-11E15A46FB0D}" destId="{5EAAFBBE-3ECF-43C8-81D3-905B2B9DF28A}" srcOrd="2" destOrd="0" presId="urn:microsoft.com/office/officeart/2005/8/layout/orgChart1"/>
    <dgm:cxn modelId="{844D01D5-4410-425D-85BB-A4363DA3F712}" type="presParOf" srcId="{62458A29-E397-4E62-9C2C-11E15A46FB0D}" destId="{AD9132A3-3775-4F60-9A22-95A381EE10AD}" srcOrd="3" destOrd="0" presId="urn:microsoft.com/office/officeart/2005/8/layout/orgChart1"/>
    <dgm:cxn modelId="{58DD5E7E-A74B-4C26-9D7B-3B2D2F3579F2}" type="presParOf" srcId="{AD9132A3-3775-4F60-9A22-95A381EE10AD}" destId="{798B66A7-9444-4490-BB37-61FAC233A007}" srcOrd="0" destOrd="0" presId="urn:microsoft.com/office/officeart/2005/8/layout/orgChart1"/>
    <dgm:cxn modelId="{07C0AD0D-36F7-435F-BA0A-5C5C6E29BBCD}" type="presParOf" srcId="{798B66A7-9444-4490-BB37-61FAC233A007}" destId="{9F56586E-2085-42AF-BCE0-D2C413206514}" srcOrd="0" destOrd="0" presId="urn:microsoft.com/office/officeart/2005/8/layout/orgChart1"/>
    <dgm:cxn modelId="{585C2D6A-EBAF-4C14-82A9-1BC7E9F79A16}" type="presParOf" srcId="{798B66A7-9444-4490-BB37-61FAC233A007}" destId="{9D850630-D3FB-49F2-8225-A456DD5CD90D}" srcOrd="1" destOrd="0" presId="urn:microsoft.com/office/officeart/2005/8/layout/orgChart1"/>
    <dgm:cxn modelId="{4D759FB0-9BF7-401A-99B7-2CAF21472190}" type="presParOf" srcId="{AD9132A3-3775-4F60-9A22-95A381EE10AD}" destId="{3634EF16-5E29-4C20-B95B-286038FAAA53}" srcOrd="1" destOrd="0" presId="urn:microsoft.com/office/officeart/2005/8/layout/orgChart1"/>
    <dgm:cxn modelId="{97FBB350-7CE3-4E5C-99BC-520D55D30441}" type="presParOf" srcId="{AD9132A3-3775-4F60-9A22-95A381EE10AD}" destId="{EC2A3C95-3741-4873-A099-730EAF072EE7}" srcOrd="2" destOrd="0" presId="urn:microsoft.com/office/officeart/2005/8/layout/orgChart1"/>
    <dgm:cxn modelId="{B9BF5132-7FBA-41BA-AB1F-C66B9E1F63C8}" type="presParOf" srcId="{62458A29-E397-4E62-9C2C-11E15A46FB0D}" destId="{9B96BF37-B927-4A06-8E0F-FC8829ABF7D9}" srcOrd="4" destOrd="0" presId="urn:microsoft.com/office/officeart/2005/8/layout/orgChart1"/>
    <dgm:cxn modelId="{CCAF119B-5CF3-4C8E-AFE7-BF4105634935}" type="presParOf" srcId="{62458A29-E397-4E62-9C2C-11E15A46FB0D}" destId="{3CA5AAD8-7338-4859-B9D2-61F04EB2B04C}" srcOrd="5" destOrd="0" presId="urn:microsoft.com/office/officeart/2005/8/layout/orgChart1"/>
    <dgm:cxn modelId="{6A7AFC8D-6D9B-47EF-87AE-F680E030AA4D}" type="presParOf" srcId="{3CA5AAD8-7338-4859-B9D2-61F04EB2B04C}" destId="{F9EB636B-6AA3-41D2-870D-B8B527937199}" srcOrd="0" destOrd="0" presId="urn:microsoft.com/office/officeart/2005/8/layout/orgChart1"/>
    <dgm:cxn modelId="{5C8576EA-E915-4AE1-9FA1-A969E1C3FE83}" type="presParOf" srcId="{F9EB636B-6AA3-41D2-870D-B8B527937199}" destId="{8498CE60-4A31-45EB-B4BA-81ADE0E62F2A}" srcOrd="0" destOrd="0" presId="urn:microsoft.com/office/officeart/2005/8/layout/orgChart1"/>
    <dgm:cxn modelId="{3AD5442B-4F6B-4AF2-AAE5-DDA1AD0033F5}" type="presParOf" srcId="{F9EB636B-6AA3-41D2-870D-B8B527937199}" destId="{C0587ACE-1512-4E48-BFED-CDFDC424CF06}" srcOrd="1" destOrd="0" presId="urn:microsoft.com/office/officeart/2005/8/layout/orgChart1"/>
    <dgm:cxn modelId="{7879E984-0813-4734-A6C6-DA92F54AADE4}" type="presParOf" srcId="{3CA5AAD8-7338-4859-B9D2-61F04EB2B04C}" destId="{BBD8DCB1-0AF6-44B1-9369-52B06265CA23}" srcOrd="1" destOrd="0" presId="urn:microsoft.com/office/officeart/2005/8/layout/orgChart1"/>
    <dgm:cxn modelId="{0BC42040-2F96-4305-98C5-2905F18E0DAF}" type="presParOf" srcId="{3CA5AAD8-7338-4859-B9D2-61F04EB2B04C}" destId="{88BF0E9F-AAF9-4489-B79D-0BAB954A2214}" srcOrd="2" destOrd="0" presId="urn:microsoft.com/office/officeart/2005/8/layout/orgChart1"/>
    <dgm:cxn modelId="{8F9410BA-1622-4340-A2E4-96804C53591A}" type="presParOf" srcId="{62458A29-E397-4E62-9C2C-11E15A46FB0D}" destId="{65E76B81-4FD7-43B1-8795-489347226751}" srcOrd="6" destOrd="0" presId="urn:microsoft.com/office/officeart/2005/8/layout/orgChart1"/>
    <dgm:cxn modelId="{CB615297-78DD-44EA-862F-F40C718B3320}" type="presParOf" srcId="{62458A29-E397-4E62-9C2C-11E15A46FB0D}" destId="{D20DEF4B-D785-4906-BC3A-2DFD9D898385}" srcOrd="7" destOrd="0" presId="urn:microsoft.com/office/officeart/2005/8/layout/orgChart1"/>
    <dgm:cxn modelId="{186A8D13-A16F-4951-AA27-0E868FB5CEE6}" type="presParOf" srcId="{D20DEF4B-D785-4906-BC3A-2DFD9D898385}" destId="{879587C2-45C1-44F3-A622-A6F93A71FF37}" srcOrd="0" destOrd="0" presId="urn:microsoft.com/office/officeart/2005/8/layout/orgChart1"/>
    <dgm:cxn modelId="{6A9E9088-15DF-4300-826D-4E136FE65A96}" type="presParOf" srcId="{879587C2-45C1-44F3-A622-A6F93A71FF37}" destId="{658E7AF2-2F66-4D09-91E3-232DDE8A6061}" srcOrd="0" destOrd="0" presId="urn:microsoft.com/office/officeart/2005/8/layout/orgChart1"/>
    <dgm:cxn modelId="{3B14F4FE-6D3E-4889-A62D-5B3ED221A785}" type="presParOf" srcId="{879587C2-45C1-44F3-A622-A6F93A71FF37}" destId="{E173C6E0-7542-4AE3-B899-FD23165D3ACD}" srcOrd="1" destOrd="0" presId="urn:microsoft.com/office/officeart/2005/8/layout/orgChart1"/>
    <dgm:cxn modelId="{A91D806B-0980-4781-B355-D5F7183A67FB}" type="presParOf" srcId="{D20DEF4B-D785-4906-BC3A-2DFD9D898385}" destId="{84EFAABF-6FFB-46B3-B454-B95F03EFA9F8}" srcOrd="1" destOrd="0" presId="urn:microsoft.com/office/officeart/2005/8/layout/orgChart1"/>
    <dgm:cxn modelId="{A5779AD9-6584-4970-9C3D-743C4066A5EE}" type="presParOf" srcId="{D20DEF4B-D785-4906-BC3A-2DFD9D898385}" destId="{158F86E5-CE03-4F83-A3C5-A370E720F806}" srcOrd="2" destOrd="0" presId="urn:microsoft.com/office/officeart/2005/8/layout/orgChart1"/>
    <dgm:cxn modelId="{9BB1C5F8-ACEC-48DF-A2B1-17DE5A11E3DD}" type="presParOf" srcId="{62458A29-E397-4E62-9C2C-11E15A46FB0D}" destId="{706E5DAF-3CF8-4A31-BA95-1FE9F760330B}" srcOrd="8" destOrd="0" presId="urn:microsoft.com/office/officeart/2005/8/layout/orgChart1"/>
    <dgm:cxn modelId="{A049C8CB-7CB4-4714-904D-97114B525241}" type="presParOf" srcId="{62458A29-E397-4E62-9C2C-11E15A46FB0D}" destId="{A6DA5418-FC97-4635-97C6-5C0489042920}" srcOrd="9" destOrd="0" presId="urn:microsoft.com/office/officeart/2005/8/layout/orgChart1"/>
    <dgm:cxn modelId="{746EDA25-55A9-4B38-9B42-8327BD5B9371}" type="presParOf" srcId="{A6DA5418-FC97-4635-97C6-5C0489042920}" destId="{A6BB9779-901E-417E-96BA-9F068DFA26F3}" srcOrd="0" destOrd="0" presId="urn:microsoft.com/office/officeart/2005/8/layout/orgChart1"/>
    <dgm:cxn modelId="{E444DF25-03DF-4BD2-83FC-2A37471EDBE9}" type="presParOf" srcId="{A6BB9779-901E-417E-96BA-9F068DFA26F3}" destId="{FCC4C211-DF71-42F3-9C37-CD452E04E8DE}" srcOrd="0" destOrd="0" presId="urn:microsoft.com/office/officeart/2005/8/layout/orgChart1"/>
    <dgm:cxn modelId="{1C7DCE70-5DBE-4A14-8E56-F959E7156D85}" type="presParOf" srcId="{A6BB9779-901E-417E-96BA-9F068DFA26F3}" destId="{A471E436-B06A-4CD5-985C-48EE9C46ECA8}" srcOrd="1" destOrd="0" presId="urn:microsoft.com/office/officeart/2005/8/layout/orgChart1"/>
    <dgm:cxn modelId="{7364BCF0-5634-40A1-BB2D-3484EACACCA2}" type="presParOf" srcId="{A6DA5418-FC97-4635-97C6-5C0489042920}" destId="{87A75DB1-B31A-4FB6-8F67-C17F84D66B9E}" srcOrd="1" destOrd="0" presId="urn:microsoft.com/office/officeart/2005/8/layout/orgChart1"/>
    <dgm:cxn modelId="{44BFEDED-2961-452F-B82B-A11C99D4B89F}" type="presParOf" srcId="{A6DA5418-FC97-4635-97C6-5C0489042920}" destId="{B679291E-7F73-411A-8892-06E0F1163D9F}" srcOrd="2" destOrd="0" presId="urn:microsoft.com/office/officeart/2005/8/layout/orgChart1"/>
    <dgm:cxn modelId="{3158E1E1-C57D-4A6C-8673-8CBD0F2F6E94}" type="presParOf" srcId="{62458A29-E397-4E62-9C2C-11E15A46FB0D}" destId="{6EFBE289-0B21-4BC9-B4D7-51484357178E}" srcOrd="10" destOrd="0" presId="urn:microsoft.com/office/officeart/2005/8/layout/orgChart1"/>
    <dgm:cxn modelId="{91F18480-D804-41D7-8DC8-CE4FBD39348D}" type="presParOf" srcId="{62458A29-E397-4E62-9C2C-11E15A46FB0D}" destId="{856B3BE8-CC25-441E-86F5-E4038F55691A}" srcOrd="11" destOrd="0" presId="urn:microsoft.com/office/officeart/2005/8/layout/orgChart1"/>
    <dgm:cxn modelId="{6B1F6A9A-81AF-47B2-9181-790F9C6900C2}" type="presParOf" srcId="{856B3BE8-CC25-441E-86F5-E4038F55691A}" destId="{4973B80E-D79B-488F-A713-719061FE6157}" srcOrd="0" destOrd="0" presId="urn:microsoft.com/office/officeart/2005/8/layout/orgChart1"/>
    <dgm:cxn modelId="{6B77B0A2-6EBD-47E7-BDCB-B2461398CA70}" type="presParOf" srcId="{4973B80E-D79B-488F-A713-719061FE6157}" destId="{434E5EE0-7B64-4BC3-BB59-5852A55EC5BA}" srcOrd="0" destOrd="0" presId="urn:microsoft.com/office/officeart/2005/8/layout/orgChart1"/>
    <dgm:cxn modelId="{526BBA03-FDDE-4D82-A82B-67DFF9950DA3}" type="presParOf" srcId="{4973B80E-D79B-488F-A713-719061FE6157}" destId="{63533C46-7135-4027-9733-7C537C5F4DA2}" srcOrd="1" destOrd="0" presId="urn:microsoft.com/office/officeart/2005/8/layout/orgChart1"/>
    <dgm:cxn modelId="{808FABED-BADD-4337-9CEA-FE02BFB56A7B}" type="presParOf" srcId="{856B3BE8-CC25-441E-86F5-E4038F55691A}" destId="{53728E30-A10B-4700-A900-9CCB3E481941}" srcOrd="1" destOrd="0" presId="urn:microsoft.com/office/officeart/2005/8/layout/orgChart1"/>
    <dgm:cxn modelId="{B821695D-ABD7-44EE-9747-A5D6EACBACC1}" type="presParOf" srcId="{856B3BE8-CC25-441E-86F5-E4038F55691A}" destId="{D6AF0FA7-1640-4529-A7BC-4B3751AF74F4}" srcOrd="2" destOrd="0" presId="urn:microsoft.com/office/officeart/2005/8/layout/orgChart1"/>
    <dgm:cxn modelId="{A1915336-C6FD-45D3-AB0B-AA2CB6C96E30}" type="presParOf" srcId="{62458A29-E397-4E62-9C2C-11E15A46FB0D}" destId="{A63373E7-DC5A-4128-8743-4D256A2684C9}" srcOrd="12" destOrd="0" presId="urn:microsoft.com/office/officeart/2005/8/layout/orgChart1"/>
    <dgm:cxn modelId="{BFE5548F-4D23-4B91-A100-672370044761}" type="presParOf" srcId="{62458A29-E397-4E62-9C2C-11E15A46FB0D}" destId="{F05E6672-D70A-4E73-B0C4-B12EA8F7BB45}" srcOrd="13" destOrd="0" presId="urn:microsoft.com/office/officeart/2005/8/layout/orgChart1"/>
    <dgm:cxn modelId="{1505F2BA-D69E-4AE0-A786-1049DD965A09}" type="presParOf" srcId="{F05E6672-D70A-4E73-B0C4-B12EA8F7BB45}" destId="{E3522B4D-166F-4087-8A08-22146A1F9AF5}" srcOrd="0" destOrd="0" presId="urn:microsoft.com/office/officeart/2005/8/layout/orgChart1"/>
    <dgm:cxn modelId="{D7175328-7032-4A85-B684-F2D13EAD8EE0}" type="presParOf" srcId="{E3522B4D-166F-4087-8A08-22146A1F9AF5}" destId="{41CE3861-D561-45EB-947F-0E9FD774A8A2}" srcOrd="0" destOrd="0" presId="urn:microsoft.com/office/officeart/2005/8/layout/orgChart1"/>
    <dgm:cxn modelId="{6BD1E754-42BD-4ABB-87D6-57665D216E82}" type="presParOf" srcId="{E3522B4D-166F-4087-8A08-22146A1F9AF5}" destId="{D5B38272-3718-46C8-B2FB-C9EDF36BE23F}" srcOrd="1" destOrd="0" presId="urn:microsoft.com/office/officeart/2005/8/layout/orgChart1"/>
    <dgm:cxn modelId="{4C0020E9-0285-452F-8962-E144D9F4B971}" type="presParOf" srcId="{F05E6672-D70A-4E73-B0C4-B12EA8F7BB45}" destId="{897A7FD1-FE0B-4A06-A8F8-3E7B4A223BE6}" srcOrd="1" destOrd="0" presId="urn:microsoft.com/office/officeart/2005/8/layout/orgChart1"/>
    <dgm:cxn modelId="{1F258485-8FE8-43CC-A06B-D24D405472AB}" type="presParOf" srcId="{F05E6672-D70A-4E73-B0C4-B12EA8F7BB45}" destId="{4E02258B-4369-46F7-B762-2031A0BBF90E}" srcOrd="2" destOrd="0" presId="urn:microsoft.com/office/officeart/2005/8/layout/orgChart1"/>
    <dgm:cxn modelId="{9E2703EF-944F-4C8D-9FE4-D4D61B384DD9}" type="presParOf" srcId="{D278FF28-7DE5-4781-9071-75864FF9409E}" destId="{BB285960-9099-4223-A340-5E22E1770892}" srcOrd="2" destOrd="0" presId="urn:microsoft.com/office/officeart/2005/8/layout/orgChart1"/>
    <dgm:cxn modelId="{BF476B5A-9AD6-465F-8F25-E9E6381B907C}" type="presParOf" srcId="{A673EEB3-15F0-48ED-A090-081800BC66A6}" destId="{2428414B-9002-4156-A427-6D35F2F84EE7}" srcOrd="2" destOrd="0" presId="urn:microsoft.com/office/officeart/2005/8/layout/orgChart1"/>
    <dgm:cxn modelId="{9A955667-349D-4584-82D4-091A38E39E78}" type="presParOf" srcId="{A673EEB3-15F0-48ED-A090-081800BC66A6}" destId="{75661D77-AB88-4B8C-979C-07190F56BC6F}" srcOrd="3" destOrd="0" presId="urn:microsoft.com/office/officeart/2005/8/layout/orgChart1"/>
    <dgm:cxn modelId="{4AC6FAC8-9566-4897-90C2-69D858ADCE75}" type="presParOf" srcId="{75661D77-AB88-4B8C-979C-07190F56BC6F}" destId="{26DEB63A-E088-47CB-81C3-8054B0D26860}" srcOrd="0" destOrd="0" presId="urn:microsoft.com/office/officeart/2005/8/layout/orgChart1"/>
    <dgm:cxn modelId="{53576B59-B825-4255-8A65-5C4C243C4930}" type="presParOf" srcId="{26DEB63A-E088-47CB-81C3-8054B0D26860}" destId="{622DBD3F-247F-4FE4-812B-AA1EF0784095}" srcOrd="0" destOrd="0" presId="urn:microsoft.com/office/officeart/2005/8/layout/orgChart1"/>
    <dgm:cxn modelId="{C945A355-28E5-426B-9099-86A21081D88D}" type="presParOf" srcId="{26DEB63A-E088-47CB-81C3-8054B0D26860}" destId="{A8623BC1-6292-4C32-8AE3-738295D74120}" srcOrd="1" destOrd="0" presId="urn:microsoft.com/office/officeart/2005/8/layout/orgChart1"/>
    <dgm:cxn modelId="{669CCD5B-C016-45A5-BE1C-FBF198128EF9}" type="presParOf" srcId="{75661D77-AB88-4B8C-979C-07190F56BC6F}" destId="{59490FAA-E7CB-403A-B6BE-AE39FE364BF6}" srcOrd="1" destOrd="0" presId="urn:microsoft.com/office/officeart/2005/8/layout/orgChart1"/>
    <dgm:cxn modelId="{8AFC1BD7-EFC2-4293-9982-0BA4C75C953E}" type="presParOf" srcId="{59490FAA-E7CB-403A-B6BE-AE39FE364BF6}" destId="{B0203E58-47DA-48EA-9DC7-08347E5782DF}" srcOrd="0" destOrd="0" presId="urn:microsoft.com/office/officeart/2005/8/layout/orgChart1"/>
    <dgm:cxn modelId="{805EEE70-2D8A-4C2A-B482-02213D139F51}" type="presParOf" srcId="{59490FAA-E7CB-403A-B6BE-AE39FE364BF6}" destId="{97B3ACDA-FA69-4516-8907-A19FDE412412}" srcOrd="1" destOrd="0" presId="urn:microsoft.com/office/officeart/2005/8/layout/orgChart1"/>
    <dgm:cxn modelId="{289828BD-9E93-452A-8C96-68B521414F30}" type="presParOf" srcId="{97B3ACDA-FA69-4516-8907-A19FDE412412}" destId="{DB8488F1-E5D6-4EDD-987B-07963F41A922}" srcOrd="0" destOrd="0" presId="urn:microsoft.com/office/officeart/2005/8/layout/orgChart1"/>
    <dgm:cxn modelId="{8E5CE230-FBF3-4D5A-AA3A-477C41017774}" type="presParOf" srcId="{DB8488F1-E5D6-4EDD-987B-07963F41A922}" destId="{F2DCF990-A700-4B22-A448-6756095B2DBD}" srcOrd="0" destOrd="0" presId="urn:microsoft.com/office/officeart/2005/8/layout/orgChart1"/>
    <dgm:cxn modelId="{E9294442-4DF7-4073-AAA6-CF180F951EEC}" type="presParOf" srcId="{DB8488F1-E5D6-4EDD-987B-07963F41A922}" destId="{F1E7D231-FA04-4A16-A179-0A260572119D}" srcOrd="1" destOrd="0" presId="urn:microsoft.com/office/officeart/2005/8/layout/orgChart1"/>
    <dgm:cxn modelId="{C71D5382-E3AF-4D02-B596-D55106E25156}" type="presParOf" srcId="{97B3ACDA-FA69-4516-8907-A19FDE412412}" destId="{4503CDE7-4368-40E9-AEAE-B539F6FC0242}" srcOrd="1" destOrd="0" presId="urn:microsoft.com/office/officeart/2005/8/layout/orgChart1"/>
    <dgm:cxn modelId="{4B2442CF-AAB0-4D41-BA3D-923990D9E80F}" type="presParOf" srcId="{97B3ACDA-FA69-4516-8907-A19FDE412412}" destId="{BF5DC58A-65B2-4405-8C85-F7CFB7A5AA02}" srcOrd="2" destOrd="0" presId="urn:microsoft.com/office/officeart/2005/8/layout/orgChart1"/>
    <dgm:cxn modelId="{E72194CC-25B6-43E9-80D7-8CAC44FD8413}" type="presParOf" srcId="{59490FAA-E7CB-403A-B6BE-AE39FE364BF6}" destId="{216F0A69-920C-49A6-AA73-8C0AB5BA9441}" srcOrd="2" destOrd="0" presId="urn:microsoft.com/office/officeart/2005/8/layout/orgChart1"/>
    <dgm:cxn modelId="{DE41FFDA-9C64-463D-9E63-9D8123B4F6E2}" type="presParOf" srcId="{59490FAA-E7CB-403A-B6BE-AE39FE364BF6}" destId="{F66336AA-5688-4260-AA37-FB08D2E7E267}" srcOrd="3" destOrd="0" presId="urn:microsoft.com/office/officeart/2005/8/layout/orgChart1"/>
    <dgm:cxn modelId="{AF7E6238-B19B-47AE-A16F-F3C69826B38B}" type="presParOf" srcId="{F66336AA-5688-4260-AA37-FB08D2E7E267}" destId="{D8B300DD-C6EF-49EB-B044-FF19FE220678}" srcOrd="0" destOrd="0" presId="urn:microsoft.com/office/officeart/2005/8/layout/orgChart1"/>
    <dgm:cxn modelId="{478E7D73-BAB1-4FF8-A604-B8448F489565}" type="presParOf" srcId="{D8B300DD-C6EF-49EB-B044-FF19FE220678}" destId="{0C10A706-0059-4BD5-9559-1D1074200EB8}" srcOrd="0" destOrd="0" presId="urn:microsoft.com/office/officeart/2005/8/layout/orgChart1"/>
    <dgm:cxn modelId="{94041146-9425-4864-9CF4-35C03A9DC6E6}" type="presParOf" srcId="{D8B300DD-C6EF-49EB-B044-FF19FE220678}" destId="{84FD4ED5-9BCE-445F-8281-60E317D795A6}" srcOrd="1" destOrd="0" presId="urn:microsoft.com/office/officeart/2005/8/layout/orgChart1"/>
    <dgm:cxn modelId="{4297F303-74A6-4A71-882B-B05EA84CECA2}" type="presParOf" srcId="{F66336AA-5688-4260-AA37-FB08D2E7E267}" destId="{03714B7F-8E66-49CA-B88E-0425BBFFA1DE}" srcOrd="1" destOrd="0" presId="urn:microsoft.com/office/officeart/2005/8/layout/orgChart1"/>
    <dgm:cxn modelId="{CA8FE02D-1056-43A9-B960-16410A82CB70}" type="presParOf" srcId="{F66336AA-5688-4260-AA37-FB08D2E7E267}" destId="{EA858420-6D43-4F11-94A8-CDB95D3F75CC}" srcOrd="2" destOrd="0" presId="urn:microsoft.com/office/officeart/2005/8/layout/orgChart1"/>
    <dgm:cxn modelId="{FAA29311-6CD2-422D-A9C8-3996A3D23CF9}" type="presParOf" srcId="{59490FAA-E7CB-403A-B6BE-AE39FE364BF6}" destId="{68B237A9-0F97-475D-BBB1-AC3F64569EDF}" srcOrd="4" destOrd="0" presId="urn:microsoft.com/office/officeart/2005/8/layout/orgChart1"/>
    <dgm:cxn modelId="{0CC9D599-FADE-4069-BED9-8068CE0C5B4A}" type="presParOf" srcId="{59490FAA-E7CB-403A-B6BE-AE39FE364BF6}" destId="{F20E2EBF-9C24-47D1-B659-7FF766774B31}" srcOrd="5" destOrd="0" presId="urn:microsoft.com/office/officeart/2005/8/layout/orgChart1"/>
    <dgm:cxn modelId="{17E38DA2-EAA9-4CF6-B4A9-ABAEF3D2D523}" type="presParOf" srcId="{F20E2EBF-9C24-47D1-B659-7FF766774B31}" destId="{4B72805B-F3E4-4D5E-9F8F-0DF64A8D5E8D}" srcOrd="0" destOrd="0" presId="urn:microsoft.com/office/officeart/2005/8/layout/orgChart1"/>
    <dgm:cxn modelId="{6B26D6F6-CF8E-4E3D-9863-DE24F09C03EF}" type="presParOf" srcId="{4B72805B-F3E4-4D5E-9F8F-0DF64A8D5E8D}" destId="{945573EB-A4B9-4C20-8978-DDC82CFC75D6}" srcOrd="0" destOrd="0" presId="urn:microsoft.com/office/officeart/2005/8/layout/orgChart1"/>
    <dgm:cxn modelId="{CD19A4D5-00A7-4DC3-9BB7-84D0FD57B8C3}" type="presParOf" srcId="{4B72805B-F3E4-4D5E-9F8F-0DF64A8D5E8D}" destId="{ABCA2A54-3416-4D18-A0E5-79700A649039}" srcOrd="1" destOrd="0" presId="urn:microsoft.com/office/officeart/2005/8/layout/orgChart1"/>
    <dgm:cxn modelId="{243C26EF-ECFA-4A81-9984-434A1A15F465}" type="presParOf" srcId="{F20E2EBF-9C24-47D1-B659-7FF766774B31}" destId="{CDC49257-6880-471F-8068-DF75ADFD0E2B}" srcOrd="1" destOrd="0" presId="urn:microsoft.com/office/officeart/2005/8/layout/orgChart1"/>
    <dgm:cxn modelId="{BCE188A4-92A9-4F4E-A8F4-2FA8C2E5245A}" type="presParOf" srcId="{F20E2EBF-9C24-47D1-B659-7FF766774B31}" destId="{E1F61D90-C6E2-46E7-9FDD-8405A6B9723C}" srcOrd="2" destOrd="0" presId="urn:microsoft.com/office/officeart/2005/8/layout/orgChart1"/>
    <dgm:cxn modelId="{8B2B487F-7A38-49C7-AA14-BEE3C3935B53}" type="presParOf" srcId="{59490FAA-E7CB-403A-B6BE-AE39FE364BF6}" destId="{9E09FF70-ACA2-49FC-B0FC-8166DC6BBA26}" srcOrd="6" destOrd="0" presId="urn:microsoft.com/office/officeart/2005/8/layout/orgChart1"/>
    <dgm:cxn modelId="{7D4989AB-56FA-4B80-A8F5-19C0941A4C03}" type="presParOf" srcId="{59490FAA-E7CB-403A-B6BE-AE39FE364BF6}" destId="{42AD29E8-9260-4063-A6AE-B5D37046CA90}" srcOrd="7" destOrd="0" presId="urn:microsoft.com/office/officeart/2005/8/layout/orgChart1"/>
    <dgm:cxn modelId="{B65BEDEC-08AE-459D-A447-2C90A87B1AC1}" type="presParOf" srcId="{42AD29E8-9260-4063-A6AE-B5D37046CA90}" destId="{F94DAA62-91E9-4DB4-88CB-88650AD375E5}" srcOrd="0" destOrd="0" presId="urn:microsoft.com/office/officeart/2005/8/layout/orgChart1"/>
    <dgm:cxn modelId="{915EF4A6-CB10-4E38-899F-23117BE26F0B}" type="presParOf" srcId="{F94DAA62-91E9-4DB4-88CB-88650AD375E5}" destId="{E5DB1D2A-5114-4317-8F31-EFFB5ED0410F}" srcOrd="0" destOrd="0" presId="urn:microsoft.com/office/officeart/2005/8/layout/orgChart1"/>
    <dgm:cxn modelId="{6EC3C779-4E47-4F29-BBA8-DB23F9B430AE}" type="presParOf" srcId="{F94DAA62-91E9-4DB4-88CB-88650AD375E5}" destId="{C0F41218-B816-4D41-8254-727762804180}" srcOrd="1" destOrd="0" presId="urn:microsoft.com/office/officeart/2005/8/layout/orgChart1"/>
    <dgm:cxn modelId="{C04B810E-0CBF-4D92-9D18-6962887B8005}" type="presParOf" srcId="{42AD29E8-9260-4063-A6AE-B5D37046CA90}" destId="{2F909726-A7FE-4B14-A824-62C2C75584C3}" srcOrd="1" destOrd="0" presId="urn:microsoft.com/office/officeart/2005/8/layout/orgChart1"/>
    <dgm:cxn modelId="{F40A1E80-1AB3-4359-A3A7-F4CC3BCEA346}" type="presParOf" srcId="{42AD29E8-9260-4063-A6AE-B5D37046CA90}" destId="{84FB08D0-3A80-4FDF-95AB-442A7A5B2642}" srcOrd="2" destOrd="0" presId="urn:microsoft.com/office/officeart/2005/8/layout/orgChart1"/>
    <dgm:cxn modelId="{3BC23448-4CEC-4851-88D5-11548B025831}" type="presParOf" srcId="{59490FAA-E7CB-403A-B6BE-AE39FE364BF6}" destId="{FE2C478C-040B-4BAB-813B-B2F8D720A2EC}" srcOrd="8" destOrd="0" presId="urn:microsoft.com/office/officeart/2005/8/layout/orgChart1"/>
    <dgm:cxn modelId="{A773DE00-7316-4AC8-8684-48AC1862CA43}" type="presParOf" srcId="{59490FAA-E7CB-403A-B6BE-AE39FE364BF6}" destId="{77821BCC-E821-44BF-9192-FFB31BB133EB}" srcOrd="9" destOrd="0" presId="urn:microsoft.com/office/officeart/2005/8/layout/orgChart1"/>
    <dgm:cxn modelId="{1577C5DC-63D1-427D-A867-1AA87E9BDB5E}" type="presParOf" srcId="{77821BCC-E821-44BF-9192-FFB31BB133EB}" destId="{1D98943E-DBA7-47BC-8A0C-23FD33DDBAFD}" srcOrd="0" destOrd="0" presId="urn:microsoft.com/office/officeart/2005/8/layout/orgChart1"/>
    <dgm:cxn modelId="{F9FBF79E-3C2A-4DEC-A4B5-928B67D1496A}" type="presParOf" srcId="{1D98943E-DBA7-47BC-8A0C-23FD33DDBAFD}" destId="{E6F03880-8057-4920-A8C1-C33027FE619D}" srcOrd="0" destOrd="0" presId="urn:microsoft.com/office/officeart/2005/8/layout/orgChart1"/>
    <dgm:cxn modelId="{FA559531-0DE7-4B08-9B35-E24EB78CE683}" type="presParOf" srcId="{1D98943E-DBA7-47BC-8A0C-23FD33DDBAFD}" destId="{8C24806D-E4CE-42E2-8A7F-6510420C518C}" srcOrd="1" destOrd="0" presId="urn:microsoft.com/office/officeart/2005/8/layout/orgChart1"/>
    <dgm:cxn modelId="{C3DC2AB4-09A6-43E7-ABF3-36752C389232}" type="presParOf" srcId="{77821BCC-E821-44BF-9192-FFB31BB133EB}" destId="{1BBA6A82-8F15-46E2-B890-F1B530A879D3}" srcOrd="1" destOrd="0" presId="urn:microsoft.com/office/officeart/2005/8/layout/orgChart1"/>
    <dgm:cxn modelId="{49C93B83-2388-45E1-8825-4B43BCDE3719}" type="presParOf" srcId="{77821BCC-E821-44BF-9192-FFB31BB133EB}" destId="{0FC64D95-F5BC-4972-BD21-CB3F98F8131B}" srcOrd="2" destOrd="0" presId="urn:microsoft.com/office/officeart/2005/8/layout/orgChart1"/>
    <dgm:cxn modelId="{6A6FC750-7C9C-45C1-BFB1-D62846EE36C3}" type="presParOf" srcId="{59490FAA-E7CB-403A-B6BE-AE39FE364BF6}" destId="{BA3F1A5F-2711-4C2B-9AF1-2B8D65F36CB7}" srcOrd="10" destOrd="0" presId="urn:microsoft.com/office/officeart/2005/8/layout/orgChart1"/>
    <dgm:cxn modelId="{F025C6B8-575A-48D1-90BD-C03B1FE4551A}" type="presParOf" srcId="{59490FAA-E7CB-403A-B6BE-AE39FE364BF6}" destId="{C42F5CB8-6DC9-4610-A81C-4C687F37EA7F}" srcOrd="11" destOrd="0" presId="urn:microsoft.com/office/officeart/2005/8/layout/orgChart1"/>
    <dgm:cxn modelId="{2D862AB3-89B2-4C95-A26D-659245E37BB0}" type="presParOf" srcId="{C42F5CB8-6DC9-4610-A81C-4C687F37EA7F}" destId="{59DDE311-B1BB-4B7A-8788-D8AAC0338F22}" srcOrd="0" destOrd="0" presId="urn:microsoft.com/office/officeart/2005/8/layout/orgChart1"/>
    <dgm:cxn modelId="{CEBAB0AF-C54B-4557-98FD-B5BC2625073E}" type="presParOf" srcId="{59DDE311-B1BB-4B7A-8788-D8AAC0338F22}" destId="{FEFBC6DD-043E-4B31-86E1-15273E00E593}" srcOrd="0" destOrd="0" presId="urn:microsoft.com/office/officeart/2005/8/layout/orgChart1"/>
    <dgm:cxn modelId="{18ECC92A-B951-406B-81AF-3AFEFD551698}" type="presParOf" srcId="{59DDE311-B1BB-4B7A-8788-D8AAC0338F22}" destId="{15D52202-9EC3-4CA8-97E1-88450DF9E414}" srcOrd="1" destOrd="0" presId="urn:microsoft.com/office/officeart/2005/8/layout/orgChart1"/>
    <dgm:cxn modelId="{EEEDA6C8-8D83-4909-96D9-DA86CCCA4D6C}" type="presParOf" srcId="{C42F5CB8-6DC9-4610-A81C-4C687F37EA7F}" destId="{B9E825E0-BFCC-49FE-8453-F47BC3F2F31D}" srcOrd="1" destOrd="0" presId="urn:microsoft.com/office/officeart/2005/8/layout/orgChart1"/>
    <dgm:cxn modelId="{892159CD-B64B-4AD5-8F1E-25E80F71CA89}" type="presParOf" srcId="{C42F5CB8-6DC9-4610-A81C-4C687F37EA7F}" destId="{FA6EDBBA-2ABC-4B01-858A-44E60F1323AE}" srcOrd="2" destOrd="0" presId="urn:microsoft.com/office/officeart/2005/8/layout/orgChart1"/>
    <dgm:cxn modelId="{99A76FDD-2FBC-4E8B-9ADB-D834B27C3A1B}" type="presParOf" srcId="{59490FAA-E7CB-403A-B6BE-AE39FE364BF6}" destId="{A62ED8BD-45C9-4919-931F-CF8C95BB8B57}" srcOrd="12" destOrd="0" presId="urn:microsoft.com/office/officeart/2005/8/layout/orgChart1"/>
    <dgm:cxn modelId="{DD7FC97B-6134-41BF-91FC-66414A4B442F}" type="presParOf" srcId="{59490FAA-E7CB-403A-B6BE-AE39FE364BF6}" destId="{75C73CEC-305E-4CDC-B25F-089A6D149973}" srcOrd="13" destOrd="0" presId="urn:microsoft.com/office/officeart/2005/8/layout/orgChart1"/>
    <dgm:cxn modelId="{EC4F3A87-2840-4528-8A72-C219A9E25807}" type="presParOf" srcId="{75C73CEC-305E-4CDC-B25F-089A6D149973}" destId="{8DB0B6F9-DC4F-4BD6-B163-6C32050ADC38}" srcOrd="0" destOrd="0" presId="urn:microsoft.com/office/officeart/2005/8/layout/orgChart1"/>
    <dgm:cxn modelId="{A9ADA293-EC4A-4075-BB71-94FD1004BE0A}" type="presParOf" srcId="{8DB0B6F9-DC4F-4BD6-B163-6C32050ADC38}" destId="{C959C6AF-A7DE-4838-9126-F752C5828875}" srcOrd="0" destOrd="0" presId="urn:microsoft.com/office/officeart/2005/8/layout/orgChart1"/>
    <dgm:cxn modelId="{CE3B4A4F-A49E-4CF5-BCE2-3374EE7A2A27}" type="presParOf" srcId="{8DB0B6F9-DC4F-4BD6-B163-6C32050ADC38}" destId="{974D821A-1CEC-4900-BE3E-DDB8D249BD0D}" srcOrd="1" destOrd="0" presId="urn:microsoft.com/office/officeart/2005/8/layout/orgChart1"/>
    <dgm:cxn modelId="{764C20B9-D823-442F-90BA-0A18CD1DD9A3}" type="presParOf" srcId="{75C73CEC-305E-4CDC-B25F-089A6D149973}" destId="{E1AD9126-CC49-40B0-8F25-1211C5C88AEC}" srcOrd="1" destOrd="0" presId="urn:microsoft.com/office/officeart/2005/8/layout/orgChart1"/>
    <dgm:cxn modelId="{FBE412F8-5F75-4CDB-9EAE-FADB7F93BFD7}" type="presParOf" srcId="{75C73CEC-305E-4CDC-B25F-089A6D149973}" destId="{CBA7D27E-5966-40BC-BAD8-505404061513}" srcOrd="2" destOrd="0" presId="urn:microsoft.com/office/officeart/2005/8/layout/orgChart1"/>
    <dgm:cxn modelId="{9FBF67DF-38DE-42CA-B4CA-9C30193616BC}" type="presParOf" srcId="{75661D77-AB88-4B8C-979C-07190F56BC6F}" destId="{6D5364ED-C154-4C17-9957-9E2D18F7A5CC}" srcOrd="2" destOrd="0" presId="urn:microsoft.com/office/officeart/2005/8/layout/orgChart1"/>
    <dgm:cxn modelId="{99CF9A5F-734B-49D7-B40C-08F0D18795CF}" type="presParOf" srcId="{A673EEB3-15F0-48ED-A090-081800BC66A6}" destId="{EF2E8F99-8CB5-4F08-9646-96E6DC1A4157}" srcOrd="4" destOrd="0" presId="urn:microsoft.com/office/officeart/2005/8/layout/orgChart1"/>
    <dgm:cxn modelId="{991B9531-253B-451E-A106-609A2E9537FB}" type="presParOf" srcId="{A673EEB3-15F0-48ED-A090-081800BC66A6}" destId="{FD229E69-E00E-4888-8A6F-15A13C09BB8B}" srcOrd="5" destOrd="0" presId="urn:microsoft.com/office/officeart/2005/8/layout/orgChart1"/>
    <dgm:cxn modelId="{98BA47BD-126C-4E83-B38A-492DF124FF7F}" type="presParOf" srcId="{FD229E69-E00E-4888-8A6F-15A13C09BB8B}" destId="{53625BF1-C785-4299-9846-05BAEFE2C48F}" srcOrd="0" destOrd="0" presId="urn:microsoft.com/office/officeart/2005/8/layout/orgChart1"/>
    <dgm:cxn modelId="{D47F67CE-1AA8-4C68-8EA7-41491C8F3D3A}" type="presParOf" srcId="{53625BF1-C785-4299-9846-05BAEFE2C48F}" destId="{A02B5C86-C3C3-4FAA-9195-19363436DBC2}" srcOrd="0" destOrd="0" presId="urn:microsoft.com/office/officeart/2005/8/layout/orgChart1"/>
    <dgm:cxn modelId="{60F7BA35-DA62-4F9A-9CC9-17634B9D5FB8}" type="presParOf" srcId="{53625BF1-C785-4299-9846-05BAEFE2C48F}" destId="{E2431528-4B3C-40D7-9882-51E56B85E110}" srcOrd="1" destOrd="0" presId="urn:microsoft.com/office/officeart/2005/8/layout/orgChart1"/>
    <dgm:cxn modelId="{019B4F25-2F2D-40E7-AD38-FD55A21DA30F}" type="presParOf" srcId="{FD229E69-E00E-4888-8A6F-15A13C09BB8B}" destId="{4ECAA3DD-3A3D-4BA8-98EF-4A97ADE27C2C}" srcOrd="1" destOrd="0" presId="urn:microsoft.com/office/officeart/2005/8/layout/orgChart1"/>
    <dgm:cxn modelId="{4A8EC49B-C458-45ED-8E5D-44B6A50B81C3}" type="presParOf" srcId="{4ECAA3DD-3A3D-4BA8-98EF-4A97ADE27C2C}" destId="{1D2D56A1-BDCA-48FB-B557-67BB93195E1F}" srcOrd="0" destOrd="0" presId="urn:microsoft.com/office/officeart/2005/8/layout/orgChart1"/>
    <dgm:cxn modelId="{665B1A86-C9CC-45A7-A724-B7258961ED26}" type="presParOf" srcId="{4ECAA3DD-3A3D-4BA8-98EF-4A97ADE27C2C}" destId="{7719C48D-2C07-40E4-B59B-48E27118BBEB}" srcOrd="1" destOrd="0" presId="urn:microsoft.com/office/officeart/2005/8/layout/orgChart1"/>
    <dgm:cxn modelId="{A80B376B-F7EF-4DB8-A5EE-BB03AD5E58A7}" type="presParOf" srcId="{7719C48D-2C07-40E4-B59B-48E27118BBEB}" destId="{D1A37E26-0A5B-483C-9B21-39A8BEEC360A}" srcOrd="0" destOrd="0" presId="urn:microsoft.com/office/officeart/2005/8/layout/orgChart1"/>
    <dgm:cxn modelId="{2E81EBDF-B81C-4149-B4B7-C9EE9D2D82F4}" type="presParOf" srcId="{D1A37E26-0A5B-483C-9B21-39A8BEEC360A}" destId="{942CBACE-8706-4680-8577-F0DEA4C1115E}" srcOrd="0" destOrd="0" presId="urn:microsoft.com/office/officeart/2005/8/layout/orgChart1"/>
    <dgm:cxn modelId="{3E5F227F-4C4E-4003-8B63-ED58B843610A}" type="presParOf" srcId="{D1A37E26-0A5B-483C-9B21-39A8BEEC360A}" destId="{0DEC08EB-7C47-47C8-8583-051F88315560}" srcOrd="1" destOrd="0" presId="urn:microsoft.com/office/officeart/2005/8/layout/orgChart1"/>
    <dgm:cxn modelId="{5A0F5F5A-15CD-4D40-8ACF-67EEB35888B5}" type="presParOf" srcId="{7719C48D-2C07-40E4-B59B-48E27118BBEB}" destId="{5B29D44D-859E-4FD0-8373-9FAEEE864D53}" srcOrd="1" destOrd="0" presId="urn:microsoft.com/office/officeart/2005/8/layout/orgChart1"/>
    <dgm:cxn modelId="{32245403-1BBD-45A5-BBCE-ACB7ADC0651A}" type="presParOf" srcId="{7719C48D-2C07-40E4-B59B-48E27118BBEB}" destId="{0C7BBECD-1782-416A-9A02-703CB589BB0A}" srcOrd="2" destOrd="0" presId="urn:microsoft.com/office/officeart/2005/8/layout/orgChart1"/>
    <dgm:cxn modelId="{C7FD110C-9F73-4133-8808-0AD05111CC2D}" type="presParOf" srcId="{4ECAA3DD-3A3D-4BA8-98EF-4A97ADE27C2C}" destId="{46DE7411-73C3-43BC-8D0B-AD00756E286C}" srcOrd="2" destOrd="0" presId="urn:microsoft.com/office/officeart/2005/8/layout/orgChart1"/>
    <dgm:cxn modelId="{F2B69DA8-4007-4A9A-A0B7-C136FE1CCA19}" type="presParOf" srcId="{4ECAA3DD-3A3D-4BA8-98EF-4A97ADE27C2C}" destId="{D358F786-9847-48DA-A806-464B7EFCAB28}" srcOrd="3" destOrd="0" presId="urn:microsoft.com/office/officeart/2005/8/layout/orgChart1"/>
    <dgm:cxn modelId="{786B19CC-2CCC-4B3A-9C15-6530DD5D1579}" type="presParOf" srcId="{D358F786-9847-48DA-A806-464B7EFCAB28}" destId="{21425CDA-B90B-4DD3-BA38-1B270F653C16}" srcOrd="0" destOrd="0" presId="urn:microsoft.com/office/officeart/2005/8/layout/orgChart1"/>
    <dgm:cxn modelId="{3044D9B9-2816-4567-9391-B92685193F8D}" type="presParOf" srcId="{21425CDA-B90B-4DD3-BA38-1B270F653C16}" destId="{9B3D61FE-B84C-4B8F-B8D4-7ADE331142C8}" srcOrd="0" destOrd="0" presId="urn:microsoft.com/office/officeart/2005/8/layout/orgChart1"/>
    <dgm:cxn modelId="{DDC43FB8-6C70-47B7-A388-C13EF751902A}" type="presParOf" srcId="{21425CDA-B90B-4DD3-BA38-1B270F653C16}" destId="{0CC7DBCF-52E8-4369-B0C4-30AF5BD982EE}" srcOrd="1" destOrd="0" presId="urn:microsoft.com/office/officeart/2005/8/layout/orgChart1"/>
    <dgm:cxn modelId="{47359AA5-5946-4E9C-B4BC-8DB2AB9A0E5A}" type="presParOf" srcId="{D358F786-9847-48DA-A806-464B7EFCAB28}" destId="{4CC1E067-80E0-45A5-A3B8-2FCE6F21E525}" srcOrd="1" destOrd="0" presId="urn:microsoft.com/office/officeart/2005/8/layout/orgChart1"/>
    <dgm:cxn modelId="{AC5E95B6-2FB0-4466-AD90-74E5E02C1E55}" type="presParOf" srcId="{D358F786-9847-48DA-A806-464B7EFCAB28}" destId="{806D35A1-5FFF-473D-BCBF-9CE369AE3155}" srcOrd="2" destOrd="0" presId="urn:microsoft.com/office/officeart/2005/8/layout/orgChart1"/>
    <dgm:cxn modelId="{62D5BB6C-09EA-4FBB-BD66-10A3DA4C592A}" type="presParOf" srcId="{4ECAA3DD-3A3D-4BA8-98EF-4A97ADE27C2C}" destId="{066AAB37-B19B-4880-AF5B-A957281C1B4B}" srcOrd="4" destOrd="0" presId="urn:microsoft.com/office/officeart/2005/8/layout/orgChart1"/>
    <dgm:cxn modelId="{CD1CFF6F-54A4-48EA-89F4-6DAE94141988}" type="presParOf" srcId="{4ECAA3DD-3A3D-4BA8-98EF-4A97ADE27C2C}" destId="{1D262EDF-1E54-4D56-98C2-B58C6EF33726}" srcOrd="5" destOrd="0" presId="urn:microsoft.com/office/officeart/2005/8/layout/orgChart1"/>
    <dgm:cxn modelId="{F831F3CE-0C27-4895-8437-11178B872930}" type="presParOf" srcId="{1D262EDF-1E54-4D56-98C2-B58C6EF33726}" destId="{D2143B49-CB79-4D36-B837-EEEFA544B6CE}" srcOrd="0" destOrd="0" presId="urn:microsoft.com/office/officeart/2005/8/layout/orgChart1"/>
    <dgm:cxn modelId="{F2AC28A5-5274-440A-B18B-A5968967DDD8}" type="presParOf" srcId="{D2143B49-CB79-4D36-B837-EEEFA544B6CE}" destId="{00F37CFE-B8AE-428B-93CE-A96F5D22D84C}" srcOrd="0" destOrd="0" presId="urn:microsoft.com/office/officeart/2005/8/layout/orgChart1"/>
    <dgm:cxn modelId="{7A26991B-072C-4BEB-94D2-51AF4D87FFB0}" type="presParOf" srcId="{D2143B49-CB79-4D36-B837-EEEFA544B6CE}" destId="{4CC49698-80DB-402B-BA86-50BDE7504678}" srcOrd="1" destOrd="0" presId="urn:microsoft.com/office/officeart/2005/8/layout/orgChart1"/>
    <dgm:cxn modelId="{778CCDD7-D665-42F8-8605-91F2B8B2B891}" type="presParOf" srcId="{1D262EDF-1E54-4D56-98C2-B58C6EF33726}" destId="{09F327C7-8904-46F2-96E6-29FDC4ABB738}" srcOrd="1" destOrd="0" presId="urn:microsoft.com/office/officeart/2005/8/layout/orgChart1"/>
    <dgm:cxn modelId="{27D3ECF3-D24C-44B9-AA31-F7ABDDFCADBB}" type="presParOf" srcId="{1D262EDF-1E54-4D56-98C2-B58C6EF33726}" destId="{D161330C-9996-44FE-B19A-5DE97C64CFC2}" srcOrd="2" destOrd="0" presId="urn:microsoft.com/office/officeart/2005/8/layout/orgChart1"/>
    <dgm:cxn modelId="{880CC4DB-0A03-4A75-B04B-3DC5FCD9222F}" type="presParOf" srcId="{4ECAA3DD-3A3D-4BA8-98EF-4A97ADE27C2C}" destId="{1364F021-C4DC-40E3-8BC9-6156ACC6CEC1}" srcOrd="6" destOrd="0" presId="urn:microsoft.com/office/officeart/2005/8/layout/orgChart1"/>
    <dgm:cxn modelId="{6E7FFDFC-7213-47CB-A527-EED56AB37978}" type="presParOf" srcId="{4ECAA3DD-3A3D-4BA8-98EF-4A97ADE27C2C}" destId="{4F540559-5CFB-432C-B28E-D9926CDEAE64}" srcOrd="7" destOrd="0" presId="urn:microsoft.com/office/officeart/2005/8/layout/orgChart1"/>
    <dgm:cxn modelId="{9144ACC0-5D15-471A-BB7F-910337F17BC5}" type="presParOf" srcId="{4F540559-5CFB-432C-B28E-D9926CDEAE64}" destId="{96FB36F1-1087-44DC-8358-15B8267F836E}" srcOrd="0" destOrd="0" presId="urn:microsoft.com/office/officeart/2005/8/layout/orgChart1"/>
    <dgm:cxn modelId="{B4BB5F0E-83A2-495B-9C9F-966791D9FA1F}" type="presParOf" srcId="{96FB36F1-1087-44DC-8358-15B8267F836E}" destId="{4AEC20CE-B4FF-4912-8573-41848BEE0423}" srcOrd="0" destOrd="0" presId="urn:microsoft.com/office/officeart/2005/8/layout/orgChart1"/>
    <dgm:cxn modelId="{A9E7531C-7127-456F-B657-0F90E238189B}" type="presParOf" srcId="{96FB36F1-1087-44DC-8358-15B8267F836E}" destId="{07E6A7D0-CE3E-4B0D-B15C-0857FCC3A6C8}" srcOrd="1" destOrd="0" presId="urn:microsoft.com/office/officeart/2005/8/layout/orgChart1"/>
    <dgm:cxn modelId="{C75A939F-D142-49ED-B2D7-AA086CBF834A}" type="presParOf" srcId="{4F540559-5CFB-432C-B28E-D9926CDEAE64}" destId="{E3234CC8-640E-422F-A111-3843C52631EF}" srcOrd="1" destOrd="0" presId="urn:microsoft.com/office/officeart/2005/8/layout/orgChart1"/>
    <dgm:cxn modelId="{9B544914-BAC2-49B8-B537-FADF1C2C20E5}" type="presParOf" srcId="{4F540559-5CFB-432C-B28E-D9926CDEAE64}" destId="{1AB80212-E051-4E75-8E03-E3D61FC36D1F}" srcOrd="2" destOrd="0" presId="urn:microsoft.com/office/officeart/2005/8/layout/orgChart1"/>
    <dgm:cxn modelId="{FB2423B3-4588-47C9-A815-26B49A521642}" type="presParOf" srcId="{4ECAA3DD-3A3D-4BA8-98EF-4A97ADE27C2C}" destId="{D7FC50D6-D619-424B-A06C-31E2EC206A5F}" srcOrd="8" destOrd="0" presId="urn:microsoft.com/office/officeart/2005/8/layout/orgChart1"/>
    <dgm:cxn modelId="{2CE413E0-1B58-4899-8097-23DBCEC5B363}" type="presParOf" srcId="{4ECAA3DD-3A3D-4BA8-98EF-4A97ADE27C2C}" destId="{FBA60CA4-9943-445E-B7CA-2CEAA0209D1B}" srcOrd="9" destOrd="0" presId="urn:microsoft.com/office/officeart/2005/8/layout/orgChart1"/>
    <dgm:cxn modelId="{0100C999-CC15-4FB5-ADA1-FCE9E685A0FD}" type="presParOf" srcId="{FBA60CA4-9943-445E-B7CA-2CEAA0209D1B}" destId="{8B69B0F4-CCE3-4380-B980-864E287BEC1B}" srcOrd="0" destOrd="0" presId="urn:microsoft.com/office/officeart/2005/8/layout/orgChart1"/>
    <dgm:cxn modelId="{F7E3531A-6510-4CE0-8D49-8B10987FDDA4}" type="presParOf" srcId="{8B69B0F4-CCE3-4380-B980-864E287BEC1B}" destId="{21C70C47-AA39-4FED-88E6-20457319D289}" srcOrd="0" destOrd="0" presId="urn:microsoft.com/office/officeart/2005/8/layout/orgChart1"/>
    <dgm:cxn modelId="{D79E8921-DCA0-4E5E-8C3A-C218EFFC9E75}" type="presParOf" srcId="{8B69B0F4-CCE3-4380-B980-864E287BEC1B}" destId="{00CD9B50-2E79-4F64-9584-B4C221B0D53D}" srcOrd="1" destOrd="0" presId="urn:microsoft.com/office/officeart/2005/8/layout/orgChart1"/>
    <dgm:cxn modelId="{3827EBB3-C804-4B57-94EC-02A472E03184}" type="presParOf" srcId="{FBA60CA4-9943-445E-B7CA-2CEAA0209D1B}" destId="{2CD0BCD6-5EFE-4622-832B-1089153CC347}" srcOrd="1" destOrd="0" presId="urn:microsoft.com/office/officeart/2005/8/layout/orgChart1"/>
    <dgm:cxn modelId="{93C471C5-4AC4-497B-9EFC-02B8181BD7A3}" type="presParOf" srcId="{FBA60CA4-9943-445E-B7CA-2CEAA0209D1B}" destId="{0DFEEA90-72DF-41F6-8BB4-855F989A5A30}" srcOrd="2" destOrd="0" presId="urn:microsoft.com/office/officeart/2005/8/layout/orgChart1"/>
    <dgm:cxn modelId="{5A0463EB-2026-4E8E-B973-81D4C13D493E}" type="presParOf" srcId="{4ECAA3DD-3A3D-4BA8-98EF-4A97ADE27C2C}" destId="{884D44A7-9274-4084-B8F8-033529961C96}" srcOrd="10" destOrd="0" presId="urn:microsoft.com/office/officeart/2005/8/layout/orgChart1"/>
    <dgm:cxn modelId="{AC3F50FC-2733-4494-BAA3-B5880612DA5A}" type="presParOf" srcId="{4ECAA3DD-3A3D-4BA8-98EF-4A97ADE27C2C}" destId="{853426E2-4DDF-466F-8577-19E7F0096C34}" srcOrd="11" destOrd="0" presId="urn:microsoft.com/office/officeart/2005/8/layout/orgChart1"/>
    <dgm:cxn modelId="{099954E2-A736-4EBC-A378-627B666E0289}" type="presParOf" srcId="{853426E2-4DDF-466F-8577-19E7F0096C34}" destId="{95D49EE7-75CC-4C72-8D67-1DAC182470E2}" srcOrd="0" destOrd="0" presId="urn:microsoft.com/office/officeart/2005/8/layout/orgChart1"/>
    <dgm:cxn modelId="{0828A863-A6C7-466D-BD1D-538126DA5C22}" type="presParOf" srcId="{95D49EE7-75CC-4C72-8D67-1DAC182470E2}" destId="{7011EBC7-3BE4-43FB-B490-1A6C0C599BE1}" srcOrd="0" destOrd="0" presId="urn:microsoft.com/office/officeart/2005/8/layout/orgChart1"/>
    <dgm:cxn modelId="{B5B3BEBA-F9A1-401A-A328-858D8053B8C9}" type="presParOf" srcId="{95D49EE7-75CC-4C72-8D67-1DAC182470E2}" destId="{436D01D5-E24D-4DA0-8291-A7E7F92D3BD3}" srcOrd="1" destOrd="0" presId="urn:microsoft.com/office/officeart/2005/8/layout/orgChart1"/>
    <dgm:cxn modelId="{9849CFAF-3E0C-4D53-9E05-AD667EB00C63}" type="presParOf" srcId="{853426E2-4DDF-466F-8577-19E7F0096C34}" destId="{71BE8487-4A2C-4198-B550-7F5F2DBB412B}" srcOrd="1" destOrd="0" presId="urn:microsoft.com/office/officeart/2005/8/layout/orgChart1"/>
    <dgm:cxn modelId="{7F7399C9-1D71-4725-9201-071469CE76F0}" type="presParOf" srcId="{853426E2-4DDF-466F-8577-19E7F0096C34}" destId="{ED954C02-069F-4F86-9ED8-A3DCCB0CEE30}" srcOrd="2" destOrd="0" presId="urn:microsoft.com/office/officeart/2005/8/layout/orgChart1"/>
    <dgm:cxn modelId="{A286B77E-715E-43F2-9215-A6E5B2C9B86E}" type="presParOf" srcId="{FD229E69-E00E-4888-8A6F-15A13C09BB8B}" destId="{42914446-11BB-48C0-AB6E-003737946E4C}" srcOrd="2" destOrd="0" presId="urn:microsoft.com/office/officeart/2005/8/layout/orgChart1"/>
    <dgm:cxn modelId="{12F8B4C6-A18A-44B8-A3A4-BB9D41E579BA}" type="presParOf" srcId="{A673EEB3-15F0-48ED-A090-081800BC66A6}" destId="{57EB40AE-1213-44AD-B60F-669A77FFF3F5}" srcOrd="6" destOrd="0" presId="urn:microsoft.com/office/officeart/2005/8/layout/orgChart1"/>
    <dgm:cxn modelId="{062F888E-6868-4F14-9426-86486E086B27}" type="presParOf" srcId="{A673EEB3-15F0-48ED-A090-081800BC66A6}" destId="{F0AF7BC7-93CD-494E-9CA1-A3D9126C2F9A}" srcOrd="7" destOrd="0" presId="urn:microsoft.com/office/officeart/2005/8/layout/orgChart1"/>
    <dgm:cxn modelId="{6BF6BC00-1280-4F26-8961-447695283482}" type="presParOf" srcId="{F0AF7BC7-93CD-494E-9CA1-A3D9126C2F9A}" destId="{E8CC7A76-2FFC-42AE-B0F8-830F9632DCA0}" srcOrd="0" destOrd="0" presId="urn:microsoft.com/office/officeart/2005/8/layout/orgChart1"/>
    <dgm:cxn modelId="{D2DDB3FF-B0C2-4AD3-A44A-6A54F44F5A45}" type="presParOf" srcId="{E8CC7A76-2FFC-42AE-B0F8-830F9632DCA0}" destId="{7AC44FC1-8D32-423D-8D23-18BB41E591F7}" srcOrd="0" destOrd="0" presId="urn:microsoft.com/office/officeart/2005/8/layout/orgChart1"/>
    <dgm:cxn modelId="{574A865E-5C9E-40FA-8AC8-BB2E3FAA5466}" type="presParOf" srcId="{E8CC7A76-2FFC-42AE-B0F8-830F9632DCA0}" destId="{00599FE9-AC31-4484-A490-FAA99FEC84EF}" srcOrd="1" destOrd="0" presId="urn:microsoft.com/office/officeart/2005/8/layout/orgChart1"/>
    <dgm:cxn modelId="{7034CED1-8046-4BAB-B997-CC5DCED7A37D}" type="presParOf" srcId="{F0AF7BC7-93CD-494E-9CA1-A3D9126C2F9A}" destId="{80FCEC2D-264F-4047-A3F7-5D98BEC0FF5B}" srcOrd="1" destOrd="0" presId="urn:microsoft.com/office/officeart/2005/8/layout/orgChart1"/>
    <dgm:cxn modelId="{5DAC3BF9-9763-4303-A2C9-F3357BC43F2C}" type="presParOf" srcId="{80FCEC2D-264F-4047-A3F7-5D98BEC0FF5B}" destId="{EE3E60B6-784A-4FC8-8D3B-42AF7864A72E}" srcOrd="0" destOrd="0" presId="urn:microsoft.com/office/officeart/2005/8/layout/orgChart1"/>
    <dgm:cxn modelId="{7496B44A-1A12-4130-BD23-960CC2F2A5F5}" type="presParOf" srcId="{80FCEC2D-264F-4047-A3F7-5D98BEC0FF5B}" destId="{D55D34AA-C2AE-4747-8CFD-CB52EDBAE26E}" srcOrd="1" destOrd="0" presId="urn:microsoft.com/office/officeart/2005/8/layout/orgChart1"/>
    <dgm:cxn modelId="{61FF1471-2E2C-49B4-9311-4C936A4D84A8}" type="presParOf" srcId="{D55D34AA-C2AE-4747-8CFD-CB52EDBAE26E}" destId="{6E6AF41D-B332-4948-A9BB-4782E91BCFCB}" srcOrd="0" destOrd="0" presId="urn:microsoft.com/office/officeart/2005/8/layout/orgChart1"/>
    <dgm:cxn modelId="{0F1AA147-1E15-4B2D-A8DD-EBAD1E634D49}" type="presParOf" srcId="{6E6AF41D-B332-4948-A9BB-4782E91BCFCB}" destId="{46131E56-6567-44C0-AB8D-19559207DDC4}" srcOrd="0" destOrd="0" presId="urn:microsoft.com/office/officeart/2005/8/layout/orgChart1"/>
    <dgm:cxn modelId="{33DCA6E3-653E-4932-AB24-77AC7757BCD1}" type="presParOf" srcId="{6E6AF41D-B332-4948-A9BB-4782E91BCFCB}" destId="{FC82AFE9-708B-403B-B197-2A52B9D3A68C}" srcOrd="1" destOrd="0" presId="urn:microsoft.com/office/officeart/2005/8/layout/orgChart1"/>
    <dgm:cxn modelId="{40B92817-FF8A-4C8C-BC11-8A4D17AE5511}" type="presParOf" srcId="{D55D34AA-C2AE-4747-8CFD-CB52EDBAE26E}" destId="{78149F09-7F8F-403B-88EC-7F3C1D1508AD}" srcOrd="1" destOrd="0" presId="urn:microsoft.com/office/officeart/2005/8/layout/orgChart1"/>
    <dgm:cxn modelId="{43F00A1F-FD27-4392-A2C4-27FEDEEEE7E1}" type="presParOf" srcId="{D55D34AA-C2AE-4747-8CFD-CB52EDBAE26E}" destId="{598C6DED-D17A-4BFD-99CA-EF3C181DFEA3}" srcOrd="2" destOrd="0" presId="urn:microsoft.com/office/officeart/2005/8/layout/orgChart1"/>
    <dgm:cxn modelId="{CB5ACFCE-2E1A-4FCA-B43C-87A8E3D887D4}" type="presParOf" srcId="{80FCEC2D-264F-4047-A3F7-5D98BEC0FF5B}" destId="{7CDDEAD6-2637-48D4-83FE-51CFE45E956D}" srcOrd="2" destOrd="0" presId="urn:microsoft.com/office/officeart/2005/8/layout/orgChart1"/>
    <dgm:cxn modelId="{3C00F22D-8DF9-478E-9DF7-8B0D6C79D5A8}" type="presParOf" srcId="{80FCEC2D-264F-4047-A3F7-5D98BEC0FF5B}" destId="{909A959B-CDA1-4A38-AD32-4412A3E1D240}" srcOrd="3" destOrd="0" presId="urn:microsoft.com/office/officeart/2005/8/layout/orgChart1"/>
    <dgm:cxn modelId="{9078D3E5-2272-4580-8688-0AC1B21F8307}" type="presParOf" srcId="{909A959B-CDA1-4A38-AD32-4412A3E1D240}" destId="{1993CB20-154B-4D45-9FBA-E5B3F90051E2}" srcOrd="0" destOrd="0" presId="urn:microsoft.com/office/officeart/2005/8/layout/orgChart1"/>
    <dgm:cxn modelId="{FA13ADC8-8DFB-41C4-A973-4614787E14EE}" type="presParOf" srcId="{1993CB20-154B-4D45-9FBA-E5B3F90051E2}" destId="{55FDCA74-5C06-4E69-AB82-B577B09ADF78}" srcOrd="0" destOrd="0" presId="urn:microsoft.com/office/officeart/2005/8/layout/orgChart1"/>
    <dgm:cxn modelId="{D75EB1FC-8650-470A-9177-9171A5AEFF3F}" type="presParOf" srcId="{1993CB20-154B-4D45-9FBA-E5B3F90051E2}" destId="{A7A400CF-A855-4394-A5E9-EB287FED33E8}" srcOrd="1" destOrd="0" presId="urn:microsoft.com/office/officeart/2005/8/layout/orgChart1"/>
    <dgm:cxn modelId="{9C962019-D80C-43F4-9B7B-DF3D0B4CDEA3}" type="presParOf" srcId="{909A959B-CDA1-4A38-AD32-4412A3E1D240}" destId="{DF85B988-21A5-4DAB-8A65-4049D57993C9}" srcOrd="1" destOrd="0" presId="urn:microsoft.com/office/officeart/2005/8/layout/orgChart1"/>
    <dgm:cxn modelId="{BF61E165-C0ED-413C-9C00-D31456D07144}" type="presParOf" srcId="{909A959B-CDA1-4A38-AD32-4412A3E1D240}" destId="{CCE61F2B-C3BF-44A3-8434-E4FF1F68CF59}" srcOrd="2" destOrd="0" presId="urn:microsoft.com/office/officeart/2005/8/layout/orgChart1"/>
    <dgm:cxn modelId="{35DF4AAA-EA81-4E70-95DA-251DC773B630}" type="presParOf" srcId="{80FCEC2D-264F-4047-A3F7-5D98BEC0FF5B}" destId="{83A36CA2-B408-4C9A-AEE8-FB63A50969CE}" srcOrd="4" destOrd="0" presId="urn:microsoft.com/office/officeart/2005/8/layout/orgChart1"/>
    <dgm:cxn modelId="{2312CB98-E3A0-4CF8-9D62-3B0396AAFBD7}" type="presParOf" srcId="{80FCEC2D-264F-4047-A3F7-5D98BEC0FF5B}" destId="{46A3050B-CDCD-499F-85A7-3FA395DB4487}" srcOrd="5" destOrd="0" presId="urn:microsoft.com/office/officeart/2005/8/layout/orgChart1"/>
    <dgm:cxn modelId="{3DAD3437-5B27-4EF9-978F-923AC0D49E12}" type="presParOf" srcId="{46A3050B-CDCD-499F-85A7-3FA395DB4487}" destId="{7458FF73-2F33-4DBD-BF28-57BFF7D9BB3A}" srcOrd="0" destOrd="0" presId="urn:microsoft.com/office/officeart/2005/8/layout/orgChart1"/>
    <dgm:cxn modelId="{9EABED19-8294-4DFA-8B27-C7124262CFA3}" type="presParOf" srcId="{7458FF73-2F33-4DBD-BF28-57BFF7D9BB3A}" destId="{C6054CDA-9C0B-4757-AECE-FBCBEFEE0442}" srcOrd="0" destOrd="0" presId="urn:microsoft.com/office/officeart/2005/8/layout/orgChart1"/>
    <dgm:cxn modelId="{E430CAF5-4258-4F62-80BD-C55A924F0DD9}" type="presParOf" srcId="{7458FF73-2F33-4DBD-BF28-57BFF7D9BB3A}" destId="{DE180E68-5C4E-4C5A-950F-57DB789D58F9}" srcOrd="1" destOrd="0" presId="urn:microsoft.com/office/officeart/2005/8/layout/orgChart1"/>
    <dgm:cxn modelId="{085D8FA7-0344-490B-A6FF-DAF96C4AD2E2}" type="presParOf" srcId="{46A3050B-CDCD-499F-85A7-3FA395DB4487}" destId="{5CC3346D-63F9-44D0-9AA3-010B221EFBF8}" srcOrd="1" destOrd="0" presId="urn:microsoft.com/office/officeart/2005/8/layout/orgChart1"/>
    <dgm:cxn modelId="{973AFFBD-0389-4601-9051-0ACBAEFFB9FE}" type="presParOf" srcId="{46A3050B-CDCD-499F-85A7-3FA395DB4487}" destId="{7BA77DBE-2231-4491-8499-4C2C6CCF872B}" srcOrd="2" destOrd="0" presId="urn:microsoft.com/office/officeart/2005/8/layout/orgChart1"/>
    <dgm:cxn modelId="{2E95E812-D900-4EF5-A909-4C4EDD43577A}" type="presParOf" srcId="{80FCEC2D-264F-4047-A3F7-5D98BEC0FF5B}" destId="{6D2AE0FA-9A4A-4141-AFA0-B62B659C7B06}" srcOrd="6" destOrd="0" presId="urn:microsoft.com/office/officeart/2005/8/layout/orgChart1"/>
    <dgm:cxn modelId="{CE53FDA5-41F5-4230-BD2D-3641500FED05}" type="presParOf" srcId="{80FCEC2D-264F-4047-A3F7-5D98BEC0FF5B}" destId="{18A509D0-2025-41B7-89D6-6F6C47386C00}" srcOrd="7" destOrd="0" presId="urn:microsoft.com/office/officeart/2005/8/layout/orgChart1"/>
    <dgm:cxn modelId="{09015287-4563-4398-A709-426F63C334F3}" type="presParOf" srcId="{18A509D0-2025-41B7-89D6-6F6C47386C00}" destId="{9EAF6554-8EBB-46DA-8BC8-ECE69125F484}" srcOrd="0" destOrd="0" presId="urn:microsoft.com/office/officeart/2005/8/layout/orgChart1"/>
    <dgm:cxn modelId="{6AD95777-8424-4BE8-815C-5C34FF134171}" type="presParOf" srcId="{9EAF6554-8EBB-46DA-8BC8-ECE69125F484}" destId="{D91A6CF7-7E65-4C29-9EA3-CF1162DCC07B}" srcOrd="0" destOrd="0" presId="urn:microsoft.com/office/officeart/2005/8/layout/orgChart1"/>
    <dgm:cxn modelId="{780F414D-CA74-485B-8755-7E2DF44B7748}" type="presParOf" srcId="{9EAF6554-8EBB-46DA-8BC8-ECE69125F484}" destId="{63AAA07F-4DC2-40D4-A48F-91C66350F411}" srcOrd="1" destOrd="0" presId="urn:microsoft.com/office/officeart/2005/8/layout/orgChart1"/>
    <dgm:cxn modelId="{D1C04A12-57E3-4860-BCDB-3EEF8A79B327}" type="presParOf" srcId="{18A509D0-2025-41B7-89D6-6F6C47386C00}" destId="{1407CACD-DD03-42EF-8742-5E6CF4BD569A}" srcOrd="1" destOrd="0" presId="urn:microsoft.com/office/officeart/2005/8/layout/orgChart1"/>
    <dgm:cxn modelId="{61896897-949C-4CA3-B61E-D870DBF3B011}" type="presParOf" srcId="{18A509D0-2025-41B7-89D6-6F6C47386C00}" destId="{FBFF4F43-1D2E-4502-8D5E-E17512906643}" srcOrd="2" destOrd="0" presId="urn:microsoft.com/office/officeart/2005/8/layout/orgChart1"/>
    <dgm:cxn modelId="{A738E100-EF9A-4CF5-BE25-120560BFD082}" type="presParOf" srcId="{F0AF7BC7-93CD-494E-9CA1-A3D9126C2F9A}" destId="{42AB58A4-E338-4686-8F26-48205EB96E83}" srcOrd="2" destOrd="0" presId="urn:microsoft.com/office/officeart/2005/8/layout/orgChart1"/>
    <dgm:cxn modelId="{FD812D9C-9594-4FE9-97E8-575C6F33F7E8}" type="presParOf" srcId="{A673EEB3-15F0-48ED-A090-081800BC66A6}" destId="{4D0C5D27-B007-4E30-86DE-F8FD09327836}" srcOrd="8" destOrd="0" presId="urn:microsoft.com/office/officeart/2005/8/layout/orgChart1"/>
    <dgm:cxn modelId="{A612535A-13E5-4EE3-91B7-C13D696B38CC}" type="presParOf" srcId="{A673EEB3-15F0-48ED-A090-081800BC66A6}" destId="{8C21C21E-07F4-4B59-B428-386BE0C96131}" srcOrd="9" destOrd="0" presId="urn:microsoft.com/office/officeart/2005/8/layout/orgChart1"/>
    <dgm:cxn modelId="{6CEB6393-21CF-484E-AAD8-60266672BD8A}" type="presParOf" srcId="{8C21C21E-07F4-4B59-B428-386BE0C96131}" destId="{C6CD0C38-3802-4541-87EB-DFAF0003A7FA}" srcOrd="0" destOrd="0" presId="urn:microsoft.com/office/officeart/2005/8/layout/orgChart1"/>
    <dgm:cxn modelId="{F44FB9AB-59AB-4CF2-A165-BDFAF05C4A0B}" type="presParOf" srcId="{C6CD0C38-3802-4541-87EB-DFAF0003A7FA}" destId="{C2345E15-D5B2-4118-9273-4AC6426F12A9}" srcOrd="0" destOrd="0" presId="urn:microsoft.com/office/officeart/2005/8/layout/orgChart1"/>
    <dgm:cxn modelId="{A4B4FD80-0E74-402A-9FC9-22C92C3E079D}" type="presParOf" srcId="{C6CD0C38-3802-4541-87EB-DFAF0003A7FA}" destId="{B80213C7-4C78-429B-BF6D-CCEFF0F7CA0D}" srcOrd="1" destOrd="0" presId="urn:microsoft.com/office/officeart/2005/8/layout/orgChart1"/>
    <dgm:cxn modelId="{FA9D5142-CB67-4711-A250-01B0BD498E2D}" type="presParOf" srcId="{8C21C21E-07F4-4B59-B428-386BE0C96131}" destId="{F5D46B98-F8F1-4177-A2CA-F9CEB1FB44A9}" srcOrd="1" destOrd="0" presId="urn:microsoft.com/office/officeart/2005/8/layout/orgChart1"/>
    <dgm:cxn modelId="{00E606B5-56BF-4455-8008-652D9072FD50}" type="presParOf" srcId="{F5D46B98-F8F1-4177-A2CA-F9CEB1FB44A9}" destId="{4E7395BA-345E-43CA-AD65-00AF9FC8D8AE}" srcOrd="0" destOrd="0" presId="urn:microsoft.com/office/officeart/2005/8/layout/orgChart1"/>
    <dgm:cxn modelId="{E324AF82-EC76-46FD-B09A-E771D19F35FD}" type="presParOf" srcId="{F5D46B98-F8F1-4177-A2CA-F9CEB1FB44A9}" destId="{9AF9AF7D-5CE0-44D4-BBFA-B64FC4E25428}" srcOrd="1" destOrd="0" presId="urn:microsoft.com/office/officeart/2005/8/layout/orgChart1"/>
    <dgm:cxn modelId="{0ED3A731-B586-429A-A34A-98216E10E4AF}" type="presParOf" srcId="{9AF9AF7D-5CE0-44D4-BBFA-B64FC4E25428}" destId="{A2E9630A-CC65-4DF1-8F77-8D30B8575E84}" srcOrd="0" destOrd="0" presId="urn:microsoft.com/office/officeart/2005/8/layout/orgChart1"/>
    <dgm:cxn modelId="{17DB3711-65FC-4725-A288-9A3815D4B739}" type="presParOf" srcId="{A2E9630A-CC65-4DF1-8F77-8D30B8575E84}" destId="{B33C584D-EDBA-48BE-8920-1180A473F164}" srcOrd="0" destOrd="0" presId="urn:microsoft.com/office/officeart/2005/8/layout/orgChart1"/>
    <dgm:cxn modelId="{4E01AD5D-C06D-4D8B-BE48-19BDDFD4D60A}" type="presParOf" srcId="{A2E9630A-CC65-4DF1-8F77-8D30B8575E84}" destId="{37E70922-C788-4DDE-96E9-DECF3FE0000D}" srcOrd="1" destOrd="0" presId="urn:microsoft.com/office/officeart/2005/8/layout/orgChart1"/>
    <dgm:cxn modelId="{3A4C128A-D432-4B6A-A6C6-89961647BC46}" type="presParOf" srcId="{9AF9AF7D-5CE0-44D4-BBFA-B64FC4E25428}" destId="{DEC35365-60C4-4063-AAB8-D87A824D8B34}" srcOrd="1" destOrd="0" presId="urn:microsoft.com/office/officeart/2005/8/layout/orgChart1"/>
    <dgm:cxn modelId="{7974B1FF-2D23-4CA2-B25F-04A94356E32B}" type="presParOf" srcId="{9AF9AF7D-5CE0-44D4-BBFA-B64FC4E25428}" destId="{30CEC7B8-EF77-4E85-B489-9362D4DF0846}" srcOrd="2" destOrd="0" presId="urn:microsoft.com/office/officeart/2005/8/layout/orgChart1"/>
    <dgm:cxn modelId="{0E1E2937-3D22-4C86-A083-CCCC23B6A0FE}" type="presParOf" srcId="{F5D46B98-F8F1-4177-A2CA-F9CEB1FB44A9}" destId="{8D54ED3D-7B7C-4FC1-83BF-9383F49DF139}" srcOrd="2" destOrd="0" presId="urn:microsoft.com/office/officeart/2005/8/layout/orgChart1"/>
    <dgm:cxn modelId="{20751909-81B7-464A-9948-0792BA5FB096}" type="presParOf" srcId="{F5D46B98-F8F1-4177-A2CA-F9CEB1FB44A9}" destId="{A5B9311C-AB1E-49F7-A18D-7E012EF09FA1}" srcOrd="3" destOrd="0" presId="urn:microsoft.com/office/officeart/2005/8/layout/orgChart1"/>
    <dgm:cxn modelId="{249E02C9-8EA1-4054-BCD8-C18208C3022E}" type="presParOf" srcId="{A5B9311C-AB1E-49F7-A18D-7E012EF09FA1}" destId="{C3775E43-B26A-4210-82F8-7B754685BED8}" srcOrd="0" destOrd="0" presId="urn:microsoft.com/office/officeart/2005/8/layout/orgChart1"/>
    <dgm:cxn modelId="{1B8906DB-D290-4A59-802D-91D0AA88EF31}" type="presParOf" srcId="{C3775E43-B26A-4210-82F8-7B754685BED8}" destId="{C9EC484D-C0C6-4A22-964A-59E05D1E943A}" srcOrd="0" destOrd="0" presId="urn:microsoft.com/office/officeart/2005/8/layout/orgChart1"/>
    <dgm:cxn modelId="{E6A2E1CB-552A-49A3-A73C-FD9032A200EB}" type="presParOf" srcId="{C3775E43-B26A-4210-82F8-7B754685BED8}" destId="{A15891CC-6B45-4F85-88FC-3CBA31053F18}" srcOrd="1" destOrd="0" presId="urn:microsoft.com/office/officeart/2005/8/layout/orgChart1"/>
    <dgm:cxn modelId="{F3B56B2F-E447-4125-94E1-1511A3338728}" type="presParOf" srcId="{A5B9311C-AB1E-49F7-A18D-7E012EF09FA1}" destId="{37843439-0814-4EAE-924B-961839A6164A}" srcOrd="1" destOrd="0" presId="urn:microsoft.com/office/officeart/2005/8/layout/orgChart1"/>
    <dgm:cxn modelId="{7418DEF9-EEAB-4A71-B12E-FEFB246AB565}" type="presParOf" srcId="{A5B9311C-AB1E-49F7-A18D-7E012EF09FA1}" destId="{E8C6C030-2CBC-4C2C-AAE0-ECA8C98A607F}" srcOrd="2" destOrd="0" presId="urn:microsoft.com/office/officeart/2005/8/layout/orgChart1"/>
    <dgm:cxn modelId="{E0D4D380-183C-4C97-8A55-F103476B847F}" type="presParOf" srcId="{F5D46B98-F8F1-4177-A2CA-F9CEB1FB44A9}" destId="{502F5000-482E-474D-90DB-CFBDAAB4E8D5}" srcOrd="4" destOrd="0" presId="urn:microsoft.com/office/officeart/2005/8/layout/orgChart1"/>
    <dgm:cxn modelId="{ED8CFA06-74BC-4C66-89D4-D29565484C6F}" type="presParOf" srcId="{F5D46B98-F8F1-4177-A2CA-F9CEB1FB44A9}" destId="{67754755-340E-44BB-AEA6-B253B89CDE32}" srcOrd="5" destOrd="0" presId="urn:microsoft.com/office/officeart/2005/8/layout/orgChart1"/>
    <dgm:cxn modelId="{850058D1-FEB9-4D86-9CB3-F55FB1BF1F09}" type="presParOf" srcId="{67754755-340E-44BB-AEA6-B253B89CDE32}" destId="{0E676BAE-E603-45ED-8DA9-D62DE38D4F7D}" srcOrd="0" destOrd="0" presId="urn:microsoft.com/office/officeart/2005/8/layout/orgChart1"/>
    <dgm:cxn modelId="{6BC716CE-E7A9-40CE-AC22-9D3D915E61DF}" type="presParOf" srcId="{0E676BAE-E603-45ED-8DA9-D62DE38D4F7D}" destId="{E74160CA-65FC-4A0C-A18E-8B1B9FA87D83}" srcOrd="0" destOrd="0" presId="urn:microsoft.com/office/officeart/2005/8/layout/orgChart1"/>
    <dgm:cxn modelId="{EFED7541-6D84-4664-AD34-4EEAE3FA06CF}" type="presParOf" srcId="{0E676BAE-E603-45ED-8DA9-D62DE38D4F7D}" destId="{2E58F53D-ED60-43CC-9A60-700FFC8BBAD0}" srcOrd="1" destOrd="0" presId="urn:microsoft.com/office/officeart/2005/8/layout/orgChart1"/>
    <dgm:cxn modelId="{C8C08921-83FE-4089-A183-E2E8BFECB86C}" type="presParOf" srcId="{67754755-340E-44BB-AEA6-B253B89CDE32}" destId="{6066B7C2-A5D5-4AD6-ABB9-04D3376C5F2A}" srcOrd="1" destOrd="0" presId="urn:microsoft.com/office/officeart/2005/8/layout/orgChart1"/>
    <dgm:cxn modelId="{2A567FA3-9F5F-4B49-B286-2A77F197A405}" type="presParOf" srcId="{67754755-340E-44BB-AEA6-B253B89CDE32}" destId="{53EBF438-C11E-49FC-A64E-785E229FC02A}" srcOrd="2" destOrd="0" presId="urn:microsoft.com/office/officeart/2005/8/layout/orgChart1"/>
    <dgm:cxn modelId="{0AE1C998-E8F0-46FB-B061-CC87CF03ADF1}" type="presParOf" srcId="{F5D46B98-F8F1-4177-A2CA-F9CEB1FB44A9}" destId="{EBB20676-EF53-443B-944B-EA0E98245DDF}" srcOrd="6" destOrd="0" presId="urn:microsoft.com/office/officeart/2005/8/layout/orgChart1"/>
    <dgm:cxn modelId="{AB6B25D9-2FBC-4546-93BD-32015AF283B1}" type="presParOf" srcId="{F5D46B98-F8F1-4177-A2CA-F9CEB1FB44A9}" destId="{72297BCD-CBF6-4A19-8AC8-AA8F4056BD4C}" srcOrd="7" destOrd="0" presId="urn:microsoft.com/office/officeart/2005/8/layout/orgChart1"/>
    <dgm:cxn modelId="{92C0B0F7-F6BD-4507-9A22-173488D98A35}" type="presParOf" srcId="{72297BCD-CBF6-4A19-8AC8-AA8F4056BD4C}" destId="{614ACEF7-5941-468C-9D25-53E67B5DF07F}" srcOrd="0" destOrd="0" presId="urn:microsoft.com/office/officeart/2005/8/layout/orgChart1"/>
    <dgm:cxn modelId="{6E531EFD-E61E-4098-986B-1B2213B38BAD}" type="presParOf" srcId="{614ACEF7-5941-468C-9D25-53E67B5DF07F}" destId="{BB7683D4-6191-497A-BB64-BF28DAF90CE3}" srcOrd="0" destOrd="0" presId="urn:microsoft.com/office/officeart/2005/8/layout/orgChart1"/>
    <dgm:cxn modelId="{DD30C855-2261-4286-90B6-2F78C7AE1A15}" type="presParOf" srcId="{614ACEF7-5941-468C-9D25-53E67B5DF07F}" destId="{7FB858B7-9838-402E-A059-5D7628C135EB}" srcOrd="1" destOrd="0" presId="urn:microsoft.com/office/officeart/2005/8/layout/orgChart1"/>
    <dgm:cxn modelId="{C078DEB2-79DA-41FB-AA67-B8B28E0D15EA}" type="presParOf" srcId="{72297BCD-CBF6-4A19-8AC8-AA8F4056BD4C}" destId="{56BE2356-F995-4A59-838C-5AA1447D3D0A}" srcOrd="1" destOrd="0" presId="urn:microsoft.com/office/officeart/2005/8/layout/orgChart1"/>
    <dgm:cxn modelId="{7D5AEE32-E113-4B60-84DC-D1529DB89424}" type="presParOf" srcId="{72297BCD-CBF6-4A19-8AC8-AA8F4056BD4C}" destId="{ABB5573D-9692-4331-AF98-7BD4A6EA5084}" srcOrd="2" destOrd="0" presId="urn:microsoft.com/office/officeart/2005/8/layout/orgChart1"/>
    <dgm:cxn modelId="{45CF25CA-3810-4C25-A2A2-525CEBB73522}" type="presParOf" srcId="{F5D46B98-F8F1-4177-A2CA-F9CEB1FB44A9}" destId="{4602117B-2C2B-44D7-813B-962F2973CA68}" srcOrd="8" destOrd="0" presId="urn:microsoft.com/office/officeart/2005/8/layout/orgChart1"/>
    <dgm:cxn modelId="{099573D0-2C98-4DFA-B788-16CC919FD329}" type="presParOf" srcId="{F5D46B98-F8F1-4177-A2CA-F9CEB1FB44A9}" destId="{2BB06261-6C25-47B9-A76C-55D632F07B11}" srcOrd="9" destOrd="0" presId="urn:microsoft.com/office/officeart/2005/8/layout/orgChart1"/>
    <dgm:cxn modelId="{7E807FAC-9336-47EC-BDF9-FEE598133A6A}" type="presParOf" srcId="{2BB06261-6C25-47B9-A76C-55D632F07B11}" destId="{E4073551-8C55-4774-818A-620B41253463}" srcOrd="0" destOrd="0" presId="urn:microsoft.com/office/officeart/2005/8/layout/orgChart1"/>
    <dgm:cxn modelId="{3C52BC73-7AE0-4903-AF21-6E8E10EA4267}" type="presParOf" srcId="{E4073551-8C55-4774-818A-620B41253463}" destId="{ED8E8A81-A6FB-43C2-BC0A-F2A15439F89D}" srcOrd="0" destOrd="0" presId="urn:microsoft.com/office/officeart/2005/8/layout/orgChart1"/>
    <dgm:cxn modelId="{9EB59AB1-4F34-4783-A660-B7CF8C7907F9}" type="presParOf" srcId="{E4073551-8C55-4774-818A-620B41253463}" destId="{3D85B17F-8466-47AB-950C-91CCEFB905CD}" srcOrd="1" destOrd="0" presId="urn:microsoft.com/office/officeart/2005/8/layout/orgChart1"/>
    <dgm:cxn modelId="{D89C46F8-AB8F-49AA-A4B3-05953544D3E3}" type="presParOf" srcId="{2BB06261-6C25-47B9-A76C-55D632F07B11}" destId="{25EF6523-6C96-4D45-BF58-B537081A1733}" srcOrd="1" destOrd="0" presId="urn:microsoft.com/office/officeart/2005/8/layout/orgChart1"/>
    <dgm:cxn modelId="{DDC17165-3A68-4690-B11B-0F5ACA4E1245}" type="presParOf" srcId="{2BB06261-6C25-47B9-A76C-55D632F07B11}" destId="{3355EAC3-0B0E-4C1F-AC95-172B70B9B711}" srcOrd="2" destOrd="0" presId="urn:microsoft.com/office/officeart/2005/8/layout/orgChart1"/>
    <dgm:cxn modelId="{42E189B3-A3C4-4440-961A-0724EDB44449}" type="presParOf" srcId="{F5D46B98-F8F1-4177-A2CA-F9CEB1FB44A9}" destId="{6CFD091B-1A6A-4F74-99A5-94203221C48D}" srcOrd="10" destOrd="0" presId="urn:microsoft.com/office/officeart/2005/8/layout/orgChart1"/>
    <dgm:cxn modelId="{D174CFF0-1730-4F4F-9289-11587752A4CB}" type="presParOf" srcId="{F5D46B98-F8F1-4177-A2CA-F9CEB1FB44A9}" destId="{656BE9BF-52D7-4FC7-A790-7F7F9DB87F2E}" srcOrd="11" destOrd="0" presId="urn:microsoft.com/office/officeart/2005/8/layout/orgChart1"/>
    <dgm:cxn modelId="{370B4C80-6F74-48FB-B649-A730130B02D6}" type="presParOf" srcId="{656BE9BF-52D7-4FC7-A790-7F7F9DB87F2E}" destId="{551E4895-41F4-4F2B-BFF9-FDB3885D9038}" srcOrd="0" destOrd="0" presId="urn:microsoft.com/office/officeart/2005/8/layout/orgChart1"/>
    <dgm:cxn modelId="{C5D8AD23-84C7-4F15-A842-6C789E1EB097}" type="presParOf" srcId="{551E4895-41F4-4F2B-BFF9-FDB3885D9038}" destId="{1DD795FC-CED3-4355-938F-085D09C3B510}" srcOrd="0" destOrd="0" presId="urn:microsoft.com/office/officeart/2005/8/layout/orgChart1"/>
    <dgm:cxn modelId="{5EF8B088-0FF3-4E7C-BB10-FEE63CD4F2FC}" type="presParOf" srcId="{551E4895-41F4-4F2B-BFF9-FDB3885D9038}" destId="{B8A44DA3-6D4C-44DD-8C21-B996E49201AD}" srcOrd="1" destOrd="0" presId="urn:microsoft.com/office/officeart/2005/8/layout/orgChart1"/>
    <dgm:cxn modelId="{4CC46A42-1424-499D-AC69-6D9C428EFF9D}" type="presParOf" srcId="{656BE9BF-52D7-4FC7-A790-7F7F9DB87F2E}" destId="{F7B4F8F4-AB59-4AD4-80D1-5F33DBFD4F9E}" srcOrd="1" destOrd="0" presId="urn:microsoft.com/office/officeart/2005/8/layout/orgChart1"/>
    <dgm:cxn modelId="{A5C885C3-1C3C-4A31-A135-BA3D1F3054C9}" type="presParOf" srcId="{656BE9BF-52D7-4FC7-A790-7F7F9DB87F2E}" destId="{BA9FA03D-F43A-49C1-A6A5-C00CF35DDCB0}" srcOrd="2" destOrd="0" presId="urn:microsoft.com/office/officeart/2005/8/layout/orgChart1"/>
    <dgm:cxn modelId="{83DDB4BC-F2A5-4C34-AB68-C8E663FDD1D5}" type="presParOf" srcId="{F5D46B98-F8F1-4177-A2CA-F9CEB1FB44A9}" destId="{70DEFD90-F4C3-4553-BE86-FA05FF249035}" srcOrd="12" destOrd="0" presId="urn:microsoft.com/office/officeart/2005/8/layout/orgChart1"/>
    <dgm:cxn modelId="{6166EFB4-6588-412F-B913-0F0E00B44115}" type="presParOf" srcId="{F5D46B98-F8F1-4177-A2CA-F9CEB1FB44A9}" destId="{F44F7D7C-9E3C-4B6F-8E83-561111802511}" srcOrd="13" destOrd="0" presId="urn:microsoft.com/office/officeart/2005/8/layout/orgChart1"/>
    <dgm:cxn modelId="{00847F54-7FA3-434B-886E-4AD975F87C50}" type="presParOf" srcId="{F44F7D7C-9E3C-4B6F-8E83-561111802511}" destId="{A6D2A1EB-B6CA-4392-8951-94E42AE23D13}" srcOrd="0" destOrd="0" presId="urn:microsoft.com/office/officeart/2005/8/layout/orgChart1"/>
    <dgm:cxn modelId="{1543D0BE-27BF-401F-B98B-E3A31400690D}" type="presParOf" srcId="{A6D2A1EB-B6CA-4392-8951-94E42AE23D13}" destId="{7E8A0D8B-9EC6-40B5-8D42-49007D1FB02E}" srcOrd="0" destOrd="0" presId="urn:microsoft.com/office/officeart/2005/8/layout/orgChart1"/>
    <dgm:cxn modelId="{03FEE5DC-77F6-4F61-BF41-2C7DDEE162F0}" type="presParOf" srcId="{A6D2A1EB-B6CA-4392-8951-94E42AE23D13}" destId="{48E2CC9F-9C9F-40F6-AF50-B60952779060}" srcOrd="1" destOrd="0" presId="urn:microsoft.com/office/officeart/2005/8/layout/orgChart1"/>
    <dgm:cxn modelId="{23A9C1ED-CD71-4CB7-8A91-12F237D1A18B}" type="presParOf" srcId="{F44F7D7C-9E3C-4B6F-8E83-561111802511}" destId="{A6EE1CCC-B71C-4DF5-A674-A6CBC9F9D355}" srcOrd="1" destOrd="0" presId="urn:microsoft.com/office/officeart/2005/8/layout/orgChart1"/>
    <dgm:cxn modelId="{0AAD2435-952C-4512-AC77-00CAF3A25ACE}" type="presParOf" srcId="{F44F7D7C-9E3C-4B6F-8E83-561111802511}" destId="{97966BF8-6358-4356-A590-43ACCF82DB2C}" srcOrd="2" destOrd="0" presId="urn:microsoft.com/office/officeart/2005/8/layout/orgChart1"/>
    <dgm:cxn modelId="{C19A2478-FAB3-4752-8C7B-5C4C22D1797B}" type="presParOf" srcId="{8C21C21E-07F4-4B59-B428-386BE0C96131}" destId="{3D34EBBC-F070-4D20-AAE2-3A6F3DB4648F}" srcOrd="2" destOrd="0" presId="urn:microsoft.com/office/officeart/2005/8/layout/orgChart1"/>
    <dgm:cxn modelId="{C3187957-CF7C-471C-9F2E-1E52227A8C76}" type="presParOf" srcId="{A673EEB3-15F0-48ED-A090-081800BC66A6}" destId="{A222DAF8-62B0-4DEA-9611-EF04AA036EDC}" srcOrd="10" destOrd="0" presId="urn:microsoft.com/office/officeart/2005/8/layout/orgChart1"/>
    <dgm:cxn modelId="{367FE430-C169-483A-81C4-3FCF590DBA89}" type="presParOf" srcId="{A673EEB3-15F0-48ED-A090-081800BC66A6}" destId="{4048411E-DFD7-4386-ABD3-68E18AD395CD}" srcOrd="11" destOrd="0" presId="urn:microsoft.com/office/officeart/2005/8/layout/orgChart1"/>
    <dgm:cxn modelId="{D1568EA1-4DC5-4EAA-8644-79B6FE5F4BBC}" type="presParOf" srcId="{4048411E-DFD7-4386-ABD3-68E18AD395CD}" destId="{D83AB740-AC4F-42E0-94E2-29A8AF05DAC0}" srcOrd="0" destOrd="0" presId="urn:microsoft.com/office/officeart/2005/8/layout/orgChart1"/>
    <dgm:cxn modelId="{5E76263C-07FF-4125-BD37-08FC92FF316A}" type="presParOf" srcId="{D83AB740-AC4F-42E0-94E2-29A8AF05DAC0}" destId="{6CF61BA3-7BB0-4E68-B4F8-E0583AF43F4F}" srcOrd="0" destOrd="0" presId="urn:microsoft.com/office/officeart/2005/8/layout/orgChart1"/>
    <dgm:cxn modelId="{A145BF9E-468B-4F6F-B75F-E2CDC8C5E91B}" type="presParOf" srcId="{D83AB740-AC4F-42E0-94E2-29A8AF05DAC0}" destId="{B590DA02-3A81-404B-B31F-224BC8C721F3}" srcOrd="1" destOrd="0" presId="urn:microsoft.com/office/officeart/2005/8/layout/orgChart1"/>
    <dgm:cxn modelId="{FBDC3625-20ED-45C3-9929-8B5698463012}" type="presParOf" srcId="{4048411E-DFD7-4386-ABD3-68E18AD395CD}" destId="{D40116B9-8BDC-45B3-A540-27CAB724F106}" srcOrd="1" destOrd="0" presId="urn:microsoft.com/office/officeart/2005/8/layout/orgChart1"/>
    <dgm:cxn modelId="{C851627F-D3A6-4C44-BB39-C900AA60AB34}" type="presParOf" srcId="{D40116B9-8BDC-45B3-A540-27CAB724F106}" destId="{7AD51079-E874-4D89-BFBC-92F4DB0B5114}" srcOrd="0" destOrd="0" presId="urn:microsoft.com/office/officeart/2005/8/layout/orgChart1"/>
    <dgm:cxn modelId="{E0346571-4CBA-4FFE-AD89-FABE7298772F}" type="presParOf" srcId="{D40116B9-8BDC-45B3-A540-27CAB724F106}" destId="{E7A997F4-6A89-466A-AE98-6E116383A272}" srcOrd="1" destOrd="0" presId="urn:microsoft.com/office/officeart/2005/8/layout/orgChart1"/>
    <dgm:cxn modelId="{C8FFF512-C118-45B0-9CFD-776D96FF3570}" type="presParOf" srcId="{E7A997F4-6A89-466A-AE98-6E116383A272}" destId="{C232D4F6-A1BE-47BA-A154-237CA9DB357B}" srcOrd="0" destOrd="0" presId="urn:microsoft.com/office/officeart/2005/8/layout/orgChart1"/>
    <dgm:cxn modelId="{D8EA5275-73CD-4255-8D29-D42F73ADCE8D}" type="presParOf" srcId="{C232D4F6-A1BE-47BA-A154-237CA9DB357B}" destId="{454FDF45-A8F1-444E-8B88-CA7FDD1695FA}" srcOrd="0" destOrd="0" presId="urn:microsoft.com/office/officeart/2005/8/layout/orgChart1"/>
    <dgm:cxn modelId="{F9C3C789-8A61-4370-8E49-FC8B374405DC}" type="presParOf" srcId="{C232D4F6-A1BE-47BA-A154-237CA9DB357B}" destId="{659FB046-5E16-4CA7-88B5-20F8290721AE}" srcOrd="1" destOrd="0" presId="urn:microsoft.com/office/officeart/2005/8/layout/orgChart1"/>
    <dgm:cxn modelId="{3B188FC6-0D57-4630-8FC8-304905201908}" type="presParOf" srcId="{E7A997F4-6A89-466A-AE98-6E116383A272}" destId="{36685C86-6002-43F8-B90E-5456883B43DE}" srcOrd="1" destOrd="0" presId="urn:microsoft.com/office/officeart/2005/8/layout/orgChart1"/>
    <dgm:cxn modelId="{52657655-78AC-4C54-9606-66A25E38F6BC}" type="presParOf" srcId="{E7A997F4-6A89-466A-AE98-6E116383A272}" destId="{AD2E311E-9B60-4597-957A-9F1280F819FA}" srcOrd="2" destOrd="0" presId="urn:microsoft.com/office/officeart/2005/8/layout/orgChart1"/>
    <dgm:cxn modelId="{D144C672-DEAD-4CC1-8324-6B98D0FE8F02}" type="presParOf" srcId="{D40116B9-8BDC-45B3-A540-27CAB724F106}" destId="{15A941D5-E0BA-404A-BAF2-5AF2E02CB577}" srcOrd="2" destOrd="0" presId="urn:microsoft.com/office/officeart/2005/8/layout/orgChart1"/>
    <dgm:cxn modelId="{0AD40A46-E550-4A51-AC78-919F8E51FCF1}" type="presParOf" srcId="{D40116B9-8BDC-45B3-A540-27CAB724F106}" destId="{10A4DE11-82D9-426B-83EF-8CB5CB873A05}" srcOrd="3" destOrd="0" presId="urn:microsoft.com/office/officeart/2005/8/layout/orgChart1"/>
    <dgm:cxn modelId="{386C4F67-A43D-4207-9305-5E5F130F8A58}" type="presParOf" srcId="{10A4DE11-82D9-426B-83EF-8CB5CB873A05}" destId="{D9C12739-B38D-4452-9558-FA6FA82DFF10}" srcOrd="0" destOrd="0" presId="urn:microsoft.com/office/officeart/2005/8/layout/orgChart1"/>
    <dgm:cxn modelId="{901EC9E0-C99D-4018-8CED-48C85AB1BA8E}" type="presParOf" srcId="{D9C12739-B38D-4452-9558-FA6FA82DFF10}" destId="{21ABB394-9B71-45E8-9812-1E8248D9D510}" srcOrd="0" destOrd="0" presId="urn:microsoft.com/office/officeart/2005/8/layout/orgChart1"/>
    <dgm:cxn modelId="{EF7D16F0-A379-4368-A625-03F5F1FCCFDE}" type="presParOf" srcId="{D9C12739-B38D-4452-9558-FA6FA82DFF10}" destId="{BA515D23-7257-4D15-B6B8-54A7713C289F}" srcOrd="1" destOrd="0" presId="urn:microsoft.com/office/officeart/2005/8/layout/orgChart1"/>
    <dgm:cxn modelId="{E133EB5A-1377-41B9-BC9D-039D09803992}" type="presParOf" srcId="{10A4DE11-82D9-426B-83EF-8CB5CB873A05}" destId="{B14909C8-9714-490D-A130-402495AF0E32}" srcOrd="1" destOrd="0" presId="urn:microsoft.com/office/officeart/2005/8/layout/orgChart1"/>
    <dgm:cxn modelId="{31B160D6-2C39-47A5-932A-D7CE576226DE}" type="presParOf" srcId="{10A4DE11-82D9-426B-83EF-8CB5CB873A05}" destId="{EB5E1808-F446-4070-ADB2-BE5744ADCBAC}" srcOrd="2" destOrd="0" presId="urn:microsoft.com/office/officeart/2005/8/layout/orgChart1"/>
    <dgm:cxn modelId="{9C471B77-AADB-4E39-9034-A4F69CDFC293}" type="presParOf" srcId="{D40116B9-8BDC-45B3-A540-27CAB724F106}" destId="{F6D2DE9F-0BA8-415D-9817-45F230BF3D51}" srcOrd="4" destOrd="0" presId="urn:microsoft.com/office/officeart/2005/8/layout/orgChart1"/>
    <dgm:cxn modelId="{DBACD007-80F3-46FA-ACE1-9212C576D67F}" type="presParOf" srcId="{D40116B9-8BDC-45B3-A540-27CAB724F106}" destId="{6881FA93-5A80-438D-8F63-D9AA9C349675}" srcOrd="5" destOrd="0" presId="urn:microsoft.com/office/officeart/2005/8/layout/orgChart1"/>
    <dgm:cxn modelId="{99B04831-16CA-43E0-A04C-40BCC2949542}" type="presParOf" srcId="{6881FA93-5A80-438D-8F63-D9AA9C349675}" destId="{BE26A3C8-B206-4B06-B904-5326F618E90E}" srcOrd="0" destOrd="0" presId="urn:microsoft.com/office/officeart/2005/8/layout/orgChart1"/>
    <dgm:cxn modelId="{192E4D74-BAFA-4325-9A06-31FBE8B731BE}" type="presParOf" srcId="{BE26A3C8-B206-4B06-B904-5326F618E90E}" destId="{F22EA178-59D4-424B-BEF7-0756C8451386}" srcOrd="0" destOrd="0" presId="urn:microsoft.com/office/officeart/2005/8/layout/orgChart1"/>
    <dgm:cxn modelId="{F5A3B0DD-5B3E-4236-BCF5-AF55890BB2F6}" type="presParOf" srcId="{BE26A3C8-B206-4B06-B904-5326F618E90E}" destId="{E3A7BA5D-B1C6-4F6C-A04C-567E0C2D9ECA}" srcOrd="1" destOrd="0" presId="urn:microsoft.com/office/officeart/2005/8/layout/orgChart1"/>
    <dgm:cxn modelId="{DD41DA18-A7E2-4822-A800-B8125D0E7183}" type="presParOf" srcId="{6881FA93-5A80-438D-8F63-D9AA9C349675}" destId="{C8E9E7B1-C8D3-40E6-A32D-8256D5395B87}" srcOrd="1" destOrd="0" presId="urn:microsoft.com/office/officeart/2005/8/layout/orgChart1"/>
    <dgm:cxn modelId="{A90AE34E-C61B-4E6B-9389-49FA85EC231B}" type="presParOf" srcId="{6881FA93-5A80-438D-8F63-D9AA9C349675}" destId="{10298E19-3C8F-45C2-8662-3F83704A553D}" srcOrd="2" destOrd="0" presId="urn:microsoft.com/office/officeart/2005/8/layout/orgChart1"/>
    <dgm:cxn modelId="{0A7C8F2F-D8EE-48A5-A6EB-A055BDE4A7BC}" type="presParOf" srcId="{D40116B9-8BDC-45B3-A540-27CAB724F106}" destId="{329B2788-1160-4F09-BC24-5FCAE4BE7CEF}" srcOrd="6" destOrd="0" presId="urn:microsoft.com/office/officeart/2005/8/layout/orgChart1"/>
    <dgm:cxn modelId="{F8D4424F-C334-457E-9DEB-BFAB39C59A2A}" type="presParOf" srcId="{D40116B9-8BDC-45B3-A540-27CAB724F106}" destId="{02B23221-B9F4-43E7-BB7C-190529869C6D}" srcOrd="7" destOrd="0" presId="urn:microsoft.com/office/officeart/2005/8/layout/orgChart1"/>
    <dgm:cxn modelId="{195BFBB7-9189-4841-8E63-349710B6B812}" type="presParOf" srcId="{02B23221-B9F4-43E7-BB7C-190529869C6D}" destId="{9F09FDC2-56DF-42C7-BFFB-7C886BAA88AC}" srcOrd="0" destOrd="0" presId="urn:microsoft.com/office/officeart/2005/8/layout/orgChart1"/>
    <dgm:cxn modelId="{389D2B7E-F18A-4AAE-94C5-38A5660ED32D}" type="presParOf" srcId="{9F09FDC2-56DF-42C7-BFFB-7C886BAA88AC}" destId="{C595C981-459D-43C2-81AF-1F85E854FD0D}" srcOrd="0" destOrd="0" presId="urn:microsoft.com/office/officeart/2005/8/layout/orgChart1"/>
    <dgm:cxn modelId="{3B5EF090-4412-468C-A3E3-EB8DE6A42897}" type="presParOf" srcId="{9F09FDC2-56DF-42C7-BFFB-7C886BAA88AC}" destId="{BAFFE6D2-E1DD-46D3-96B9-52803D599C2C}" srcOrd="1" destOrd="0" presId="urn:microsoft.com/office/officeart/2005/8/layout/orgChart1"/>
    <dgm:cxn modelId="{17A5D600-B2F2-49E1-8589-C9760D6FC06C}" type="presParOf" srcId="{02B23221-B9F4-43E7-BB7C-190529869C6D}" destId="{12BA6B08-17CB-4B7E-9858-B8B8918DDAFD}" srcOrd="1" destOrd="0" presId="urn:microsoft.com/office/officeart/2005/8/layout/orgChart1"/>
    <dgm:cxn modelId="{5A950CA9-7B99-4D62-9CD9-F9AE1D837BEA}" type="presParOf" srcId="{02B23221-B9F4-43E7-BB7C-190529869C6D}" destId="{FDAF6298-1141-4BF7-9D3C-F312A59B1D28}" srcOrd="2" destOrd="0" presId="urn:microsoft.com/office/officeart/2005/8/layout/orgChart1"/>
    <dgm:cxn modelId="{98D96510-6977-4961-844B-3C23C71F0624}" type="presParOf" srcId="{D40116B9-8BDC-45B3-A540-27CAB724F106}" destId="{D40E106C-180C-444A-9F1C-2EF8C3E744A3}" srcOrd="8" destOrd="0" presId="urn:microsoft.com/office/officeart/2005/8/layout/orgChart1"/>
    <dgm:cxn modelId="{53CA3EED-443E-44B9-B594-B2194C102EBD}" type="presParOf" srcId="{D40116B9-8BDC-45B3-A540-27CAB724F106}" destId="{54513CBF-125F-4D3F-81A1-563F1A9D4E26}" srcOrd="9" destOrd="0" presId="urn:microsoft.com/office/officeart/2005/8/layout/orgChart1"/>
    <dgm:cxn modelId="{03689B13-AAB7-41E0-AF4D-19D7357DE9A4}" type="presParOf" srcId="{54513CBF-125F-4D3F-81A1-563F1A9D4E26}" destId="{63039B09-60A8-4BB2-AF2A-0B08FFBE9471}" srcOrd="0" destOrd="0" presId="urn:microsoft.com/office/officeart/2005/8/layout/orgChart1"/>
    <dgm:cxn modelId="{96DDAD15-C953-458A-A6B2-85AC0636A13E}" type="presParOf" srcId="{63039B09-60A8-4BB2-AF2A-0B08FFBE9471}" destId="{F43EBB54-6E8F-4F1F-8A2F-097E5D7543FC}" srcOrd="0" destOrd="0" presId="urn:microsoft.com/office/officeart/2005/8/layout/orgChart1"/>
    <dgm:cxn modelId="{D2FB1F30-73F2-4D50-9CF8-971D8A3C2A4B}" type="presParOf" srcId="{63039B09-60A8-4BB2-AF2A-0B08FFBE9471}" destId="{D94C2EE7-FDAB-4170-8E63-0DA495B04D3A}" srcOrd="1" destOrd="0" presId="urn:microsoft.com/office/officeart/2005/8/layout/orgChart1"/>
    <dgm:cxn modelId="{1C8EDE66-AB7A-4554-BD08-1C197485675C}" type="presParOf" srcId="{54513CBF-125F-4D3F-81A1-563F1A9D4E26}" destId="{6FCA4723-F3B9-4B47-8D93-19433F13FC78}" srcOrd="1" destOrd="0" presId="urn:microsoft.com/office/officeart/2005/8/layout/orgChart1"/>
    <dgm:cxn modelId="{7E3AFC25-1F1F-4DB5-98B5-D6611C388125}" type="presParOf" srcId="{54513CBF-125F-4D3F-81A1-563F1A9D4E26}" destId="{D023FE4C-EEAC-46EB-9DE7-2039F20AADFA}" srcOrd="2" destOrd="0" presId="urn:microsoft.com/office/officeart/2005/8/layout/orgChart1"/>
    <dgm:cxn modelId="{536696E4-6DC2-44C9-B829-F6FCD567AAB5}" type="presParOf" srcId="{D40116B9-8BDC-45B3-A540-27CAB724F106}" destId="{D049C423-08D1-4DD5-BC4F-93EFCF805D66}" srcOrd="10" destOrd="0" presId="urn:microsoft.com/office/officeart/2005/8/layout/orgChart1"/>
    <dgm:cxn modelId="{8738CD9B-B155-47FC-852D-AA58F5A7F8BF}" type="presParOf" srcId="{D40116B9-8BDC-45B3-A540-27CAB724F106}" destId="{DB776056-085C-4F2B-8608-58F643D81FD0}" srcOrd="11" destOrd="0" presId="urn:microsoft.com/office/officeart/2005/8/layout/orgChart1"/>
    <dgm:cxn modelId="{DCD5B2FF-C297-4B8F-B055-BDF1ADAB96C2}" type="presParOf" srcId="{DB776056-085C-4F2B-8608-58F643D81FD0}" destId="{05EDF312-A85F-447F-9F42-1FBD172C916B}" srcOrd="0" destOrd="0" presId="urn:microsoft.com/office/officeart/2005/8/layout/orgChart1"/>
    <dgm:cxn modelId="{4533E6AA-AFB3-4438-885E-996D590649A2}" type="presParOf" srcId="{05EDF312-A85F-447F-9F42-1FBD172C916B}" destId="{ED0AA987-4232-46C5-8F49-AA265E11D1BF}" srcOrd="0" destOrd="0" presId="urn:microsoft.com/office/officeart/2005/8/layout/orgChart1"/>
    <dgm:cxn modelId="{86E4F4E1-AB38-4DFB-8B74-C1A1ADE58246}" type="presParOf" srcId="{05EDF312-A85F-447F-9F42-1FBD172C916B}" destId="{BC5F7FD2-B339-4EFB-BD0F-7EFE1F6A2A12}" srcOrd="1" destOrd="0" presId="urn:microsoft.com/office/officeart/2005/8/layout/orgChart1"/>
    <dgm:cxn modelId="{F5D347C7-AF41-4478-B191-038461E9EBDC}" type="presParOf" srcId="{DB776056-085C-4F2B-8608-58F643D81FD0}" destId="{64DBE9A6-DEC6-40A9-8468-E2E97F93D467}" srcOrd="1" destOrd="0" presId="urn:microsoft.com/office/officeart/2005/8/layout/orgChart1"/>
    <dgm:cxn modelId="{0F945790-C41B-48BE-A7A2-7B71E634DF91}" type="presParOf" srcId="{DB776056-085C-4F2B-8608-58F643D81FD0}" destId="{6E08FBFE-49BA-4F97-BECA-BBDB836FB7A5}" srcOrd="2" destOrd="0" presId="urn:microsoft.com/office/officeart/2005/8/layout/orgChart1"/>
    <dgm:cxn modelId="{F6AF5353-794F-4824-9394-9409812C2195}" type="presParOf" srcId="{4048411E-DFD7-4386-ABD3-68E18AD395CD}" destId="{2FC65B4C-C983-41E2-B58B-B359B7FB2E2E}" srcOrd="2" destOrd="0" presId="urn:microsoft.com/office/officeart/2005/8/layout/orgChart1"/>
    <dgm:cxn modelId="{8D8FBD67-89D9-4F34-8314-98A691FF3A05}" type="presParOf" srcId="{A82E207B-2FF1-47A0-B4AE-33642981AB8B}" destId="{271D86BA-320C-4F9B-BCEC-E81488E8643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220D813E-8899-40BF-BCDC-3D88C69778E7}">
      <dsp:nvSpPr>
        <dsp:cNvPr id="0" name=""/>
        <dsp:cNvSpPr/>
      </dsp:nvSpPr>
      <dsp:spPr>
        <a:xfrm rot="5400000">
          <a:off x="3621405" y="-1293891"/>
          <a:ext cx="1047750" cy="3901440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2300" kern="1200" dirty="0" smtClean="0"/>
            <a:t>Engineering &amp; Management</a:t>
          </a:r>
          <a:endParaRPr lang="fr-FR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2300" kern="1200" dirty="0" smtClean="0"/>
            <a:t>Senior</a:t>
          </a:r>
          <a:endParaRPr lang="fr-FR" sz="2300" kern="1200" dirty="0"/>
        </a:p>
      </dsp:txBody>
      <dsp:txXfrm rot="5400000">
        <a:off x="3621405" y="-1293891"/>
        <a:ext cx="1047750" cy="3901440"/>
      </dsp:txXfrm>
    </dsp:sp>
    <dsp:sp modelId="{C71571B7-C016-4D59-AC9B-A8D64179CE42}">
      <dsp:nvSpPr>
        <dsp:cNvPr id="0" name=""/>
        <dsp:cNvSpPr/>
      </dsp:nvSpPr>
      <dsp:spPr>
        <a:xfrm>
          <a:off x="0" y="1984"/>
          <a:ext cx="2194560" cy="1309687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dk2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900" kern="1200" dirty="0" err="1" smtClean="0"/>
            <a:t>Nisrine</a:t>
          </a:r>
          <a:r>
            <a:rPr lang="fr-FR" sz="2900" kern="1200" dirty="0" smtClean="0"/>
            <a:t> </a:t>
          </a:r>
          <a:r>
            <a:rPr lang="fr-FR" sz="2900" kern="1200" dirty="0" err="1" smtClean="0"/>
            <a:t>Bnouhanna</a:t>
          </a:r>
          <a:endParaRPr lang="fr-FR" sz="2900" kern="1200" dirty="0"/>
        </a:p>
      </dsp:txBody>
      <dsp:txXfrm>
        <a:off x="0" y="1984"/>
        <a:ext cx="2194560" cy="1309687"/>
      </dsp:txXfrm>
    </dsp:sp>
    <dsp:sp modelId="{D06C2079-758E-4F3D-9022-AC09556CB864}">
      <dsp:nvSpPr>
        <dsp:cNvPr id="0" name=""/>
        <dsp:cNvSpPr/>
      </dsp:nvSpPr>
      <dsp:spPr>
        <a:xfrm rot="5400000">
          <a:off x="3621405" y="18414"/>
          <a:ext cx="1047750" cy="3901440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2300" kern="1200" dirty="0" smtClean="0"/>
            <a:t>Computer Science</a:t>
          </a:r>
          <a:endParaRPr lang="fr-FR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2300" kern="1200" dirty="0" err="1" smtClean="0"/>
            <a:t>Sophomore</a:t>
          </a:r>
          <a:endParaRPr lang="fr-FR" sz="2300" kern="1200" dirty="0"/>
        </a:p>
      </dsp:txBody>
      <dsp:txXfrm rot="5400000">
        <a:off x="3621405" y="18414"/>
        <a:ext cx="1047750" cy="3901440"/>
      </dsp:txXfrm>
    </dsp:sp>
    <dsp:sp modelId="{1FA9D815-7CDC-4BEB-89F9-092077C6F6F8}">
      <dsp:nvSpPr>
        <dsp:cNvPr id="0" name=""/>
        <dsp:cNvSpPr/>
      </dsp:nvSpPr>
      <dsp:spPr>
        <a:xfrm>
          <a:off x="0" y="1377156"/>
          <a:ext cx="2194560" cy="1309687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dk2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900" kern="1200" dirty="0" err="1" smtClean="0"/>
            <a:t>Ouadie</a:t>
          </a:r>
          <a:r>
            <a:rPr lang="fr-FR" sz="2900" kern="1200" dirty="0" smtClean="0"/>
            <a:t> Limouni</a:t>
          </a:r>
          <a:endParaRPr lang="fr-FR" sz="2900" kern="1200" dirty="0"/>
        </a:p>
      </dsp:txBody>
      <dsp:txXfrm>
        <a:off x="0" y="1377156"/>
        <a:ext cx="2194560" cy="1309687"/>
      </dsp:txXfrm>
    </dsp:sp>
    <dsp:sp modelId="{5B72E535-307E-4933-9F9D-3F7D3D0F57BC}">
      <dsp:nvSpPr>
        <dsp:cNvPr id="0" name=""/>
        <dsp:cNvSpPr/>
      </dsp:nvSpPr>
      <dsp:spPr>
        <a:xfrm rot="5400000">
          <a:off x="3621405" y="1456451"/>
          <a:ext cx="1047750" cy="3901440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2300" kern="1200" dirty="0" smtClean="0"/>
            <a:t>General Engineering</a:t>
          </a:r>
          <a:endParaRPr lang="fr-FR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2300" kern="1200" dirty="0" err="1" smtClean="0"/>
            <a:t>Sophomore</a:t>
          </a:r>
          <a:endParaRPr lang="fr-FR" sz="2300" kern="1200" dirty="0"/>
        </a:p>
      </dsp:txBody>
      <dsp:txXfrm rot="5400000">
        <a:off x="3621405" y="1456451"/>
        <a:ext cx="1047750" cy="3901440"/>
      </dsp:txXfrm>
    </dsp:sp>
    <dsp:sp modelId="{F9748C88-0B1E-4664-AE1D-9F3D6B6BE52C}">
      <dsp:nvSpPr>
        <dsp:cNvPr id="0" name=""/>
        <dsp:cNvSpPr/>
      </dsp:nvSpPr>
      <dsp:spPr>
        <a:xfrm>
          <a:off x="0" y="2752328"/>
          <a:ext cx="2194560" cy="1309687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dk2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900" kern="1200" dirty="0" err="1" smtClean="0"/>
            <a:t>Achraff</a:t>
          </a:r>
          <a:r>
            <a:rPr lang="fr-FR" sz="2900" kern="1200" dirty="0" smtClean="0"/>
            <a:t>-</a:t>
          </a:r>
          <a:r>
            <a:rPr lang="fr-FR" sz="2900" kern="1200" dirty="0" err="1" smtClean="0"/>
            <a:t>Nour</a:t>
          </a:r>
          <a:r>
            <a:rPr lang="fr-FR" sz="2900" kern="1200" dirty="0" smtClean="0"/>
            <a:t> </a:t>
          </a:r>
          <a:r>
            <a:rPr lang="fr-FR" sz="2900" kern="1200" dirty="0" err="1" smtClean="0"/>
            <a:t>Meski</a:t>
          </a:r>
          <a:endParaRPr lang="fr-FR" sz="2900" kern="1200" dirty="0"/>
        </a:p>
      </dsp:txBody>
      <dsp:txXfrm>
        <a:off x="0" y="2752328"/>
        <a:ext cx="2194560" cy="1309687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52A664E-C096-4885-8B15-E2BD93CC1C0F}">
      <dsp:nvSpPr>
        <dsp:cNvPr id="0" name=""/>
        <dsp:cNvSpPr/>
      </dsp:nvSpPr>
      <dsp:spPr>
        <a:xfrm>
          <a:off x="691276" y="0"/>
          <a:ext cx="6797555" cy="4248472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8D7754-CEFB-4421-9151-E0AF268F6A6C}">
      <dsp:nvSpPr>
        <dsp:cNvPr id="0" name=""/>
        <dsp:cNvSpPr/>
      </dsp:nvSpPr>
      <dsp:spPr>
        <a:xfrm>
          <a:off x="1296143" y="3240360"/>
          <a:ext cx="156343" cy="156343"/>
        </a:xfrm>
        <a:prstGeom prst="ellipse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BAAB5BB-3150-4D0C-B3C0-750E2AEA4024}">
      <dsp:nvSpPr>
        <dsp:cNvPr id="0" name=""/>
        <dsp:cNvSpPr/>
      </dsp:nvSpPr>
      <dsp:spPr>
        <a:xfrm>
          <a:off x="1440158" y="3237335"/>
          <a:ext cx="1352709" cy="1011136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843" tIns="0" rIns="0" bIns="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Collecting</a:t>
          </a:r>
          <a:endParaRPr lang="en-US" sz="1800" b="1" kern="1200" dirty="0"/>
        </a:p>
      </dsp:txBody>
      <dsp:txXfrm>
        <a:off x="1440158" y="3237335"/>
        <a:ext cx="1352709" cy="1011136"/>
      </dsp:txXfrm>
    </dsp:sp>
    <dsp:sp modelId="{22AC6AAD-5EA4-4AE1-A4DE-418C458047EA}">
      <dsp:nvSpPr>
        <dsp:cNvPr id="0" name=""/>
        <dsp:cNvSpPr/>
      </dsp:nvSpPr>
      <dsp:spPr>
        <a:xfrm>
          <a:off x="2088232" y="2376264"/>
          <a:ext cx="244711" cy="244711"/>
        </a:xfrm>
        <a:prstGeom prst="ellipse">
          <a:avLst/>
        </a:prstGeom>
        <a:solidFill>
          <a:schemeClr val="accent1">
            <a:shade val="50000"/>
            <a:hueOff val="144575"/>
            <a:satOff val="-3024"/>
            <a:lumOff val="16825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C5B7E6E-6FFB-4CF9-BAB2-9C420A5F8ACE}">
      <dsp:nvSpPr>
        <dsp:cNvPr id="0" name=""/>
        <dsp:cNvSpPr/>
      </dsp:nvSpPr>
      <dsp:spPr>
        <a:xfrm>
          <a:off x="2047025" y="2559397"/>
          <a:ext cx="1128394" cy="561731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668" tIns="0" rIns="0" bIns="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dirty="0" smtClean="0"/>
            <a:t>Analyzing</a:t>
          </a:r>
          <a:endParaRPr lang="en-US" sz="1900" b="1" kern="1200" dirty="0"/>
        </a:p>
      </dsp:txBody>
      <dsp:txXfrm>
        <a:off x="2047025" y="2559397"/>
        <a:ext cx="1128394" cy="561731"/>
      </dsp:txXfrm>
    </dsp:sp>
    <dsp:sp modelId="{29543737-2E4B-4F9A-873D-DE9D13CED91D}">
      <dsp:nvSpPr>
        <dsp:cNvPr id="0" name=""/>
        <dsp:cNvSpPr/>
      </dsp:nvSpPr>
      <dsp:spPr>
        <a:xfrm>
          <a:off x="3096344" y="1656182"/>
          <a:ext cx="326282" cy="326282"/>
        </a:xfrm>
        <a:prstGeom prst="ellipse">
          <a:avLst/>
        </a:prstGeom>
        <a:solidFill>
          <a:schemeClr val="accent1">
            <a:shade val="50000"/>
            <a:hueOff val="289150"/>
            <a:satOff val="-6048"/>
            <a:lumOff val="33650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5672420-BBC7-4AAE-8777-AB936ACCCF81}">
      <dsp:nvSpPr>
        <dsp:cNvPr id="0" name=""/>
        <dsp:cNvSpPr/>
      </dsp:nvSpPr>
      <dsp:spPr>
        <a:xfrm>
          <a:off x="3100894" y="2032466"/>
          <a:ext cx="1311928" cy="515038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890" tIns="0" rIns="0" bIns="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Validating</a:t>
          </a:r>
          <a:endParaRPr lang="en-US" sz="1800" b="1" kern="1200" dirty="0"/>
        </a:p>
      </dsp:txBody>
      <dsp:txXfrm>
        <a:off x="3100894" y="2032466"/>
        <a:ext cx="1311928" cy="515038"/>
      </dsp:txXfrm>
    </dsp:sp>
    <dsp:sp modelId="{0F79D7D1-F46F-4C75-BEE7-0A7C7E445B25}">
      <dsp:nvSpPr>
        <dsp:cNvPr id="0" name=""/>
        <dsp:cNvSpPr/>
      </dsp:nvSpPr>
      <dsp:spPr>
        <a:xfrm>
          <a:off x="4248471" y="1152127"/>
          <a:ext cx="421448" cy="421448"/>
        </a:xfrm>
        <a:prstGeom prst="ellipse">
          <a:avLst/>
        </a:prstGeom>
        <a:solidFill>
          <a:schemeClr val="accent1">
            <a:shade val="50000"/>
            <a:hueOff val="289150"/>
            <a:satOff val="-6048"/>
            <a:lumOff val="33650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8355015-F44A-4B5C-9BF2-2A10B96C52F2}">
      <dsp:nvSpPr>
        <dsp:cNvPr id="0" name=""/>
        <dsp:cNvSpPr/>
      </dsp:nvSpPr>
      <dsp:spPr>
        <a:xfrm>
          <a:off x="4104455" y="1656186"/>
          <a:ext cx="1433482" cy="111263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3317" tIns="0" rIns="0" bIns="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Specifying</a:t>
          </a:r>
          <a:endParaRPr lang="en-US" sz="1800" b="1" kern="1200" dirty="0"/>
        </a:p>
      </dsp:txBody>
      <dsp:txXfrm>
        <a:off x="4104455" y="1656186"/>
        <a:ext cx="1433482" cy="1112630"/>
      </dsp:txXfrm>
    </dsp:sp>
    <dsp:sp modelId="{C0EFE2F2-FAF1-4176-AAA5-9AFA73224AE4}">
      <dsp:nvSpPr>
        <dsp:cNvPr id="0" name=""/>
        <dsp:cNvSpPr/>
      </dsp:nvSpPr>
      <dsp:spPr>
        <a:xfrm>
          <a:off x="5544618" y="720081"/>
          <a:ext cx="537006" cy="537006"/>
        </a:xfrm>
        <a:prstGeom prst="ellipse">
          <a:avLst/>
        </a:prstGeom>
        <a:solidFill>
          <a:schemeClr val="accent1">
            <a:shade val="50000"/>
            <a:hueOff val="144575"/>
            <a:satOff val="-3024"/>
            <a:lumOff val="16825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98B11EA-6FE0-4034-9158-3A175D54430E}">
      <dsp:nvSpPr>
        <dsp:cNvPr id="0" name=""/>
        <dsp:cNvSpPr/>
      </dsp:nvSpPr>
      <dsp:spPr>
        <a:xfrm>
          <a:off x="5594679" y="1296138"/>
          <a:ext cx="1894152" cy="1398651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549" tIns="0" rIns="0" bIns="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Producing the requirement document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dirty="0" smtClean="0"/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err="1" smtClean="0"/>
            <a:t>ucing</a:t>
          </a:r>
          <a:r>
            <a:rPr lang="en-US" sz="1800" b="1" kern="1200" dirty="0" smtClean="0"/>
            <a:t> the Requirements Documents</a:t>
          </a:r>
          <a:endParaRPr lang="en-US" sz="1800" b="1" kern="1200" dirty="0"/>
        </a:p>
      </dsp:txBody>
      <dsp:txXfrm>
        <a:off x="5594679" y="1296138"/>
        <a:ext cx="1894152" cy="1398651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68254BD-1970-407C-9641-3520DB1F5DB5}">
      <dsp:nvSpPr>
        <dsp:cNvPr id="0" name=""/>
        <dsp:cNvSpPr/>
      </dsp:nvSpPr>
      <dsp:spPr>
        <a:xfrm>
          <a:off x="9274929" y="2424653"/>
          <a:ext cx="125496" cy="5534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3461"/>
              </a:lnTo>
              <a:lnTo>
                <a:pt x="125496" y="553461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B2599A-68A5-4928-8C8F-B02F4D8C2DAF}">
      <dsp:nvSpPr>
        <dsp:cNvPr id="0" name=""/>
        <dsp:cNvSpPr/>
      </dsp:nvSpPr>
      <dsp:spPr>
        <a:xfrm>
          <a:off x="9274929" y="2424653"/>
          <a:ext cx="125496" cy="217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600"/>
              </a:lnTo>
              <a:lnTo>
                <a:pt x="125496" y="217600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2A60A3-FF89-4575-8472-7DF8F56FB1CB}">
      <dsp:nvSpPr>
        <dsp:cNvPr id="0" name=""/>
        <dsp:cNvSpPr/>
      </dsp:nvSpPr>
      <dsp:spPr>
        <a:xfrm>
          <a:off x="8947914" y="745346"/>
          <a:ext cx="243350" cy="15610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1045"/>
              </a:lnTo>
              <a:lnTo>
                <a:pt x="243350" y="1561045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0C7022-1FB6-445E-9A25-C3739674846E}">
      <dsp:nvSpPr>
        <dsp:cNvPr id="0" name=""/>
        <dsp:cNvSpPr/>
      </dsp:nvSpPr>
      <dsp:spPr>
        <a:xfrm>
          <a:off x="9299886" y="1081208"/>
          <a:ext cx="162932" cy="8893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9323"/>
              </a:lnTo>
              <a:lnTo>
                <a:pt x="162932" y="889323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5F02D8-AD10-45B3-AFF9-15340FBEF647}">
      <dsp:nvSpPr>
        <dsp:cNvPr id="0" name=""/>
        <dsp:cNvSpPr/>
      </dsp:nvSpPr>
      <dsp:spPr>
        <a:xfrm>
          <a:off x="9299886" y="1081208"/>
          <a:ext cx="162932" cy="5534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3461"/>
              </a:lnTo>
              <a:lnTo>
                <a:pt x="162932" y="553461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19D2DA-8214-4D8D-A4F8-7C25EE7BF3BB}">
      <dsp:nvSpPr>
        <dsp:cNvPr id="0" name=""/>
        <dsp:cNvSpPr/>
      </dsp:nvSpPr>
      <dsp:spPr>
        <a:xfrm>
          <a:off x="9299886" y="1081208"/>
          <a:ext cx="162932" cy="217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600"/>
              </a:lnTo>
              <a:lnTo>
                <a:pt x="162932" y="217600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D42B78-D215-4B0C-A82B-36581FAC8175}">
      <dsp:nvSpPr>
        <dsp:cNvPr id="0" name=""/>
        <dsp:cNvSpPr/>
      </dsp:nvSpPr>
      <dsp:spPr>
        <a:xfrm>
          <a:off x="8947914" y="745346"/>
          <a:ext cx="243350" cy="217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600"/>
              </a:lnTo>
              <a:lnTo>
                <a:pt x="243350" y="217600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C57937-06C3-45A7-91E1-4721EC437D4C}">
      <dsp:nvSpPr>
        <dsp:cNvPr id="0" name=""/>
        <dsp:cNvSpPr/>
      </dsp:nvSpPr>
      <dsp:spPr>
        <a:xfrm>
          <a:off x="6084675" y="240026"/>
          <a:ext cx="3512173" cy="993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669"/>
              </a:lnTo>
              <a:lnTo>
                <a:pt x="3512173" y="49669"/>
              </a:lnTo>
              <a:lnTo>
                <a:pt x="3512173" y="99339"/>
              </a:lnTo>
            </a:path>
          </a:pathLst>
        </a:custGeom>
        <a:noFill/>
        <a:ln w="55000" cap="flat" cmpd="thickThin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BE93B0-53B8-4736-9B2F-AC6E4B9F49F2}">
      <dsp:nvSpPr>
        <dsp:cNvPr id="0" name=""/>
        <dsp:cNvSpPr/>
      </dsp:nvSpPr>
      <dsp:spPr>
        <a:xfrm>
          <a:off x="7312023" y="763369"/>
          <a:ext cx="229052" cy="41230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23027"/>
              </a:lnTo>
              <a:lnTo>
                <a:pt x="229052" y="4123027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BE2804-F90B-44AF-8F5F-99C7D51194D7}">
      <dsp:nvSpPr>
        <dsp:cNvPr id="0" name=""/>
        <dsp:cNvSpPr/>
      </dsp:nvSpPr>
      <dsp:spPr>
        <a:xfrm>
          <a:off x="7312023" y="763369"/>
          <a:ext cx="229052" cy="36325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32518"/>
              </a:lnTo>
              <a:lnTo>
                <a:pt x="229052" y="3632518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F73659-C16F-4D81-A874-74F88BFB6D24}">
      <dsp:nvSpPr>
        <dsp:cNvPr id="0" name=""/>
        <dsp:cNvSpPr/>
      </dsp:nvSpPr>
      <dsp:spPr>
        <a:xfrm>
          <a:off x="7612937" y="2724222"/>
          <a:ext cx="107791" cy="12188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8885"/>
              </a:lnTo>
              <a:lnTo>
                <a:pt x="107791" y="1218885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6EA446-F6F0-4A08-AC84-392A1E1F6A6F}">
      <dsp:nvSpPr>
        <dsp:cNvPr id="0" name=""/>
        <dsp:cNvSpPr/>
      </dsp:nvSpPr>
      <dsp:spPr>
        <a:xfrm>
          <a:off x="7612937" y="2724222"/>
          <a:ext cx="107791" cy="7755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5541"/>
              </a:lnTo>
              <a:lnTo>
                <a:pt x="107791" y="775541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FC6B0C-555A-407F-932C-CCB0235204F9}">
      <dsp:nvSpPr>
        <dsp:cNvPr id="0" name=""/>
        <dsp:cNvSpPr/>
      </dsp:nvSpPr>
      <dsp:spPr>
        <a:xfrm>
          <a:off x="7612937" y="2724222"/>
          <a:ext cx="107791" cy="3038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3898"/>
              </a:lnTo>
              <a:lnTo>
                <a:pt x="107791" y="303898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BE7034-F2E7-4074-8B37-88A77706F1A4}">
      <dsp:nvSpPr>
        <dsp:cNvPr id="0" name=""/>
        <dsp:cNvSpPr/>
      </dsp:nvSpPr>
      <dsp:spPr>
        <a:xfrm>
          <a:off x="7312023" y="763369"/>
          <a:ext cx="229052" cy="17931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93107"/>
              </a:lnTo>
              <a:lnTo>
                <a:pt x="229052" y="1793107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6D1C7E-C072-4B30-BE71-0B453787EBC1}">
      <dsp:nvSpPr>
        <dsp:cNvPr id="0" name=""/>
        <dsp:cNvSpPr/>
      </dsp:nvSpPr>
      <dsp:spPr>
        <a:xfrm>
          <a:off x="7665493" y="1190223"/>
          <a:ext cx="186625" cy="9809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0906"/>
              </a:lnTo>
              <a:lnTo>
                <a:pt x="186625" y="980906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2298B7-1F93-4B3E-B11B-E112D4B23826}">
      <dsp:nvSpPr>
        <dsp:cNvPr id="0" name=""/>
        <dsp:cNvSpPr/>
      </dsp:nvSpPr>
      <dsp:spPr>
        <a:xfrm>
          <a:off x="7665493" y="1190223"/>
          <a:ext cx="186625" cy="6450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45045"/>
              </a:lnTo>
              <a:lnTo>
                <a:pt x="186625" y="645045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FCB2E2-D696-4221-9E1D-6AF137389B92}">
      <dsp:nvSpPr>
        <dsp:cNvPr id="0" name=""/>
        <dsp:cNvSpPr/>
      </dsp:nvSpPr>
      <dsp:spPr>
        <a:xfrm>
          <a:off x="7665493" y="1190223"/>
          <a:ext cx="186625" cy="2633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3392"/>
              </a:lnTo>
              <a:lnTo>
                <a:pt x="186625" y="263392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560FBE-EE1C-4011-87A4-BED0CE06D26C}">
      <dsp:nvSpPr>
        <dsp:cNvPr id="0" name=""/>
        <dsp:cNvSpPr/>
      </dsp:nvSpPr>
      <dsp:spPr>
        <a:xfrm>
          <a:off x="7312023" y="763369"/>
          <a:ext cx="229052" cy="2630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3096"/>
              </a:lnTo>
              <a:lnTo>
                <a:pt x="229052" y="263096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A6A143-5C38-46D3-9F81-E610921337B9}">
      <dsp:nvSpPr>
        <dsp:cNvPr id="0" name=""/>
        <dsp:cNvSpPr/>
      </dsp:nvSpPr>
      <dsp:spPr>
        <a:xfrm>
          <a:off x="6084675" y="240026"/>
          <a:ext cx="1838155" cy="993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669"/>
              </a:lnTo>
              <a:lnTo>
                <a:pt x="1838155" y="49669"/>
              </a:lnTo>
              <a:lnTo>
                <a:pt x="1838155" y="99339"/>
              </a:lnTo>
            </a:path>
          </a:pathLst>
        </a:custGeom>
        <a:noFill/>
        <a:ln w="55000" cap="flat" cmpd="thickThin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B11EF1-C4F8-430B-B7EE-32A22D7067F6}">
      <dsp:nvSpPr>
        <dsp:cNvPr id="0" name=""/>
        <dsp:cNvSpPr/>
      </dsp:nvSpPr>
      <dsp:spPr>
        <a:xfrm>
          <a:off x="6007319" y="4448298"/>
          <a:ext cx="91440" cy="88932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89323"/>
              </a:lnTo>
              <a:lnTo>
                <a:pt x="135059" y="889323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B79883-351C-42B6-B069-931B71D0EED2}">
      <dsp:nvSpPr>
        <dsp:cNvPr id="0" name=""/>
        <dsp:cNvSpPr/>
      </dsp:nvSpPr>
      <dsp:spPr>
        <a:xfrm>
          <a:off x="6007319" y="4448298"/>
          <a:ext cx="91440" cy="5534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53461"/>
              </a:lnTo>
              <a:lnTo>
                <a:pt x="135059" y="553461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356122-F0ED-495C-B978-B99B6EFAB72C}">
      <dsp:nvSpPr>
        <dsp:cNvPr id="0" name=""/>
        <dsp:cNvSpPr/>
      </dsp:nvSpPr>
      <dsp:spPr>
        <a:xfrm>
          <a:off x="6007319" y="4448298"/>
          <a:ext cx="91440" cy="217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7600"/>
              </a:lnTo>
              <a:lnTo>
                <a:pt x="135059" y="217600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A480B0-34B7-4DC0-B55E-8A012282D0FE}">
      <dsp:nvSpPr>
        <dsp:cNvPr id="0" name=""/>
        <dsp:cNvSpPr/>
      </dsp:nvSpPr>
      <dsp:spPr>
        <a:xfrm>
          <a:off x="6589075" y="753823"/>
          <a:ext cx="377208" cy="3576214"/>
        </a:xfrm>
        <a:custGeom>
          <a:avLst/>
          <a:gdLst/>
          <a:ahLst/>
          <a:cxnLst/>
          <a:rect l="0" t="0" r="0" b="0"/>
          <a:pathLst>
            <a:path>
              <a:moveTo>
                <a:pt x="377208" y="0"/>
              </a:moveTo>
              <a:lnTo>
                <a:pt x="377208" y="3576214"/>
              </a:lnTo>
              <a:lnTo>
                <a:pt x="0" y="3576214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8EB8B9-FB0C-4049-B50D-666994D0C220}">
      <dsp:nvSpPr>
        <dsp:cNvPr id="0" name=""/>
        <dsp:cNvSpPr/>
      </dsp:nvSpPr>
      <dsp:spPr>
        <a:xfrm>
          <a:off x="6048382" y="3104853"/>
          <a:ext cx="110941" cy="8893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9323"/>
              </a:lnTo>
              <a:lnTo>
                <a:pt x="110941" y="889323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80D8A5-08CC-42C2-9D66-E341B2285FD0}">
      <dsp:nvSpPr>
        <dsp:cNvPr id="0" name=""/>
        <dsp:cNvSpPr/>
      </dsp:nvSpPr>
      <dsp:spPr>
        <a:xfrm>
          <a:off x="6048382" y="3104853"/>
          <a:ext cx="110941" cy="5534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3461"/>
              </a:lnTo>
              <a:lnTo>
                <a:pt x="110941" y="553461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A4A566-FCF7-4DB3-8D66-087CB564B8A5}">
      <dsp:nvSpPr>
        <dsp:cNvPr id="0" name=""/>
        <dsp:cNvSpPr/>
      </dsp:nvSpPr>
      <dsp:spPr>
        <a:xfrm>
          <a:off x="6048382" y="3104853"/>
          <a:ext cx="110941" cy="217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600"/>
              </a:lnTo>
              <a:lnTo>
                <a:pt x="110941" y="217600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6991B3-05DF-4918-9DF7-9FFCBADCFAD3}">
      <dsp:nvSpPr>
        <dsp:cNvPr id="0" name=""/>
        <dsp:cNvSpPr/>
      </dsp:nvSpPr>
      <dsp:spPr>
        <a:xfrm>
          <a:off x="6714030" y="753823"/>
          <a:ext cx="252254" cy="2232768"/>
        </a:xfrm>
        <a:custGeom>
          <a:avLst/>
          <a:gdLst/>
          <a:ahLst/>
          <a:cxnLst/>
          <a:rect l="0" t="0" r="0" b="0"/>
          <a:pathLst>
            <a:path>
              <a:moveTo>
                <a:pt x="252254" y="0"/>
              </a:moveTo>
              <a:lnTo>
                <a:pt x="252254" y="2232768"/>
              </a:lnTo>
              <a:lnTo>
                <a:pt x="0" y="2232768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0375E8-1FE5-43B3-B33B-D04FA01E43B2}">
      <dsp:nvSpPr>
        <dsp:cNvPr id="0" name=""/>
        <dsp:cNvSpPr/>
      </dsp:nvSpPr>
      <dsp:spPr>
        <a:xfrm>
          <a:off x="6048382" y="2097269"/>
          <a:ext cx="144305" cy="541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1273"/>
              </a:lnTo>
              <a:lnTo>
                <a:pt x="144305" y="541273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ECA753-F6E4-449A-B5FA-9DC102D07667}">
      <dsp:nvSpPr>
        <dsp:cNvPr id="0" name=""/>
        <dsp:cNvSpPr/>
      </dsp:nvSpPr>
      <dsp:spPr>
        <a:xfrm>
          <a:off x="6048382" y="2097269"/>
          <a:ext cx="110941" cy="217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600"/>
              </a:lnTo>
              <a:lnTo>
                <a:pt x="110941" y="217600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F40266-0990-4B65-8097-E303456D0551}">
      <dsp:nvSpPr>
        <dsp:cNvPr id="0" name=""/>
        <dsp:cNvSpPr/>
      </dsp:nvSpPr>
      <dsp:spPr>
        <a:xfrm>
          <a:off x="6714030" y="753823"/>
          <a:ext cx="252254" cy="1225184"/>
        </a:xfrm>
        <a:custGeom>
          <a:avLst/>
          <a:gdLst/>
          <a:ahLst/>
          <a:cxnLst/>
          <a:rect l="0" t="0" r="0" b="0"/>
          <a:pathLst>
            <a:path>
              <a:moveTo>
                <a:pt x="252254" y="0"/>
              </a:moveTo>
              <a:lnTo>
                <a:pt x="252254" y="1225184"/>
              </a:lnTo>
              <a:lnTo>
                <a:pt x="0" y="1225184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21A202-F08F-45A2-A927-335795C8689E}">
      <dsp:nvSpPr>
        <dsp:cNvPr id="0" name=""/>
        <dsp:cNvSpPr/>
      </dsp:nvSpPr>
      <dsp:spPr>
        <a:xfrm>
          <a:off x="5968981" y="1089685"/>
          <a:ext cx="110941" cy="5534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3461"/>
              </a:lnTo>
              <a:lnTo>
                <a:pt x="110941" y="553461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0D28D9-690C-4724-8B74-3168F517331D}">
      <dsp:nvSpPr>
        <dsp:cNvPr id="0" name=""/>
        <dsp:cNvSpPr/>
      </dsp:nvSpPr>
      <dsp:spPr>
        <a:xfrm>
          <a:off x="5968981" y="1089685"/>
          <a:ext cx="110941" cy="217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600"/>
              </a:lnTo>
              <a:lnTo>
                <a:pt x="110941" y="217600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FFE91A-6AC7-490C-B29C-0AFED6BB34C5}">
      <dsp:nvSpPr>
        <dsp:cNvPr id="0" name=""/>
        <dsp:cNvSpPr/>
      </dsp:nvSpPr>
      <dsp:spPr>
        <a:xfrm>
          <a:off x="6634630" y="753823"/>
          <a:ext cx="331654" cy="217600"/>
        </a:xfrm>
        <a:custGeom>
          <a:avLst/>
          <a:gdLst/>
          <a:ahLst/>
          <a:cxnLst/>
          <a:rect l="0" t="0" r="0" b="0"/>
          <a:pathLst>
            <a:path>
              <a:moveTo>
                <a:pt x="331654" y="0"/>
              </a:moveTo>
              <a:lnTo>
                <a:pt x="331654" y="217600"/>
              </a:lnTo>
              <a:lnTo>
                <a:pt x="0" y="217600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DE5DD8-4B6A-4426-AE82-7A9B9F2A51EC}">
      <dsp:nvSpPr>
        <dsp:cNvPr id="0" name=""/>
        <dsp:cNvSpPr/>
      </dsp:nvSpPr>
      <dsp:spPr>
        <a:xfrm>
          <a:off x="6084675" y="240026"/>
          <a:ext cx="506819" cy="993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669"/>
              </a:lnTo>
              <a:lnTo>
                <a:pt x="506819" y="49669"/>
              </a:lnTo>
              <a:lnTo>
                <a:pt x="506819" y="99339"/>
              </a:lnTo>
            </a:path>
          </a:pathLst>
        </a:custGeom>
        <a:noFill/>
        <a:ln w="55000" cap="flat" cmpd="thickThin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3181FB-DA05-438D-B413-F99BF10DB2AC}">
      <dsp:nvSpPr>
        <dsp:cNvPr id="0" name=""/>
        <dsp:cNvSpPr/>
      </dsp:nvSpPr>
      <dsp:spPr>
        <a:xfrm>
          <a:off x="5057544" y="7053807"/>
          <a:ext cx="91440" cy="88932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89323"/>
              </a:lnTo>
              <a:lnTo>
                <a:pt x="116676" y="889323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0B90AE-265C-44CA-9867-7FF0D6EFF680}">
      <dsp:nvSpPr>
        <dsp:cNvPr id="0" name=""/>
        <dsp:cNvSpPr/>
      </dsp:nvSpPr>
      <dsp:spPr>
        <a:xfrm>
          <a:off x="5057544" y="7053807"/>
          <a:ext cx="91440" cy="5534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53461"/>
              </a:lnTo>
              <a:lnTo>
                <a:pt x="116676" y="553461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1EFDCD-2EA1-42C3-90AB-29515FBE5A88}">
      <dsp:nvSpPr>
        <dsp:cNvPr id="0" name=""/>
        <dsp:cNvSpPr/>
      </dsp:nvSpPr>
      <dsp:spPr>
        <a:xfrm>
          <a:off x="5057544" y="7053807"/>
          <a:ext cx="91440" cy="217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7600"/>
              </a:lnTo>
              <a:lnTo>
                <a:pt x="116676" y="217600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2E3103-4F35-4D49-AC49-2B8FF5BDB4D1}">
      <dsp:nvSpPr>
        <dsp:cNvPr id="0" name=""/>
        <dsp:cNvSpPr/>
      </dsp:nvSpPr>
      <dsp:spPr>
        <a:xfrm>
          <a:off x="5529003" y="672441"/>
          <a:ext cx="344103" cy="6263105"/>
        </a:xfrm>
        <a:custGeom>
          <a:avLst/>
          <a:gdLst/>
          <a:ahLst/>
          <a:cxnLst/>
          <a:rect l="0" t="0" r="0" b="0"/>
          <a:pathLst>
            <a:path>
              <a:moveTo>
                <a:pt x="344103" y="0"/>
              </a:moveTo>
              <a:lnTo>
                <a:pt x="344103" y="6263105"/>
              </a:lnTo>
              <a:lnTo>
                <a:pt x="0" y="6263105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5C6722-B564-42D1-AAA4-2AB6BBAE6198}">
      <dsp:nvSpPr>
        <dsp:cNvPr id="0" name=""/>
        <dsp:cNvSpPr/>
      </dsp:nvSpPr>
      <dsp:spPr>
        <a:xfrm>
          <a:off x="4681390" y="5710361"/>
          <a:ext cx="122063" cy="8893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9323"/>
              </a:lnTo>
              <a:lnTo>
                <a:pt x="122063" y="889323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2430AA-1921-48DF-8811-7DE7208F57DB}">
      <dsp:nvSpPr>
        <dsp:cNvPr id="0" name=""/>
        <dsp:cNvSpPr/>
      </dsp:nvSpPr>
      <dsp:spPr>
        <a:xfrm>
          <a:off x="4681390" y="5710361"/>
          <a:ext cx="122063" cy="5534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3461"/>
              </a:lnTo>
              <a:lnTo>
                <a:pt x="122063" y="553461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451074-A34A-4251-BBDE-65189CCDDF7A}">
      <dsp:nvSpPr>
        <dsp:cNvPr id="0" name=""/>
        <dsp:cNvSpPr/>
      </dsp:nvSpPr>
      <dsp:spPr>
        <a:xfrm>
          <a:off x="4681390" y="5710361"/>
          <a:ext cx="122063" cy="217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600"/>
              </a:lnTo>
              <a:lnTo>
                <a:pt x="122063" y="217600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3897D5-FB91-4FA8-89E1-2CA8CBB09544}">
      <dsp:nvSpPr>
        <dsp:cNvPr id="0" name=""/>
        <dsp:cNvSpPr/>
      </dsp:nvSpPr>
      <dsp:spPr>
        <a:xfrm>
          <a:off x="5413769" y="672441"/>
          <a:ext cx="459338" cy="4919659"/>
        </a:xfrm>
        <a:custGeom>
          <a:avLst/>
          <a:gdLst/>
          <a:ahLst/>
          <a:cxnLst/>
          <a:rect l="0" t="0" r="0" b="0"/>
          <a:pathLst>
            <a:path>
              <a:moveTo>
                <a:pt x="459338" y="0"/>
              </a:moveTo>
              <a:lnTo>
                <a:pt x="459338" y="4919659"/>
              </a:lnTo>
              <a:lnTo>
                <a:pt x="0" y="4919659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069DE3-8F7C-421B-BE74-B2C17A9F3CC7}">
      <dsp:nvSpPr>
        <dsp:cNvPr id="0" name=""/>
        <dsp:cNvSpPr/>
      </dsp:nvSpPr>
      <dsp:spPr>
        <a:xfrm>
          <a:off x="4881596" y="4702777"/>
          <a:ext cx="91440" cy="5534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53461"/>
              </a:lnTo>
              <a:lnTo>
                <a:pt x="134505" y="553461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3B905B-BA6D-4462-800A-05E95ACFF38E}">
      <dsp:nvSpPr>
        <dsp:cNvPr id="0" name=""/>
        <dsp:cNvSpPr/>
      </dsp:nvSpPr>
      <dsp:spPr>
        <a:xfrm>
          <a:off x="4881596" y="4702777"/>
          <a:ext cx="91440" cy="217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7600"/>
              </a:lnTo>
              <a:lnTo>
                <a:pt x="134505" y="217600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E9C8CC-D58B-4E6A-9FB9-32D76D78A03D}">
      <dsp:nvSpPr>
        <dsp:cNvPr id="0" name=""/>
        <dsp:cNvSpPr/>
      </dsp:nvSpPr>
      <dsp:spPr>
        <a:xfrm>
          <a:off x="4757006" y="2351748"/>
          <a:ext cx="111118" cy="22327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2768"/>
              </a:lnTo>
              <a:lnTo>
                <a:pt x="111118" y="2232768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5B8FD0-01AD-4365-A804-018ADB602C72}">
      <dsp:nvSpPr>
        <dsp:cNvPr id="0" name=""/>
        <dsp:cNvSpPr/>
      </dsp:nvSpPr>
      <dsp:spPr>
        <a:xfrm>
          <a:off x="4941718" y="3695193"/>
          <a:ext cx="110388" cy="5534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3461"/>
              </a:lnTo>
              <a:lnTo>
                <a:pt x="110388" y="553461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EBBCCD-91D9-4351-B1D7-CB6EA3DCD8E4}">
      <dsp:nvSpPr>
        <dsp:cNvPr id="0" name=""/>
        <dsp:cNvSpPr/>
      </dsp:nvSpPr>
      <dsp:spPr>
        <a:xfrm>
          <a:off x="4941718" y="3695193"/>
          <a:ext cx="110388" cy="217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600"/>
              </a:lnTo>
              <a:lnTo>
                <a:pt x="110388" y="217600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33C9C0-EA96-4CE8-92D7-A690D445C4B9}">
      <dsp:nvSpPr>
        <dsp:cNvPr id="0" name=""/>
        <dsp:cNvSpPr/>
      </dsp:nvSpPr>
      <dsp:spPr>
        <a:xfrm>
          <a:off x="4757006" y="2351748"/>
          <a:ext cx="111118" cy="12251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25184"/>
              </a:lnTo>
              <a:lnTo>
                <a:pt x="111118" y="1225184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0074D2-939B-4721-85F1-D9905EB26404}">
      <dsp:nvSpPr>
        <dsp:cNvPr id="0" name=""/>
        <dsp:cNvSpPr/>
      </dsp:nvSpPr>
      <dsp:spPr>
        <a:xfrm>
          <a:off x="4932954" y="2687609"/>
          <a:ext cx="97243" cy="5534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3461"/>
              </a:lnTo>
              <a:lnTo>
                <a:pt x="97243" y="553461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9F6F66-25AA-4B15-95D3-6E0C21383043}">
      <dsp:nvSpPr>
        <dsp:cNvPr id="0" name=""/>
        <dsp:cNvSpPr/>
      </dsp:nvSpPr>
      <dsp:spPr>
        <a:xfrm>
          <a:off x="4932954" y="2687609"/>
          <a:ext cx="97243" cy="217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600"/>
              </a:lnTo>
              <a:lnTo>
                <a:pt x="97243" y="217600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CD9DAD-28F4-46E9-8C85-CEC93625F41C}">
      <dsp:nvSpPr>
        <dsp:cNvPr id="0" name=""/>
        <dsp:cNvSpPr/>
      </dsp:nvSpPr>
      <dsp:spPr>
        <a:xfrm>
          <a:off x="4757006" y="2351748"/>
          <a:ext cx="111118" cy="217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600"/>
              </a:lnTo>
              <a:lnTo>
                <a:pt x="111118" y="217600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330895-384B-4C45-94AB-9A30641F2649}">
      <dsp:nvSpPr>
        <dsp:cNvPr id="0" name=""/>
        <dsp:cNvSpPr/>
      </dsp:nvSpPr>
      <dsp:spPr>
        <a:xfrm>
          <a:off x="5423719" y="672441"/>
          <a:ext cx="449388" cy="1561045"/>
        </a:xfrm>
        <a:custGeom>
          <a:avLst/>
          <a:gdLst/>
          <a:ahLst/>
          <a:cxnLst/>
          <a:rect l="0" t="0" r="0" b="0"/>
          <a:pathLst>
            <a:path>
              <a:moveTo>
                <a:pt x="449388" y="0"/>
              </a:moveTo>
              <a:lnTo>
                <a:pt x="449388" y="1561045"/>
              </a:lnTo>
              <a:lnTo>
                <a:pt x="0" y="1561045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F8A3DE-AF4E-480E-8F18-9EDFF57A291E}">
      <dsp:nvSpPr>
        <dsp:cNvPr id="0" name=""/>
        <dsp:cNvSpPr/>
      </dsp:nvSpPr>
      <dsp:spPr>
        <a:xfrm>
          <a:off x="4942249" y="1008302"/>
          <a:ext cx="97243" cy="8893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9323"/>
              </a:lnTo>
              <a:lnTo>
                <a:pt x="97243" y="889323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391893-7873-43F8-ABDD-7559E598CB0E}">
      <dsp:nvSpPr>
        <dsp:cNvPr id="0" name=""/>
        <dsp:cNvSpPr/>
      </dsp:nvSpPr>
      <dsp:spPr>
        <a:xfrm>
          <a:off x="4942249" y="1008302"/>
          <a:ext cx="97243" cy="5534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3461"/>
              </a:lnTo>
              <a:lnTo>
                <a:pt x="97243" y="553461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34FCB8-9293-4399-8AC4-4522969E62DD}">
      <dsp:nvSpPr>
        <dsp:cNvPr id="0" name=""/>
        <dsp:cNvSpPr/>
      </dsp:nvSpPr>
      <dsp:spPr>
        <a:xfrm>
          <a:off x="4942249" y="1008302"/>
          <a:ext cx="97243" cy="217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600"/>
              </a:lnTo>
              <a:lnTo>
                <a:pt x="97243" y="217600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B32119-C1C2-4825-AD3E-B6D462DAA959}">
      <dsp:nvSpPr>
        <dsp:cNvPr id="0" name=""/>
        <dsp:cNvSpPr/>
      </dsp:nvSpPr>
      <dsp:spPr>
        <a:xfrm>
          <a:off x="5525709" y="672441"/>
          <a:ext cx="347398" cy="217600"/>
        </a:xfrm>
        <a:custGeom>
          <a:avLst/>
          <a:gdLst/>
          <a:ahLst/>
          <a:cxnLst/>
          <a:rect l="0" t="0" r="0" b="0"/>
          <a:pathLst>
            <a:path>
              <a:moveTo>
                <a:pt x="347398" y="0"/>
              </a:moveTo>
              <a:lnTo>
                <a:pt x="347398" y="217600"/>
              </a:lnTo>
              <a:lnTo>
                <a:pt x="0" y="217600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63CE34-471F-4397-9D4C-2D10997B3190}">
      <dsp:nvSpPr>
        <dsp:cNvPr id="0" name=""/>
        <dsp:cNvSpPr/>
      </dsp:nvSpPr>
      <dsp:spPr>
        <a:xfrm>
          <a:off x="5270860" y="240026"/>
          <a:ext cx="813815" cy="99339"/>
        </a:xfrm>
        <a:custGeom>
          <a:avLst/>
          <a:gdLst/>
          <a:ahLst/>
          <a:cxnLst/>
          <a:rect l="0" t="0" r="0" b="0"/>
          <a:pathLst>
            <a:path>
              <a:moveTo>
                <a:pt x="813815" y="0"/>
              </a:moveTo>
              <a:lnTo>
                <a:pt x="813815" y="49669"/>
              </a:lnTo>
              <a:lnTo>
                <a:pt x="0" y="49669"/>
              </a:lnTo>
              <a:lnTo>
                <a:pt x="0" y="99339"/>
              </a:lnTo>
            </a:path>
          </a:pathLst>
        </a:custGeom>
        <a:noFill/>
        <a:ln w="55000" cap="flat" cmpd="thickThin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6B5FA7-C0B5-4E40-B4E0-E96A4CA4115D}">
      <dsp:nvSpPr>
        <dsp:cNvPr id="0" name=""/>
        <dsp:cNvSpPr/>
      </dsp:nvSpPr>
      <dsp:spPr>
        <a:xfrm>
          <a:off x="3716758" y="2591056"/>
          <a:ext cx="110697" cy="8893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9323"/>
              </a:lnTo>
              <a:lnTo>
                <a:pt x="110697" y="889323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80ECFD-9A89-46E0-826F-9DFE4A246BB3}">
      <dsp:nvSpPr>
        <dsp:cNvPr id="0" name=""/>
        <dsp:cNvSpPr/>
      </dsp:nvSpPr>
      <dsp:spPr>
        <a:xfrm>
          <a:off x="3716758" y="2591056"/>
          <a:ext cx="110697" cy="5534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3461"/>
              </a:lnTo>
              <a:lnTo>
                <a:pt x="110697" y="553461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EE3C38-32BF-49E5-A55D-7578DB373D92}">
      <dsp:nvSpPr>
        <dsp:cNvPr id="0" name=""/>
        <dsp:cNvSpPr/>
      </dsp:nvSpPr>
      <dsp:spPr>
        <a:xfrm>
          <a:off x="3716758" y="2591056"/>
          <a:ext cx="110697" cy="217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600"/>
              </a:lnTo>
              <a:lnTo>
                <a:pt x="110697" y="217600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C7EB70-5474-48EA-89D4-862C2E1A1C41}">
      <dsp:nvSpPr>
        <dsp:cNvPr id="0" name=""/>
        <dsp:cNvSpPr/>
      </dsp:nvSpPr>
      <dsp:spPr>
        <a:xfrm>
          <a:off x="3487810" y="575888"/>
          <a:ext cx="155150" cy="18969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96907"/>
              </a:lnTo>
              <a:lnTo>
                <a:pt x="155150" y="1896907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C823DB-878D-4DAD-AAF3-0AC1FBD9DCF5}">
      <dsp:nvSpPr>
        <dsp:cNvPr id="0" name=""/>
        <dsp:cNvSpPr/>
      </dsp:nvSpPr>
      <dsp:spPr>
        <a:xfrm>
          <a:off x="3716758" y="911749"/>
          <a:ext cx="110697" cy="12251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25184"/>
              </a:lnTo>
              <a:lnTo>
                <a:pt x="110697" y="1225184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3CFB81-8A4B-4D2F-AA6F-D798C6ADE28E}">
      <dsp:nvSpPr>
        <dsp:cNvPr id="0" name=""/>
        <dsp:cNvSpPr/>
      </dsp:nvSpPr>
      <dsp:spPr>
        <a:xfrm>
          <a:off x="3716758" y="911749"/>
          <a:ext cx="110697" cy="8893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9323"/>
              </a:lnTo>
              <a:lnTo>
                <a:pt x="110697" y="889323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553774-2470-4C18-B413-686C9716DCE8}">
      <dsp:nvSpPr>
        <dsp:cNvPr id="0" name=""/>
        <dsp:cNvSpPr/>
      </dsp:nvSpPr>
      <dsp:spPr>
        <a:xfrm>
          <a:off x="3716758" y="911749"/>
          <a:ext cx="110697" cy="5534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3461"/>
              </a:lnTo>
              <a:lnTo>
                <a:pt x="110697" y="553461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B5E445-FC39-4C77-AC71-D00C1338179F}">
      <dsp:nvSpPr>
        <dsp:cNvPr id="0" name=""/>
        <dsp:cNvSpPr/>
      </dsp:nvSpPr>
      <dsp:spPr>
        <a:xfrm>
          <a:off x="3716758" y="911749"/>
          <a:ext cx="110697" cy="217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600"/>
              </a:lnTo>
              <a:lnTo>
                <a:pt x="110697" y="217600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A9652C-B6F2-4433-97CA-B10EAB8A7F19}">
      <dsp:nvSpPr>
        <dsp:cNvPr id="0" name=""/>
        <dsp:cNvSpPr/>
      </dsp:nvSpPr>
      <dsp:spPr>
        <a:xfrm>
          <a:off x="3487810" y="575888"/>
          <a:ext cx="155150" cy="217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600"/>
              </a:lnTo>
              <a:lnTo>
                <a:pt x="155150" y="217600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90A932-6467-4E0D-A5EF-7E39E3D4F87E}">
      <dsp:nvSpPr>
        <dsp:cNvPr id="0" name=""/>
        <dsp:cNvSpPr/>
      </dsp:nvSpPr>
      <dsp:spPr>
        <a:xfrm>
          <a:off x="3901543" y="240026"/>
          <a:ext cx="2183132" cy="99339"/>
        </a:xfrm>
        <a:custGeom>
          <a:avLst/>
          <a:gdLst/>
          <a:ahLst/>
          <a:cxnLst/>
          <a:rect l="0" t="0" r="0" b="0"/>
          <a:pathLst>
            <a:path>
              <a:moveTo>
                <a:pt x="2183132" y="0"/>
              </a:moveTo>
              <a:lnTo>
                <a:pt x="2183132" y="49669"/>
              </a:lnTo>
              <a:lnTo>
                <a:pt x="0" y="49669"/>
              </a:lnTo>
              <a:lnTo>
                <a:pt x="0" y="99339"/>
              </a:lnTo>
            </a:path>
          </a:pathLst>
        </a:custGeom>
        <a:noFill/>
        <a:ln w="55000" cap="flat" cmpd="thickThin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81CD1C-E1C2-492C-929A-7B8F90A22893}">
      <dsp:nvSpPr>
        <dsp:cNvPr id="0" name=""/>
        <dsp:cNvSpPr/>
      </dsp:nvSpPr>
      <dsp:spPr>
        <a:xfrm>
          <a:off x="2036410" y="2591056"/>
          <a:ext cx="106625" cy="8893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9323"/>
              </a:lnTo>
              <a:lnTo>
                <a:pt x="106625" y="889323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90CCA9-DDE8-487C-8747-FC7957C75082}">
      <dsp:nvSpPr>
        <dsp:cNvPr id="0" name=""/>
        <dsp:cNvSpPr/>
      </dsp:nvSpPr>
      <dsp:spPr>
        <a:xfrm>
          <a:off x="2036410" y="2591056"/>
          <a:ext cx="106625" cy="5534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3461"/>
              </a:lnTo>
              <a:lnTo>
                <a:pt x="106625" y="553461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6023E0-D17F-4263-B7F2-06BA3D441BC7}">
      <dsp:nvSpPr>
        <dsp:cNvPr id="0" name=""/>
        <dsp:cNvSpPr/>
      </dsp:nvSpPr>
      <dsp:spPr>
        <a:xfrm>
          <a:off x="2036410" y="2591056"/>
          <a:ext cx="106625" cy="217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600"/>
              </a:lnTo>
              <a:lnTo>
                <a:pt x="106625" y="217600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9C1F75-0C19-4BE9-B415-A823E96E7329}">
      <dsp:nvSpPr>
        <dsp:cNvPr id="0" name=""/>
        <dsp:cNvSpPr/>
      </dsp:nvSpPr>
      <dsp:spPr>
        <a:xfrm>
          <a:off x="2676160" y="575888"/>
          <a:ext cx="456506" cy="1896907"/>
        </a:xfrm>
        <a:custGeom>
          <a:avLst/>
          <a:gdLst/>
          <a:ahLst/>
          <a:cxnLst/>
          <a:rect l="0" t="0" r="0" b="0"/>
          <a:pathLst>
            <a:path>
              <a:moveTo>
                <a:pt x="456506" y="0"/>
              </a:moveTo>
              <a:lnTo>
                <a:pt x="456506" y="1896907"/>
              </a:lnTo>
              <a:lnTo>
                <a:pt x="0" y="1896907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D9A4DD-77E7-4FB7-829E-10204C26AC5B}">
      <dsp:nvSpPr>
        <dsp:cNvPr id="0" name=""/>
        <dsp:cNvSpPr/>
      </dsp:nvSpPr>
      <dsp:spPr>
        <a:xfrm>
          <a:off x="1996154" y="911749"/>
          <a:ext cx="99297" cy="12251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25184"/>
              </a:lnTo>
              <a:lnTo>
                <a:pt x="99297" y="1225184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1BAB87-C53D-4EDB-9C78-16060D39D43F}">
      <dsp:nvSpPr>
        <dsp:cNvPr id="0" name=""/>
        <dsp:cNvSpPr/>
      </dsp:nvSpPr>
      <dsp:spPr>
        <a:xfrm>
          <a:off x="1996154" y="911749"/>
          <a:ext cx="99297" cy="8893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9323"/>
              </a:lnTo>
              <a:lnTo>
                <a:pt x="99297" y="889323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28E639-8147-44EE-8B7D-D91FD2DAC690}">
      <dsp:nvSpPr>
        <dsp:cNvPr id="0" name=""/>
        <dsp:cNvSpPr/>
      </dsp:nvSpPr>
      <dsp:spPr>
        <a:xfrm>
          <a:off x="1996154" y="911749"/>
          <a:ext cx="99297" cy="5534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3461"/>
              </a:lnTo>
              <a:lnTo>
                <a:pt x="99297" y="553461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1C80EE-2923-4BA8-8244-742864EBF38F}">
      <dsp:nvSpPr>
        <dsp:cNvPr id="0" name=""/>
        <dsp:cNvSpPr/>
      </dsp:nvSpPr>
      <dsp:spPr>
        <a:xfrm>
          <a:off x="1996154" y="911749"/>
          <a:ext cx="99297" cy="217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600"/>
              </a:lnTo>
              <a:lnTo>
                <a:pt x="99297" y="217600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23E6A1-AF1B-4665-A8B7-035615B80FF5}">
      <dsp:nvSpPr>
        <dsp:cNvPr id="0" name=""/>
        <dsp:cNvSpPr/>
      </dsp:nvSpPr>
      <dsp:spPr>
        <a:xfrm>
          <a:off x="2591938" y="575888"/>
          <a:ext cx="540728" cy="217600"/>
        </a:xfrm>
        <a:custGeom>
          <a:avLst/>
          <a:gdLst/>
          <a:ahLst/>
          <a:cxnLst/>
          <a:rect l="0" t="0" r="0" b="0"/>
          <a:pathLst>
            <a:path>
              <a:moveTo>
                <a:pt x="540728" y="0"/>
              </a:moveTo>
              <a:lnTo>
                <a:pt x="540728" y="217600"/>
              </a:lnTo>
              <a:lnTo>
                <a:pt x="0" y="217600"/>
              </a:lnTo>
            </a:path>
          </a:pathLst>
        </a:custGeom>
        <a:noFill/>
        <a:ln w="55000" cap="flat" cmpd="thickThin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7A8CB4-90B3-4891-A6D5-D9CCCC3118EB}">
      <dsp:nvSpPr>
        <dsp:cNvPr id="0" name=""/>
        <dsp:cNvSpPr/>
      </dsp:nvSpPr>
      <dsp:spPr>
        <a:xfrm>
          <a:off x="2523185" y="240026"/>
          <a:ext cx="3561490" cy="99339"/>
        </a:xfrm>
        <a:custGeom>
          <a:avLst/>
          <a:gdLst/>
          <a:ahLst/>
          <a:cxnLst/>
          <a:rect l="0" t="0" r="0" b="0"/>
          <a:pathLst>
            <a:path>
              <a:moveTo>
                <a:pt x="3561490" y="0"/>
              </a:moveTo>
              <a:lnTo>
                <a:pt x="3561490" y="49669"/>
              </a:lnTo>
              <a:lnTo>
                <a:pt x="0" y="49669"/>
              </a:lnTo>
              <a:lnTo>
                <a:pt x="0" y="99339"/>
              </a:lnTo>
            </a:path>
          </a:pathLst>
        </a:custGeom>
        <a:noFill/>
        <a:ln w="55000" cap="flat" cmpd="thickThin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5E8F02-510D-4EE7-90B4-8BEF81F8BC05}">
      <dsp:nvSpPr>
        <dsp:cNvPr id="0" name=""/>
        <dsp:cNvSpPr/>
      </dsp:nvSpPr>
      <dsp:spPr>
        <a:xfrm>
          <a:off x="5277042" y="3504"/>
          <a:ext cx="1615266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R="0" lvl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800" b="0" i="0" u="none" strike="noStrike" kern="1200" baseline="0" dirty="0" err="1" smtClean="0">
              <a:latin typeface="Calibri"/>
            </a:rPr>
            <a:t>Doctor's</a:t>
          </a:r>
          <a:r>
            <a:rPr lang="fr-FR" sz="800" b="0" i="0" u="none" strike="noStrike" kern="1200" baseline="0" dirty="0" smtClean="0">
              <a:latin typeface="Calibri"/>
            </a:rPr>
            <a:t> Office</a:t>
          </a:r>
          <a:endParaRPr lang="en-US" sz="800" kern="1200" dirty="0" smtClean="0"/>
        </a:p>
      </dsp:txBody>
      <dsp:txXfrm>
        <a:off x="5277042" y="3504"/>
        <a:ext cx="1615266" cy="236522"/>
      </dsp:txXfrm>
    </dsp:sp>
    <dsp:sp modelId="{59E83297-5D78-401B-A3B9-3F6975A5943B}">
      <dsp:nvSpPr>
        <dsp:cNvPr id="0" name=""/>
        <dsp:cNvSpPr/>
      </dsp:nvSpPr>
      <dsp:spPr>
        <a:xfrm>
          <a:off x="1761333" y="339365"/>
          <a:ext cx="1523703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Manage Patients</a:t>
          </a:r>
        </a:p>
      </dsp:txBody>
      <dsp:txXfrm>
        <a:off x="1761333" y="339365"/>
        <a:ext cx="1523703" cy="236522"/>
      </dsp:txXfrm>
    </dsp:sp>
    <dsp:sp modelId="{D98B9849-A752-4FB1-AF91-E06878B3D053}">
      <dsp:nvSpPr>
        <dsp:cNvPr id="0" name=""/>
        <dsp:cNvSpPr/>
      </dsp:nvSpPr>
      <dsp:spPr>
        <a:xfrm>
          <a:off x="1929956" y="675227"/>
          <a:ext cx="661982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Exploit Patients</a:t>
          </a:r>
        </a:p>
      </dsp:txBody>
      <dsp:txXfrm>
        <a:off x="1929956" y="675227"/>
        <a:ext cx="661982" cy="236522"/>
      </dsp:txXfrm>
    </dsp:sp>
    <dsp:sp modelId="{1DA2EBE9-F429-4A6A-8748-CBE4A842238A}">
      <dsp:nvSpPr>
        <dsp:cNvPr id="0" name=""/>
        <dsp:cNvSpPr/>
      </dsp:nvSpPr>
      <dsp:spPr>
        <a:xfrm>
          <a:off x="2095451" y="1011088"/>
          <a:ext cx="760380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smtClean="0"/>
            <a:t>Add Patient</a:t>
          </a:r>
        </a:p>
      </dsp:txBody>
      <dsp:txXfrm>
        <a:off x="2095451" y="1011088"/>
        <a:ext cx="760380" cy="236522"/>
      </dsp:txXfrm>
    </dsp:sp>
    <dsp:sp modelId="{F6C74D5E-33C8-4E50-87FA-8FDC948F2690}">
      <dsp:nvSpPr>
        <dsp:cNvPr id="0" name=""/>
        <dsp:cNvSpPr/>
      </dsp:nvSpPr>
      <dsp:spPr>
        <a:xfrm>
          <a:off x="2095451" y="1346950"/>
          <a:ext cx="712101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Remove Patient</a:t>
          </a:r>
        </a:p>
      </dsp:txBody>
      <dsp:txXfrm>
        <a:off x="2095451" y="1346950"/>
        <a:ext cx="712101" cy="236522"/>
      </dsp:txXfrm>
    </dsp:sp>
    <dsp:sp modelId="{B60B02F9-13F2-4DA7-820A-059E540E202C}">
      <dsp:nvSpPr>
        <dsp:cNvPr id="0" name=""/>
        <dsp:cNvSpPr/>
      </dsp:nvSpPr>
      <dsp:spPr>
        <a:xfrm>
          <a:off x="2095451" y="1682811"/>
          <a:ext cx="808659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Modify Patient</a:t>
          </a:r>
        </a:p>
      </dsp:txBody>
      <dsp:txXfrm>
        <a:off x="2095451" y="1682811"/>
        <a:ext cx="808659" cy="236522"/>
      </dsp:txXfrm>
    </dsp:sp>
    <dsp:sp modelId="{1442BBFC-1969-4C4B-94F6-8A8AB14B8444}">
      <dsp:nvSpPr>
        <dsp:cNvPr id="0" name=""/>
        <dsp:cNvSpPr/>
      </dsp:nvSpPr>
      <dsp:spPr>
        <a:xfrm>
          <a:off x="2095451" y="2018672"/>
          <a:ext cx="759567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Sort Patient</a:t>
          </a:r>
        </a:p>
      </dsp:txBody>
      <dsp:txXfrm>
        <a:off x="2095451" y="2018672"/>
        <a:ext cx="759567" cy="236522"/>
      </dsp:txXfrm>
    </dsp:sp>
    <dsp:sp modelId="{E52A84AB-A1BC-4616-BF6D-AA20BCF518DF}">
      <dsp:nvSpPr>
        <dsp:cNvPr id="0" name=""/>
        <dsp:cNvSpPr/>
      </dsp:nvSpPr>
      <dsp:spPr>
        <a:xfrm>
          <a:off x="1965326" y="2354534"/>
          <a:ext cx="710834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Explore Patients</a:t>
          </a:r>
        </a:p>
      </dsp:txBody>
      <dsp:txXfrm>
        <a:off x="1965326" y="2354534"/>
        <a:ext cx="710834" cy="236522"/>
      </dsp:txXfrm>
    </dsp:sp>
    <dsp:sp modelId="{2015E55C-E167-44EA-8807-B5457211AF59}">
      <dsp:nvSpPr>
        <dsp:cNvPr id="0" name=""/>
        <dsp:cNvSpPr/>
      </dsp:nvSpPr>
      <dsp:spPr>
        <a:xfrm>
          <a:off x="2143035" y="2690395"/>
          <a:ext cx="713492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View patient</a:t>
          </a:r>
        </a:p>
      </dsp:txBody>
      <dsp:txXfrm>
        <a:off x="2143035" y="2690395"/>
        <a:ext cx="713492" cy="236522"/>
      </dsp:txXfrm>
    </dsp:sp>
    <dsp:sp modelId="{B4BBCFC8-2CCD-4089-9621-14B4733B353B}">
      <dsp:nvSpPr>
        <dsp:cNvPr id="0" name=""/>
        <dsp:cNvSpPr/>
      </dsp:nvSpPr>
      <dsp:spPr>
        <a:xfrm>
          <a:off x="2143035" y="3026256"/>
          <a:ext cx="714765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View all Patients </a:t>
          </a:r>
        </a:p>
      </dsp:txBody>
      <dsp:txXfrm>
        <a:off x="2143035" y="3026256"/>
        <a:ext cx="714765" cy="236522"/>
      </dsp:txXfrm>
    </dsp:sp>
    <dsp:sp modelId="{5576562B-C952-4293-9479-885BD57C1751}">
      <dsp:nvSpPr>
        <dsp:cNvPr id="0" name=""/>
        <dsp:cNvSpPr/>
      </dsp:nvSpPr>
      <dsp:spPr>
        <a:xfrm>
          <a:off x="2143035" y="3362118"/>
          <a:ext cx="761076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Search for Patient</a:t>
          </a:r>
        </a:p>
      </dsp:txBody>
      <dsp:txXfrm>
        <a:off x="2143035" y="3362118"/>
        <a:ext cx="761076" cy="236522"/>
      </dsp:txXfrm>
    </dsp:sp>
    <dsp:sp modelId="{A97BE85C-C7F0-49BA-9DFE-9C1801F968B4}">
      <dsp:nvSpPr>
        <dsp:cNvPr id="0" name=""/>
        <dsp:cNvSpPr/>
      </dsp:nvSpPr>
      <dsp:spPr>
        <a:xfrm>
          <a:off x="3384376" y="339365"/>
          <a:ext cx="1034334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Manage Employees</a:t>
          </a:r>
        </a:p>
      </dsp:txBody>
      <dsp:txXfrm>
        <a:off x="3384376" y="339365"/>
        <a:ext cx="1034334" cy="236522"/>
      </dsp:txXfrm>
    </dsp:sp>
    <dsp:sp modelId="{B69F24C6-D993-4868-99DB-AF7A7CF35007}">
      <dsp:nvSpPr>
        <dsp:cNvPr id="0" name=""/>
        <dsp:cNvSpPr/>
      </dsp:nvSpPr>
      <dsp:spPr>
        <a:xfrm>
          <a:off x="3642960" y="675227"/>
          <a:ext cx="737982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Exploit Employees</a:t>
          </a:r>
        </a:p>
      </dsp:txBody>
      <dsp:txXfrm>
        <a:off x="3642960" y="675227"/>
        <a:ext cx="737982" cy="236522"/>
      </dsp:txXfrm>
    </dsp:sp>
    <dsp:sp modelId="{AD9503CD-3AE9-4878-8BC1-DC482807C1E1}">
      <dsp:nvSpPr>
        <dsp:cNvPr id="0" name=""/>
        <dsp:cNvSpPr/>
      </dsp:nvSpPr>
      <dsp:spPr>
        <a:xfrm>
          <a:off x="3827455" y="1011088"/>
          <a:ext cx="657020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Add Employee</a:t>
          </a:r>
        </a:p>
      </dsp:txBody>
      <dsp:txXfrm>
        <a:off x="3827455" y="1011088"/>
        <a:ext cx="657020" cy="236522"/>
      </dsp:txXfrm>
    </dsp:sp>
    <dsp:sp modelId="{D97ECAA6-2E64-4D9C-8A17-E5EECF218246}">
      <dsp:nvSpPr>
        <dsp:cNvPr id="0" name=""/>
        <dsp:cNvSpPr/>
      </dsp:nvSpPr>
      <dsp:spPr>
        <a:xfrm>
          <a:off x="3827455" y="1346950"/>
          <a:ext cx="657020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Remove Employee</a:t>
          </a:r>
        </a:p>
      </dsp:txBody>
      <dsp:txXfrm>
        <a:off x="3827455" y="1346950"/>
        <a:ext cx="657020" cy="236522"/>
      </dsp:txXfrm>
    </dsp:sp>
    <dsp:sp modelId="{CDF390B1-5070-4773-B3FA-FBFCB4CB434B}">
      <dsp:nvSpPr>
        <dsp:cNvPr id="0" name=""/>
        <dsp:cNvSpPr/>
      </dsp:nvSpPr>
      <dsp:spPr>
        <a:xfrm>
          <a:off x="3827455" y="1682811"/>
          <a:ext cx="657020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Modify Employee</a:t>
          </a:r>
        </a:p>
      </dsp:txBody>
      <dsp:txXfrm>
        <a:off x="3827455" y="1682811"/>
        <a:ext cx="657020" cy="236522"/>
      </dsp:txXfrm>
    </dsp:sp>
    <dsp:sp modelId="{B0B7355B-1580-438E-9985-6314E4506094}">
      <dsp:nvSpPr>
        <dsp:cNvPr id="0" name=""/>
        <dsp:cNvSpPr/>
      </dsp:nvSpPr>
      <dsp:spPr>
        <a:xfrm>
          <a:off x="3827455" y="2018672"/>
          <a:ext cx="657020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Sort Employee</a:t>
          </a:r>
        </a:p>
      </dsp:txBody>
      <dsp:txXfrm>
        <a:off x="3827455" y="2018672"/>
        <a:ext cx="657020" cy="236522"/>
      </dsp:txXfrm>
    </dsp:sp>
    <dsp:sp modelId="{BFF7F3AF-A897-42A6-8AFF-561ED0C52DA4}">
      <dsp:nvSpPr>
        <dsp:cNvPr id="0" name=""/>
        <dsp:cNvSpPr/>
      </dsp:nvSpPr>
      <dsp:spPr>
        <a:xfrm>
          <a:off x="3642960" y="2354534"/>
          <a:ext cx="737982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Explore Employees</a:t>
          </a:r>
        </a:p>
      </dsp:txBody>
      <dsp:txXfrm>
        <a:off x="3642960" y="2354534"/>
        <a:ext cx="737982" cy="236522"/>
      </dsp:txXfrm>
    </dsp:sp>
    <dsp:sp modelId="{E9FACDA6-AA11-4FF6-9582-56BC762C454B}">
      <dsp:nvSpPr>
        <dsp:cNvPr id="0" name=""/>
        <dsp:cNvSpPr/>
      </dsp:nvSpPr>
      <dsp:spPr>
        <a:xfrm>
          <a:off x="3827455" y="2690395"/>
          <a:ext cx="657020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View Employee</a:t>
          </a:r>
        </a:p>
      </dsp:txBody>
      <dsp:txXfrm>
        <a:off x="3827455" y="2690395"/>
        <a:ext cx="657020" cy="236522"/>
      </dsp:txXfrm>
    </dsp:sp>
    <dsp:sp modelId="{A15159B3-49C8-4134-AFD5-D2CCC8A16EEA}">
      <dsp:nvSpPr>
        <dsp:cNvPr id="0" name=""/>
        <dsp:cNvSpPr/>
      </dsp:nvSpPr>
      <dsp:spPr>
        <a:xfrm>
          <a:off x="3827455" y="3026256"/>
          <a:ext cx="657025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View all Employees</a:t>
          </a:r>
        </a:p>
      </dsp:txBody>
      <dsp:txXfrm>
        <a:off x="3827455" y="3026256"/>
        <a:ext cx="657025" cy="236522"/>
      </dsp:txXfrm>
    </dsp:sp>
    <dsp:sp modelId="{DCFFAB09-A13E-4881-9BA2-00ABA676FAC8}">
      <dsp:nvSpPr>
        <dsp:cNvPr id="0" name=""/>
        <dsp:cNvSpPr/>
      </dsp:nvSpPr>
      <dsp:spPr>
        <a:xfrm>
          <a:off x="3827455" y="3362118"/>
          <a:ext cx="657020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Search for Employee</a:t>
          </a:r>
        </a:p>
      </dsp:txBody>
      <dsp:txXfrm>
        <a:off x="3827455" y="3362118"/>
        <a:ext cx="657020" cy="236522"/>
      </dsp:txXfrm>
    </dsp:sp>
    <dsp:sp modelId="{EC6E2E9A-C94D-476B-8D3D-21A66D83886A}">
      <dsp:nvSpPr>
        <dsp:cNvPr id="0" name=""/>
        <dsp:cNvSpPr/>
      </dsp:nvSpPr>
      <dsp:spPr>
        <a:xfrm>
          <a:off x="4518050" y="339365"/>
          <a:ext cx="1505619" cy="33307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Manage Statistics</a:t>
          </a:r>
        </a:p>
      </dsp:txBody>
      <dsp:txXfrm>
        <a:off x="4518050" y="339365"/>
        <a:ext cx="1505619" cy="333075"/>
      </dsp:txXfrm>
    </dsp:sp>
    <dsp:sp modelId="{4A95E740-8A99-4690-8701-221AF6163A4B}">
      <dsp:nvSpPr>
        <dsp:cNvPr id="0" name=""/>
        <dsp:cNvSpPr/>
      </dsp:nvSpPr>
      <dsp:spPr>
        <a:xfrm>
          <a:off x="4877421" y="771780"/>
          <a:ext cx="648288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View Statistics</a:t>
          </a:r>
        </a:p>
      </dsp:txBody>
      <dsp:txXfrm>
        <a:off x="4877421" y="771780"/>
        <a:ext cx="648288" cy="236522"/>
      </dsp:txXfrm>
    </dsp:sp>
    <dsp:sp modelId="{526FEADC-6972-4670-86ED-FE8CD2025049}">
      <dsp:nvSpPr>
        <dsp:cNvPr id="0" name=""/>
        <dsp:cNvSpPr/>
      </dsp:nvSpPr>
      <dsp:spPr>
        <a:xfrm>
          <a:off x="5039493" y="1107641"/>
          <a:ext cx="607771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Search Stats</a:t>
          </a:r>
        </a:p>
      </dsp:txBody>
      <dsp:txXfrm>
        <a:off x="5039493" y="1107641"/>
        <a:ext cx="607771" cy="236522"/>
      </dsp:txXfrm>
    </dsp:sp>
    <dsp:sp modelId="{D940A902-E309-49EF-B414-98F48D191FBF}">
      <dsp:nvSpPr>
        <dsp:cNvPr id="0" name=""/>
        <dsp:cNvSpPr/>
      </dsp:nvSpPr>
      <dsp:spPr>
        <a:xfrm>
          <a:off x="5039493" y="1443503"/>
          <a:ext cx="473044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smtClean="0"/>
            <a:t>Display Stats</a:t>
          </a:r>
        </a:p>
      </dsp:txBody>
      <dsp:txXfrm>
        <a:off x="5039493" y="1443503"/>
        <a:ext cx="473044" cy="236522"/>
      </dsp:txXfrm>
    </dsp:sp>
    <dsp:sp modelId="{01748BDE-02D5-4E8F-B811-1F8C70F6AB27}">
      <dsp:nvSpPr>
        <dsp:cNvPr id="0" name=""/>
        <dsp:cNvSpPr/>
      </dsp:nvSpPr>
      <dsp:spPr>
        <a:xfrm>
          <a:off x="5039493" y="1779364"/>
          <a:ext cx="473044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smtClean="0"/>
            <a:t>Sort Stats</a:t>
          </a:r>
        </a:p>
      </dsp:txBody>
      <dsp:txXfrm>
        <a:off x="5039493" y="1779364"/>
        <a:ext cx="473044" cy="236522"/>
      </dsp:txXfrm>
    </dsp:sp>
    <dsp:sp modelId="{68065BB3-9D95-4309-B02F-8373D9319E8C}">
      <dsp:nvSpPr>
        <dsp:cNvPr id="0" name=""/>
        <dsp:cNvSpPr/>
      </dsp:nvSpPr>
      <dsp:spPr>
        <a:xfrm>
          <a:off x="4682927" y="2115225"/>
          <a:ext cx="740791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Create Statistics </a:t>
          </a:r>
        </a:p>
      </dsp:txBody>
      <dsp:txXfrm>
        <a:off x="4682927" y="2115225"/>
        <a:ext cx="740791" cy="236522"/>
      </dsp:txXfrm>
    </dsp:sp>
    <dsp:sp modelId="{20DE6770-43C7-4B7A-9E59-06A0F7212949}">
      <dsp:nvSpPr>
        <dsp:cNvPr id="0" name=""/>
        <dsp:cNvSpPr/>
      </dsp:nvSpPr>
      <dsp:spPr>
        <a:xfrm>
          <a:off x="4868125" y="2451087"/>
          <a:ext cx="648288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Clients' Stats</a:t>
          </a:r>
        </a:p>
      </dsp:txBody>
      <dsp:txXfrm>
        <a:off x="4868125" y="2451087"/>
        <a:ext cx="648288" cy="236522"/>
      </dsp:txXfrm>
    </dsp:sp>
    <dsp:sp modelId="{63E71A39-D3E3-456B-9729-756AD7996BA3}">
      <dsp:nvSpPr>
        <dsp:cNvPr id="0" name=""/>
        <dsp:cNvSpPr/>
      </dsp:nvSpPr>
      <dsp:spPr>
        <a:xfrm>
          <a:off x="5030197" y="2786948"/>
          <a:ext cx="582123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Monthly</a:t>
          </a:r>
        </a:p>
      </dsp:txBody>
      <dsp:txXfrm>
        <a:off x="5030197" y="2786948"/>
        <a:ext cx="582123" cy="236522"/>
      </dsp:txXfrm>
    </dsp:sp>
    <dsp:sp modelId="{84707E69-C3D0-4016-9A11-2E3880EA32B7}">
      <dsp:nvSpPr>
        <dsp:cNvPr id="0" name=""/>
        <dsp:cNvSpPr/>
      </dsp:nvSpPr>
      <dsp:spPr>
        <a:xfrm>
          <a:off x="5030197" y="3122810"/>
          <a:ext cx="617067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smtClean="0"/>
            <a:t>Weekly</a:t>
          </a:r>
        </a:p>
      </dsp:txBody>
      <dsp:txXfrm>
        <a:off x="5030197" y="3122810"/>
        <a:ext cx="617067" cy="236522"/>
      </dsp:txXfrm>
    </dsp:sp>
    <dsp:sp modelId="{FBE93259-A80D-4155-AD09-5139C486AE97}">
      <dsp:nvSpPr>
        <dsp:cNvPr id="0" name=""/>
        <dsp:cNvSpPr/>
      </dsp:nvSpPr>
      <dsp:spPr>
        <a:xfrm>
          <a:off x="4868125" y="3458671"/>
          <a:ext cx="735924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Sells' Stats</a:t>
          </a:r>
        </a:p>
      </dsp:txBody>
      <dsp:txXfrm>
        <a:off x="4868125" y="3458671"/>
        <a:ext cx="735924" cy="236522"/>
      </dsp:txXfrm>
    </dsp:sp>
    <dsp:sp modelId="{EB348327-36F8-4EA1-AB78-C1D2765EEB82}">
      <dsp:nvSpPr>
        <dsp:cNvPr id="0" name=""/>
        <dsp:cNvSpPr/>
      </dsp:nvSpPr>
      <dsp:spPr>
        <a:xfrm>
          <a:off x="5052106" y="3794532"/>
          <a:ext cx="473044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Monthly </a:t>
          </a:r>
        </a:p>
      </dsp:txBody>
      <dsp:txXfrm>
        <a:off x="5052106" y="3794532"/>
        <a:ext cx="473044" cy="236522"/>
      </dsp:txXfrm>
    </dsp:sp>
    <dsp:sp modelId="{0F9DC1A1-1C1E-4BB7-B6E4-CFE7BD5EA29C}">
      <dsp:nvSpPr>
        <dsp:cNvPr id="0" name=""/>
        <dsp:cNvSpPr/>
      </dsp:nvSpPr>
      <dsp:spPr>
        <a:xfrm>
          <a:off x="5052106" y="4130394"/>
          <a:ext cx="473044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smtClean="0"/>
            <a:t>Weekly</a:t>
          </a:r>
        </a:p>
      </dsp:txBody>
      <dsp:txXfrm>
        <a:off x="5052106" y="4130394"/>
        <a:ext cx="473044" cy="236522"/>
      </dsp:txXfrm>
    </dsp:sp>
    <dsp:sp modelId="{37F6A494-CDCF-40CA-A8BA-D96972E14A9D}">
      <dsp:nvSpPr>
        <dsp:cNvPr id="0" name=""/>
        <dsp:cNvSpPr/>
      </dsp:nvSpPr>
      <dsp:spPr>
        <a:xfrm>
          <a:off x="4868125" y="4466255"/>
          <a:ext cx="591906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Expenses' Stats</a:t>
          </a:r>
        </a:p>
      </dsp:txBody>
      <dsp:txXfrm>
        <a:off x="4868125" y="4466255"/>
        <a:ext cx="591906" cy="236522"/>
      </dsp:txXfrm>
    </dsp:sp>
    <dsp:sp modelId="{4E062377-FFC3-48F2-BC38-5B9874733C21}">
      <dsp:nvSpPr>
        <dsp:cNvPr id="0" name=""/>
        <dsp:cNvSpPr/>
      </dsp:nvSpPr>
      <dsp:spPr>
        <a:xfrm>
          <a:off x="5016102" y="4802116"/>
          <a:ext cx="473044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smtClean="0"/>
            <a:t>Monthly </a:t>
          </a:r>
        </a:p>
      </dsp:txBody>
      <dsp:txXfrm>
        <a:off x="5016102" y="4802116"/>
        <a:ext cx="473044" cy="236522"/>
      </dsp:txXfrm>
    </dsp:sp>
    <dsp:sp modelId="{A2911A35-7BF1-4C35-A666-3A2C0611F2A8}">
      <dsp:nvSpPr>
        <dsp:cNvPr id="0" name=""/>
        <dsp:cNvSpPr/>
      </dsp:nvSpPr>
      <dsp:spPr>
        <a:xfrm>
          <a:off x="5016102" y="5137978"/>
          <a:ext cx="473044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smtClean="0"/>
            <a:t>Weekly</a:t>
          </a:r>
        </a:p>
      </dsp:txBody>
      <dsp:txXfrm>
        <a:off x="5016102" y="5137978"/>
        <a:ext cx="473044" cy="236522"/>
      </dsp:txXfrm>
    </dsp:sp>
    <dsp:sp modelId="{EB1304D2-80AF-4A04-90B6-7A61918729C9}">
      <dsp:nvSpPr>
        <dsp:cNvPr id="0" name=""/>
        <dsp:cNvSpPr/>
      </dsp:nvSpPr>
      <dsp:spPr>
        <a:xfrm>
          <a:off x="4600014" y="5473839"/>
          <a:ext cx="813754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Delete Statistics </a:t>
          </a:r>
        </a:p>
      </dsp:txBody>
      <dsp:txXfrm>
        <a:off x="4600014" y="5473839"/>
        <a:ext cx="813754" cy="236522"/>
      </dsp:txXfrm>
    </dsp:sp>
    <dsp:sp modelId="{12477E34-A7EA-4635-817C-BC124381887D}">
      <dsp:nvSpPr>
        <dsp:cNvPr id="0" name=""/>
        <dsp:cNvSpPr/>
      </dsp:nvSpPr>
      <dsp:spPr>
        <a:xfrm>
          <a:off x="4803453" y="5809701"/>
          <a:ext cx="843811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Search Stats</a:t>
          </a:r>
        </a:p>
      </dsp:txBody>
      <dsp:txXfrm>
        <a:off x="4803453" y="5809701"/>
        <a:ext cx="843811" cy="236522"/>
      </dsp:txXfrm>
    </dsp:sp>
    <dsp:sp modelId="{8406DCF8-D567-4BB9-B2C1-43701E525B2A}">
      <dsp:nvSpPr>
        <dsp:cNvPr id="0" name=""/>
        <dsp:cNvSpPr/>
      </dsp:nvSpPr>
      <dsp:spPr>
        <a:xfrm>
          <a:off x="4803453" y="6145562"/>
          <a:ext cx="473044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smtClean="0"/>
            <a:t>Sort Stats</a:t>
          </a:r>
        </a:p>
      </dsp:txBody>
      <dsp:txXfrm>
        <a:off x="4803453" y="6145562"/>
        <a:ext cx="473044" cy="236522"/>
      </dsp:txXfrm>
    </dsp:sp>
    <dsp:sp modelId="{AF275DDF-EF7A-44C8-9D7B-AE8695C3A0A0}">
      <dsp:nvSpPr>
        <dsp:cNvPr id="0" name=""/>
        <dsp:cNvSpPr/>
      </dsp:nvSpPr>
      <dsp:spPr>
        <a:xfrm>
          <a:off x="4803453" y="6481423"/>
          <a:ext cx="473044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smtClean="0"/>
            <a:t>Delete Stats</a:t>
          </a:r>
        </a:p>
      </dsp:txBody>
      <dsp:txXfrm>
        <a:off x="4803453" y="6481423"/>
        <a:ext cx="473044" cy="236522"/>
      </dsp:txXfrm>
    </dsp:sp>
    <dsp:sp modelId="{7FEE962F-AE84-4C37-9ADA-29EE8F2BA0FB}">
      <dsp:nvSpPr>
        <dsp:cNvPr id="0" name=""/>
        <dsp:cNvSpPr/>
      </dsp:nvSpPr>
      <dsp:spPr>
        <a:xfrm>
          <a:off x="5055959" y="6817285"/>
          <a:ext cx="473044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smtClean="0"/>
            <a:t>Update Statistics</a:t>
          </a:r>
        </a:p>
      </dsp:txBody>
      <dsp:txXfrm>
        <a:off x="5055959" y="6817285"/>
        <a:ext cx="473044" cy="236522"/>
      </dsp:txXfrm>
    </dsp:sp>
    <dsp:sp modelId="{DCFD1FF1-B418-4EB6-A4BA-8BA7052A4729}">
      <dsp:nvSpPr>
        <dsp:cNvPr id="0" name=""/>
        <dsp:cNvSpPr/>
      </dsp:nvSpPr>
      <dsp:spPr>
        <a:xfrm>
          <a:off x="5174220" y="7153146"/>
          <a:ext cx="473044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smtClean="0"/>
            <a:t>Search Stats</a:t>
          </a:r>
        </a:p>
      </dsp:txBody>
      <dsp:txXfrm>
        <a:off x="5174220" y="7153146"/>
        <a:ext cx="473044" cy="236522"/>
      </dsp:txXfrm>
    </dsp:sp>
    <dsp:sp modelId="{91A4FEF7-7914-4CB7-B448-827C818FABE4}">
      <dsp:nvSpPr>
        <dsp:cNvPr id="0" name=""/>
        <dsp:cNvSpPr/>
      </dsp:nvSpPr>
      <dsp:spPr>
        <a:xfrm>
          <a:off x="5174220" y="7489007"/>
          <a:ext cx="473044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smtClean="0"/>
            <a:t>Modify Stats</a:t>
          </a:r>
        </a:p>
      </dsp:txBody>
      <dsp:txXfrm>
        <a:off x="5174220" y="7489007"/>
        <a:ext cx="473044" cy="236522"/>
      </dsp:txXfrm>
    </dsp:sp>
    <dsp:sp modelId="{F0A45102-C4D0-455E-B14E-582CA5394E48}">
      <dsp:nvSpPr>
        <dsp:cNvPr id="0" name=""/>
        <dsp:cNvSpPr/>
      </dsp:nvSpPr>
      <dsp:spPr>
        <a:xfrm>
          <a:off x="5174220" y="7824869"/>
          <a:ext cx="473044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smtClean="0"/>
            <a:t>Modify Stats</a:t>
          </a:r>
        </a:p>
      </dsp:txBody>
      <dsp:txXfrm>
        <a:off x="5174220" y="7824869"/>
        <a:ext cx="473044" cy="236522"/>
      </dsp:txXfrm>
    </dsp:sp>
    <dsp:sp modelId="{43BAFDF8-5783-4884-9EEB-8D2CCDA4764C}">
      <dsp:nvSpPr>
        <dsp:cNvPr id="0" name=""/>
        <dsp:cNvSpPr/>
      </dsp:nvSpPr>
      <dsp:spPr>
        <a:xfrm>
          <a:off x="6123009" y="339365"/>
          <a:ext cx="936972" cy="41445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Manage Accounting Transactions</a:t>
          </a:r>
        </a:p>
      </dsp:txBody>
      <dsp:txXfrm>
        <a:off x="6123009" y="339365"/>
        <a:ext cx="936972" cy="414457"/>
      </dsp:txXfrm>
    </dsp:sp>
    <dsp:sp modelId="{12FF3FB4-9684-44AB-A702-A5144ED509E1}">
      <dsp:nvSpPr>
        <dsp:cNvPr id="0" name=""/>
        <dsp:cNvSpPr/>
      </dsp:nvSpPr>
      <dsp:spPr>
        <a:xfrm>
          <a:off x="5895020" y="853162"/>
          <a:ext cx="739609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List of Expenses</a:t>
          </a:r>
        </a:p>
      </dsp:txBody>
      <dsp:txXfrm>
        <a:off x="5895020" y="853162"/>
        <a:ext cx="739609" cy="236522"/>
      </dsp:txXfrm>
    </dsp:sp>
    <dsp:sp modelId="{F6970A8E-2759-459A-B6E3-52E5E4BBDEF7}">
      <dsp:nvSpPr>
        <dsp:cNvPr id="0" name=""/>
        <dsp:cNvSpPr/>
      </dsp:nvSpPr>
      <dsp:spPr>
        <a:xfrm>
          <a:off x="6079923" y="1189024"/>
          <a:ext cx="666415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Monthly Expenses</a:t>
          </a:r>
        </a:p>
      </dsp:txBody>
      <dsp:txXfrm>
        <a:off x="6079923" y="1189024"/>
        <a:ext cx="666415" cy="236522"/>
      </dsp:txXfrm>
    </dsp:sp>
    <dsp:sp modelId="{8FE1C876-5581-40F9-B88F-5DB3AE401E3C}">
      <dsp:nvSpPr>
        <dsp:cNvPr id="0" name=""/>
        <dsp:cNvSpPr/>
      </dsp:nvSpPr>
      <dsp:spPr>
        <a:xfrm>
          <a:off x="6079923" y="1524885"/>
          <a:ext cx="745815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err="1" smtClean="0"/>
            <a:t>Semestrial</a:t>
          </a:r>
          <a:r>
            <a:rPr lang="en-US" sz="800" kern="1200" dirty="0" smtClean="0"/>
            <a:t> Expenses</a:t>
          </a:r>
        </a:p>
      </dsp:txBody>
      <dsp:txXfrm>
        <a:off x="6079923" y="1524885"/>
        <a:ext cx="745815" cy="236522"/>
      </dsp:txXfrm>
    </dsp:sp>
    <dsp:sp modelId="{96AF6379-9DE4-43B9-A2E3-CE7FF8CC0C3A}">
      <dsp:nvSpPr>
        <dsp:cNvPr id="0" name=""/>
        <dsp:cNvSpPr/>
      </dsp:nvSpPr>
      <dsp:spPr>
        <a:xfrm>
          <a:off x="5974421" y="1860747"/>
          <a:ext cx="739609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List of Revenues</a:t>
          </a:r>
        </a:p>
      </dsp:txBody>
      <dsp:txXfrm>
        <a:off x="5974421" y="1860747"/>
        <a:ext cx="739609" cy="236522"/>
      </dsp:txXfrm>
    </dsp:sp>
    <dsp:sp modelId="{EE357BBD-C107-44CC-A3B1-020FB9C912F0}">
      <dsp:nvSpPr>
        <dsp:cNvPr id="0" name=""/>
        <dsp:cNvSpPr/>
      </dsp:nvSpPr>
      <dsp:spPr>
        <a:xfrm>
          <a:off x="6159323" y="2196608"/>
          <a:ext cx="666415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Monthly Revenues</a:t>
          </a:r>
        </a:p>
      </dsp:txBody>
      <dsp:txXfrm>
        <a:off x="6159323" y="2196608"/>
        <a:ext cx="666415" cy="236522"/>
      </dsp:txXfrm>
    </dsp:sp>
    <dsp:sp modelId="{B8C787B6-ED17-4222-A204-FDB8D508247E}">
      <dsp:nvSpPr>
        <dsp:cNvPr id="0" name=""/>
        <dsp:cNvSpPr/>
      </dsp:nvSpPr>
      <dsp:spPr>
        <a:xfrm>
          <a:off x="6192687" y="2520281"/>
          <a:ext cx="617062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err="1" smtClean="0"/>
            <a:t>Semestrial</a:t>
          </a:r>
          <a:r>
            <a:rPr lang="en-US" sz="800" kern="1200" dirty="0" smtClean="0"/>
            <a:t> Revenues</a:t>
          </a:r>
        </a:p>
      </dsp:txBody>
      <dsp:txXfrm>
        <a:off x="6192687" y="2520281"/>
        <a:ext cx="617062" cy="236522"/>
      </dsp:txXfrm>
    </dsp:sp>
    <dsp:sp modelId="{3EA34648-91DF-4704-B3D0-2AD782A9B36F}">
      <dsp:nvSpPr>
        <dsp:cNvPr id="0" name=""/>
        <dsp:cNvSpPr/>
      </dsp:nvSpPr>
      <dsp:spPr>
        <a:xfrm>
          <a:off x="5974421" y="2868331"/>
          <a:ext cx="739609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Manage Expenses</a:t>
          </a:r>
        </a:p>
      </dsp:txBody>
      <dsp:txXfrm>
        <a:off x="5974421" y="2868331"/>
        <a:ext cx="739609" cy="236522"/>
      </dsp:txXfrm>
    </dsp:sp>
    <dsp:sp modelId="{30581DEF-DAC5-4C90-BD9C-B4CBFA9F1E73}">
      <dsp:nvSpPr>
        <dsp:cNvPr id="0" name=""/>
        <dsp:cNvSpPr/>
      </dsp:nvSpPr>
      <dsp:spPr>
        <a:xfrm>
          <a:off x="6159323" y="3204192"/>
          <a:ext cx="522396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Add Expenses </a:t>
          </a:r>
        </a:p>
      </dsp:txBody>
      <dsp:txXfrm>
        <a:off x="6159323" y="3204192"/>
        <a:ext cx="522396" cy="236522"/>
      </dsp:txXfrm>
    </dsp:sp>
    <dsp:sp modelId="{DC7FF930-2CFF-4BDF-8E6A-AFC64917E188}">
      <dsp:nvSpPr>
        <dsp:cNvPr id="0" name=""/>
        <dsp:cNvSpPr/>
      </dsp:nvSpPr>
      <dsp:spPr>
        <a:xfrm>
          <a:off x="6159323" y="3540053"/>
          <a:ext cx="666415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Delete Expenses</a:t>
          </a:r>
        </a:p>
      </dsp:txBody>
      <dsp:txXfrm>
        <a:off x="6159323" y="3540053"/>
        <a:ext cx="666415" cy="236522"/>
      </dsp:txXfrm>
    </dsp:sp>
    <dsp:sp modelId="{98F4CBCA-1515-4D97-BF78-9E3335656E38}">
      <dsp:nvSpPr>
        <dsp:cNvPr id="0" name=""/>
        <dsp:cNvSpPr/>
      </dsp:nvSpPr>
      <dsp:spPr>
        <a:xfrm>
          <a:off x="6159323" y="3875915"/>
          <a:ext cx="601797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Modify Expenses</a:t>
          </a:r>
        </a:p>
      </dsp:txBody>
      <dsp:txXfrm>
        <a:off x="6159323" y="3875915"/>
        <a:ext cx="601797" cy="236522"/>
      </dsp:txXfrm>
    </dsp:sp>
    <dsp:sp modelId="{9E999435-EB0A-4441-BF7D-BA5BF589B343}">
      <dsp:nvSpPr>
        <dsp:cNvPr id="0" name=""/>
        <dsp:cNvSpPr/>
      </dsp:nvSpPr>
      <dsp:spPr>
        <a:xfrm>
          <a:off x="5993480" y="4211776"/>
          <a:ext cx="595595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Manage Revenues</a:t>
          </a:r>
        </a:p>
      </dsp:txBody>
      <dsp:txXfrm>
        <a:off x="5993480" y="4211776"/>
        <a:ext cx="595595" cy="236522"/>
      </dsp:txXfrm>
    </dsp:sp>
    <dsp:sp modelId="{DD62CEE7-88A0-43A6-B1E8-A58EA761D514}">
      <dsp:nvSpPr>
        <dsp:cNvPr id="0" name=""/>
        <dsp:cNvSpPr/>
      </dsp:nvSpPr>
      <dsp:spPr>
        <a:xfrm>
          <a:off x="6142379" y="4547638"/>
          <a:ext cx="647105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Add Expenses</a:t>
          </a:r>
        </a:p>
      </dsp:txBody>
      <dsp:txXfrm>
        <a:off x="6142379" y="4547638"/>
        <a:ext cx="647105" cy="236522"/>
      </dsp:txXfrm>
    </dsp:sp>
    <dsp:sp modelId="{BF19D96D-66F4-43EA-AF3E-6601EEACD7F3}">
      <dsp:nvSpPr>
        <dsp:cNvPr id="0" name=""/>
        <dsp:cNvSpPr/>
      </dsp:nvSpPr>
      <dsp:spPr>
        <a:xfrm>
          <a:off x="6142379" y="4883499"/>
          <a:ext cx="659522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Delete Expenses</a:t>
          </a:r>
        </a:p>
      </dsp:txBody>
      <dsp:txXfrm>
        <a:off x="6142379" y="4883499"/>
        <a:ext cx="659522" cy="236522"/>
      </dsp:txXfrm>
    </dsp:sp>
    <dsp:sp modelId="{01C5C160-C560-4683-9FA7-930AF7F774CD}">
      <dsp:nvSpPr>
        <dsp:cNvPr id="0" name=""/>
        <dsp:cNvSpPr/>
      </dsp:nvSpPr>
      <dsp:spPr>
        <a:xfrm>
          <a:off x="6142379" y="5219360"/>
          <a:ext cx="683359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Modify Expenses</a:t>
          </a:r>
        </a:p>
      </dsp:txBody>
      <dsp:txXfrm>
        <a:off x="6142379" y="5219360"/>
        <a:ext cx="683359" cy="236522"/>
      </dsp:txXfrm>
    </dsp:sp>
    <dsp:sp modelId="{2B6D51E6-0180-4414-9941-7CA1538BEA99}">
      <dsp:nvSpPr>
        <dsp:cNvPr id="0" name=""/>
        <dsp:cNvSpPr/>
      </dsp:nvSpPr>
      <dsp:spPr>
        <a:xfrm>
          <a:off x="7159321" y="339365"/>
          <a:ext cx="1527019" cy="42400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Manage Appointments</a:t>
          </a:r>
        </a:p>
      </dsp:txBody>
      <dsp:txXfrm>
        <a:off x="7159321" y="339365"/>
        <a:ext cx="1527019" cy="424003"/>
      </dsp:txXfrm>
    </dsp:sp>
    <dsp:sp modelId="{CA26BAEC-0D07-48D6-BF9C-CCAA0D3B5593}">
      <dsp:nvSpPr>
        <dsp:cNvPr id="0" name=""/>
        <dsp:cNvSpPr/>
      </dsp:nvSpPr>
      <dsp:spPr>
        <a:xfrm>
          <a:off x="7541076" y="862708"/>
          <a:ext cx="1244172" cy="32751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Add Appointment</a:t>
          </a:r>
        </a:p>
      </dsp:txBody>
      <dsp:txXfrm>
        <a:off x="7541076" y="862708"/>
        <a:ext cx="1244172" cy="327514"/>
      </dsp:txXfrm>
    </dsp:sp>
    <dsp:sp modelId="{A7010BDE-3D91-4FAB-AA46-57B719CF7E2D}">
      <dsp:nvSpPr>
        <dsp:cNvPr id="0" name=""/>
        <dsp:cNvSpPr/>
      </dsp:nvSpPr>
      <dsp:spPr>
        <a:xfrm>
          <a:off x="7852119" y="1289562"/>
          <a:ext cx="933562" cy="32810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Add Patient's Name</a:t>
          </a:r>
        </a:p>
      </dsp:txBody>
      <dsp:txXfrm>
        <a:off x="7852119" y="1289562"/>
        <a:ext cx="933562" cy="328105"/>
      </dsp:txXfrm>
    </dsp:sp>
    <dsp:sp modelId="{09F472C0-874C-4905-AFFA-CF0D50775C03}">
      <dsp:nvSpPr>
        <dsp:cNvPr id="0" name=""/>
        <dsp:cNvSpPr/>
      </dsp:nvSpPr>
      <dsp:spPr>
        <a:xfrm>
          <a:off x="7852119" y="1717007"/>
          <a:ext cx="842382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Add Date</a:t>
          </a:r>
        </a:p>
      </dsp:txBody>
      <dsp:txXfrm>
        <a:off x="7852119" y="1717007"/>
        <a:ext cx="842382" cy="236522"/>
      </dsp:txXfrm>
    </dsp:sp>
    <dsp:sp modelId="{8F928B23-A393-4F29-892C-9CED278FCEEA}">
      <dsp:nvSpPr>
        <dsp:cNvPr id="0" name=""/>
        <dsp:cNvSpPr/>
      </dsp:nvSpPr>
      <dsp:spPr>
        <a:xfrm>
          <a:off x="7852119" y="2052869"/>
          <a:ext cx="644120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Add Reason</a:t>
          </a:r>
        </a:p>
      </dsp:txBody>
      <dsp:txXfrm>
        <a:off x="7852119" y="2052869"/>
        <a:ext cx="644120" cy="236522"/>
      </dsp:txXfrm>
    </dsp:sp>
    <dsp:sp modelId="{C8A1B26E-0EAE-47B4-B463-4BAD04FB0F7C}">
      <dsp:nvSpPr>
        <dsp:cNvPr id="0" name=""/>
        <dsp:cNvSpPr/>
      </dsp:nvSpPr>
      <dsp:spPr>
        <a:xfrm>
          <a:off x="7541076" y="2388730"/>
          <a:ext cx="718610" cy="33549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Modify Appointment</a:t>
          </a:r>
        </a:p>
      </dsp:txBody>
      <dsp:txXfrm>
        <a:off x="7541076" y="2388730"/>
        <a:ext cx="718610" cy="335492"/>
      </dsp:txXfrm>
    </dsp:sp>
    <dsp:sp modelId="{04F91261-CA89-4B67-A832-E85FC1A3812B}">
      <dsp:nvSpPr>
        <dsp:cNvPr id="0" name=""/>
        <dsp:cNvSpPr/>
      </dsp:nvSpPr>
      <dsp:spPr>
        <a:xfrm>
          <a:off x="7720728" y="2823562"/>
          <a:ext cx="647342" cy="40911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Modify Patient's Name</a:t>
          </a:r>
        </a:p>
      </dsp:txBody>
      <dsp:txXfrm>
        <a:off x="7720728" y="2823562"/>
        <a:ext cx="647342" cy="409119"/>
      </dsp:txXfrm>
    </dsp:sp>
    <dsp:sp modelId="{C01600E5-444A-4509-BB71-BE549E7198A4}">
      <dsp:nvSpPr>
        <dsp:cNvPr id="0" name=""/>
        <dsp:cNvSpPr/>
      </dsp:nvSpPr>
      <dsp:spPr>
        <a:xfrm>
          <a:off x="7720728" y="3332020"/>
          <a:ext cx="791355" cy="33548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Modify Date</a:t>
          </a:r>
        </a:p>
      </dsp:txBody>
      <dsp:txXfrm>
        <a:off x="7720728" y="3332020"/>
        <a:ext cx="791355" cy="335487"/>
      </dsp:txXfrm>
    </dsp:sp>
    <dsp:sp modelId="{6715DB19-3120-4103-9C5F-9E13F80E0AE6}">
      <dsp:nvSpPr>
        <dsp:cNvPr id="0" name=""/>
        <dsp:cNvSpPr/>
      </dsp:nvSpPr>
      <dsp:spPr>
        <a:xfrm>
          <a:off x="7720728" y="3766847"/>
          <a:ext cx="791355" cy="3525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Modify Reason</a:t>
          </a:r>
        </a:p>
      </dsp:txBody>
      <dsp:txXfrm>
        <a:off x="7720728" y="3766847"/>
        <a:ext cx="791355" cy="352521"/>
      </dsp:txXfrm>
    </dsp:sp>
    <dsp:sp modelId="{D30CF99A-9B95-48A5-9334-96CE7EE57A48}">
      <dsp:nvSpPr>
        <dsp:cNvPr id="0" name=""/>
        <dsp:cNvSpPr/>
      </dsp:nvSpPr>
      <dsp:spPr>
        <a:xfrm>
          <a:off x="7541076" y="4218709"/>
          <a:ext cx="718610" cy="35435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Delete Appointment</a:t>
          </a:r>
        </a:p>
      </dsp:txBody>
      <dsp:txXfrm>
        <a:off x="7541076" y="4218709"/>
        <a:ext cx="718610" cy="354357"/>
      </dsp:txXfrm>
    </dsp:sp>
    <dsp:sp modelId="{88083B85-733D-4333-8E91-1FAFE77B0CF3}">
      <dsp:nvSpPr>
        <dsp:cNvPr id="0" name=""/>
        <dsp:cNvSpPr/>
      </dsp:nvSpPr>
      <dsp:spPr>
        <a:xfrm>
          <a:off x="7541076" y="4672405"/>
          <a:ext cx="1006642" cy="42798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View Appointment</a:t>
          </a:r>
        </a:p>
      </dsp:txBody>
      <dsp:txXfrm>
        <a:off x="7541076" y="4672405"/>
        <a:ext cx="1006642" cy="427982"/>
      </dsp:txXfrm>
    </dsp:sp>
    <dsp:sp modelId="{6A126580-AC4C-4322-98BC-43A5E03FFD1C}">
      <dsp:nvSpPr>
        <dsp:cNvPr id="0" name=""/>
        <dsp:cNvSpPr/>
      </dsp:nvSpPr>
      <dsp:spPr>
        <a:xfrm>
          <a:off x="8785680" y="339365"/>
          <a:ext cx="1622338" cy="40598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Manage Prescriptions</a:t>
          </a:r>
        </a:p>
      </dsp:txBody>
      <dsp:txXfrm>
        <a:off x="8785680" y="339365"/>
        <a:ext cx="1622338" cy="405980"/>
      </dsp:txXfrm>
    </dsp:sp>
    <dsp:sp modelId="{63A632FD-7A93-4B19-A92B-0A14E2A75047}">
      <dsp:nvSpPr>
        <dsp:cNvPr id="0" name=""/>
        <dsp:cNvSpPr/>
      </dsp:nvSpPr>
      <dsp:spPr>
        <a:xfrm>
          <a:off x="9191264" y="844685"/>
          <a:ext cx="1086218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Exploit Prescriptions</a:t>
          </a:r>
        </a:p>
      </dsp:txBody>
      <dsp:txXfrm>
        <a:off x="9191264" y="844685"/>
        <a:ext cx="1086218" cy="236522"/>
      </dsp:txXfrm>
    </dsp:sp>
    <dsp:sp modelId="{C4EB2775-629A-4200-813D-231ABF1FD4E7}">
      <dsp:nvSpPr>
        <dsp:cNvPr id="0" name=""/>
        <dsp:cNvSpPr/>
      </dsp:nvSpPr>
      <dsp:spPr>
        <a:xfrm>
          <a:off x="9462819" y="1180547"/>
          <a:ext cx="664958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smtClean="0"/>
            <a:t>Add Prescription</a:t>
          </a:r>
        </a:p>
      </dsp:txBody>
      <dsp:txXfrm>
        <a:off x="9462819" y="1180547"/>
        <a:ext cx="664958" cy="236522"/>
      </dsp:txXfrm>
    </dsp:sp>
    <dsp:sp modelId="{CF0CF5BB-1271-469E-B8BA-48A67DACA286}">
      <dsp:nvSpPr>
        <dsp:cNvPr id="0" name=""/>
        <dsp:cNvSpPr/>
      </dsp:nvSpPr>
      <dsp:spPr>
        <a:xfrm>
          <a:off x="9462819" y="1516408"/>
          <a:ext cx="833844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smtClean="0"/>
            <a:t>Modify Prescription</a:t>
          </a:r>
        </a:p>
      </dsp:txBody>
      <dsp:txXfrm>
        <a:off x="9462819" y="1516408"/>
        <a:ext cx="833844" cy="236522"/>
      </dsp:txXfrm>
    </dsp:sp>
    <dsp:sp modelId="{57D94B1B-DDD8-4E37-806D-50D470F35BA4}">
      <dsp:nvSpPr>
        <dsp:cNvPr id="0" name=""/>
        <dsp:cNvSpPr/>
      </dsp:nvSpPr>
      <dsp:spPr>
        <a:xfrm>
          <a:off x="9462819" y="1852270"/>
          <a:ext cx="852709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smtClean="0"/>
            <a:t>Delete Prescription</a:t>
          </a:r>
        </a:p>
      </dsp:txBody>
      <dsp:txXfrm>
        <a:off x="9462819" y="1852270"/>
        <a:ext cx="852709" cy="236522"/>
      </dsp:txXfrm>
    </dsp:sp>
    <dsp:sp modelId="{08BE7DDD-1817-435C-B357-B4E86739AE6D}">
      <dsp:nvSpPr>
        <dsp:cNvPr id="0" name=""/>
        <dsp:cNvSpPr/>
      </dsp:nvSpPr>
      <dsp:spPr>
        <a:xfrm>
          <a:off x="9191264" y="2188131"/>
          <a:ext cx="836644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smtClean="0"/>
            <a:t>Explore Prescriptions</a:t>
          </a:r>
        </a:p>
      </dsp:txBody>
      <dsp:txXfrm>
        <a:off x="9191264" y="2188131"/>
        <a:ext cx="836644" cy="236522"/>
      </dsp:txXfrm>
    </dsp:sp>
    <dsp:sp modelId="{2F75092F-25AB-4F02-98E5-5CC33C3AA105}">
      <dsp:nvSpPr>
        <dsp:cNvPr id="0" name=""/>
        <dsp:cNvSpPr/>
      </dsp:nvSpPr>
      <dsp:spPr>
        <a:xfrm>
          <a:off x="9400426" y="2523992"/>
          <a:ext cx="720176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smtClean="0"/>
            <a:t>Search for prescription</a:t>
          </a:r>
        </a:p>
      </dsp:txBody>
      <dsp:txXfrm>
        <a:off x="9400426" y="2523992"/>
        <a:ext cx="720176" cy="236522"/>
      </dsp:txXfrm>
    </dsp:sp>
    <dsp:sp modelId="{5FC471F6-B33D-4A9D-A2DE-67BBFA4152A3}">
      <dsp:nvSpPr>
        <dsp:cNvPr id="0" name=""/>
        <dsp:cNvSpPr/>
      </dsp:nvSpPr>
      <dsp:spPr>
        <a:xfrm>
          <a:off x="9400426" y="2859854"/>
          <a:ext cx="814506" cy="23652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smtClean="0"/>
            <a:t>Display Prescription</a:t>
          </a:r>
        </a:p>
      </dsp:txBody>
      <dsp:txXfrm>
        <a:off x="9400426" y="2859854"/>
        <a:ext cx="814506" cy="236522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049C423-08D1-4DD5-BC4F-93EFCF805D66}">
      <dsp:nvSpPr>
        <dsp:cNvPr id="0" name=""/>
        <dsp:cNvSpPr/>
      </dsp:nvSpPr>
      <dsp:spPr>
        <a:xfrm>
          <a:off x="6459491" y="1283480"/>
          <a:ext cx="114986" cy="30739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73983"/>
              </a:lnTo>
              <a:lnTo>
                <a:pt x="114986" y="3073983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0E106C-180C-444A-9F1C-2EF8C3E744A3}">
      <dsp:nvSpPr>
        <dsp:cNvPr id="0" name=""/>
        <dsp:cNvSpPr/>
      </dsp:nvSpPr>
      <dsp:spPr>
        <a:xfrm>
          <a:off x="6459491" y="1283480"/>
          <a:ext cx="114986" cy="25297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9711"/>
              </a:lnTo>
              <a:lnTo>
                <a:pt x="114986" y="2529711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9B2788-1160-4F09-BC24-5FCAE4BE7CEF}">
      <dsp:nvSpPr>
        <dsp:cNvPr id="0" name=""/>
        <dsp:cNvSpPr/>
      </dsp:nvSpPr>
      <dsp:spPr>
        <a:xfrm>
          <a:off x="6459491" y="1283480"/>
          <a:ext cx="114986" cy="19854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85440"/>
              </a:lnTo>
              <a:lnTo>
                <a:pt x="114986" y="1985440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D2DE9F-0BA8-415D-9817-45F230BF3D51}">
      <dsp:nvSpPr>
        <dsp:cNvPr id="0" name=""/>
        <dsp:cNvSpPr/>
      </dsp:nvSpPr>
      <dsp:spPr>
        <a:xfrm>
          <a:off x="6459491" y="1283480"/>
          <a:ext cx="114986" cy="14411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1169"/>
              </a:lnTo>
              <a:lnTo>
                <a:pt x="114986" y="1441169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A941D5-E0BA-404A-BAF2-5AF2E02CB577}">
      <dsp:nvSpPr>
        <dsp:cNvPr id="0" name=""/>
        <dsp:cNvSpPr/>
      </dsp:nvSpPr>
      <dsp:spPr>
        <a:xfrm>
          <a:off x="6459491" y="1283480"/>
          <a:ext cx="114986" cy="8968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6897"/>
              </a:lnTo>
              <a:lnTo>
                <a:pt x="114986" y="896897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D51079-E874-4D89-BFBC-92F4DB0B5114}">
      <dsp:nvSpPr>
        <dsp:cNvPr id="0" name=""/>
        <dsp:cNvSpPr/>
      </dsp:nvSpPr>
      <dsp:spPr>
        <a:xfrm>
          <a:off x="6459491" y="1283480"/>
          <a:ext cx="114986" cy="3526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2626"/>
              </a:lnTo>
              <a:lnTo>
                <a:pt x="114986" y="352626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22DAF8-62B0-4DEA-9611-EF04AA036EDC}">
      <dsp:nvSpPr>
        <dsp:cNvPr id="0" name=""/>
        <dsp:cNvSpPr/>
      </dsp:nvSpPr>
      <dsp:spPr>
        <a:xfrm>
          <a:off x="3694615" y="687840"/>
          <a:ext cx="3071506" cy="2123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859"/>
              </a:lnTo>
              <a:lnTo>
                <a:pt x="3071506" y="131859"/>
              </a:lnTo>
              <a:lnTo>
                <a:pt x="3071506" y="212350"/>
              </a:lnTo>
            </a:path>
          </a:pathLst>
        </a:custGeom>
        <a:noFill/>
        <a:ln w="55000" cap="flat" cmpd="thickThin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DEFD90-F4C3-4553-BE86-FA05FF249035}">
      <dsp:nvSpPr>
        <dsp:cNvPr id="0" name=""/>
        <dsp:cNvSpPr/>
      </dsp:nvSpPr>
      <dsp:spPr>
        <a:xfrm>
          <a:off x="5531930" y="1283480"/>
          <a:ext cx="114986" cy="36182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18254"/>
              </a:lnTo>
              <a:lnTo>
                <a:pt x="114986" y="3618254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FD091B-1A6A-4F74-99A5-94203221C48D}">
      <dsp:nvSpPr>
        <dsp:cNvPr id="0" name=""/>
        <dsp:cNvSpPr/>
      </dsp:nvSpPr>
      <dsp:spPr>
        <a:xfrm>
          <a:off x="5531930" y="1283480"/>
          <a:ext cx="114986" cy="30739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73983"/>
              </a:lnTo>
              <a:lnTo>
                <a:pt x="114986" y="3073983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02117B-2C2B-44D7-813B-962F2973CA68}">
      <dsp:nvSpPr>
        <dsp:cNvPr id="0" name=""/>
        <dsp:cNvSpPr/>
      </dsp:nvSpPr>
      <dsp:spPr>
        <a:xfrm>
          <a:off x="5531930" y="1283480"/>
          <a:ext cx="114986" cy="25297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9711"/>
              </a:lnTo>
              <a:lnTo>
                <a:pt x="114986" y="2529711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B20676-EF53-443B-944B-EA0E98245DDF}">
      <dsp:nvSpPr>
        <dsp:cNvPr id="0" name=""/>
        <dsp:cNvSpPr/>
      </dsp:nvSpPr>
      <dsp:spPr>
        <a:xfrm>
          <a:off x="5531930" y="1283480"/>
          <a:ext cx="114986" cy="19854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85440"/>
              </a:lnTo>
              <a:lnTo>
                <a:pt x="114986" y="1985440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2F5000-482E-474D-90DB-CFBDAAB4E8D5}">
      <dsp:nvSpPr>
        <dsp:cNvPr id="0" name=""/>
        <dsp:cNvSpPr/>
      </dsp:nvSpPr>
      <dsp:spPr>
        <a:xfrm>
          <a:off x="5531930" y="1283480"/>
          <a:ext cx="114986" cy="14411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1169"/>
              </a:lnTo>
              <a:lnTo>
                <a:pt x="114986" y="1441169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54ED3D-7B7C-4FC1-83BF-9383F49DF139}">
      <dsp:nvSpPr>
        <dsp:cNvPr id="0" name=""/>
        <dsp:cNvSpPr/>
      </dsp:nvSpPr>
      <dsp:spPr>
        <a:xfrm>
          <a:off x="5531930" y="1283480"/>
          <a:ext cx="114986" cy="8968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6897"/>
              </a:lnTo>
              <a:lnTo>
                <a:pt x="114986" y="896897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7395BA-345E-43CA-AD65-00AF9FC8D8AE}">
      <dsp:nvSpPr>
        <dsp:cNvPr id="0" name=""/>
        <dsp:cNvSpPr/>
      </dsp:nvSpPr>
      <dsp:spPr>
        <a:xfrm>
          <a:off x="5531930" y="1283480"/>
          <a:ext cx="114986" cy="3526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2626"/>
              </a:lnTo>
              <a:lnTo>
                <a:pt x="114986" y="352626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0C5D27-B007-4E30-86DE-F8FD09327836}">
      <dsp:nvSpPr>
        <dsp:cNvPr id="0" name=""/>
        <dsp:cNvSpPr/>
      </dsp:nvSpPr>
      <dsp:spPr>
        <a:xfrm>
          <a:off x="3694615" y="687840"/>
          <a:ext cx="2143946" cy="2123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859"/>
              </a:lnTo>
              <a:lnTo>
                <a:pt x="2143946" y="131859"/>
              </a:lnTo>
              <a:lnTo>
                <a:pt x="2143946" y="212350"/>
              </a:lnTo>
            </a:path>
          </a:pathLst>
        </a:custGeom>
        <a:noFill/>
        <a:ln w="55000" cap="flat" cmpd="thickThin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2AE0FA-9A4A-4141-AFA0-B62B659C7B06}">
      <dsp:nvSpPr>
        <dsp:cNvPr id="0" name=""/>
        <dsp:cNvSpPr/>
      </dsp:nvSpPr>
      <dsp:spPr>
        <a:xfrm>
          <a:off x="4604369" y="1283480"/>
          <a:ext cx="114986" cy="19854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85440"/>
              </a:lnTo>
              <a:lnTo>
                <a:pt x="114986" y="1985440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A36CA2-B408-4C9A-AEE8-FB63A50969CE}">
      <dsp:nvSpPr>
        <dsp:cNvPr id="0" name=""/>
        <dsp:cNvSpPr/>
      </dsp:nvSpPr>
      <dsp:spPr>
        <a:xfrm>
          <a:off x="4604369" y="1283480"/>
          <a:ext cx="114986" cy="14411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1169"/>
              </a:lnTo>
              <a:lnTo>
                <a:pt x="114986" y="1441169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DDEAD6-2637-48D4-83FE-51CFE45E956D}">
      <dsp:nvSpPr>
        <dsp:cNvPr id="0" name=""/>
        <dsp:cNvSpPr/>
      </dsp:nvSpPr>
      <dsp:spPr>
        <a:xfrm>
          <a:off x="4604369" y="1283480"/>
          <a:ext cx="114986" cy="8968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6897"/>
              </a:lnTo>
              <a:lnTo>
                <a:pt x="114986" y="896897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3E60B6-784A-4FC8-8D3B-42AF7864A72E}">
      <dsp:nvSpPr>
        <dsp:cNvPr id="0" name=""/>
        <dsp:cNvSpPr/>
      </dsp:nvSpPr>
      <dsp:spPr>
        <a:xfrm>
          <a:off x="4604369" y="1283480"/>
          <a:ext cx="114986" cy="3526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2626"/>
              </a:lnTo>
              <a:lnTo>
                <a:pt x="114986" y="352626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EB40AE-1213-44AD-B60F-669A77FFF3F5}">
      <dsp:nvSpPr>
        <dsp:cNvPr id="0" name=""/>
        <dsp:cNvSpPr/>
      </dsp:nvSpPr>
      <dsp:spPr>
        <a:xfrm>
          <a:off x="3694615" y="687840"/>
          <a:ext cx="1216385" cy="2123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859"/>
              </a:lnTo>
              <a:lnTo>
                <a:pt x="1216385" y="131859"/>
              </a:lnTo>
              <a:lnTo>
                <a:pt x="1216385" y="212350"/>
              </a:lnTo>
            </a:path>
          </a:pathLst>
        </a:custGeom>
        <a:noFill/>
        <a:ln w="55000" cap="flat" cmpd="thickThin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4D44A7-9274-4084-B8F8-033529961C96}">
      <dsp:nvSpPr>
        <dsp:cNvPr id="0" name=""/>
        <dsp:cNvSpPr/>
      </dsp:nvSpPr>
      <dsp:spPr>
        <a:xfrm>
          <a:off x="2841817" y="1283480"/>
          <a:ext cx="254152" cy="30739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73983"/>
              </a:lnTo>
              <a:lnTo>
                <a:pt x="254152" y="3073983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FC50D6-D619-424B-A06C-31E2EC206A5F}">
      <dsp:nvSpPr>
        <dsp:cNvPr id="0" name=""/>
        <dsp:cNvSpPr/>
      </dsp:nvSpPr>
      <dsp:spPr>
        <a:xfrm>
          <a:off x="2841817" y="1283480"/>
          <a:ext cx="254152" cy="25297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9711"/>
              </a:lnTo>
              <a:lnTo>
                <a:pt x="254152" y="2529711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64F021-C4DC-40E3-8BC9-6156ACC6CEC1}">
      <dsp:nvSpPr>
        <dsp:cNvPr id="0" name=""/>
        <dsp:cNvSpPr/>
      </dsp:nvSpPr>
      <dsp:spPr>
        <a:xfrm>
          <a:off x="2841817" y="1283480"/>
          <a:ext cx="254152" cy="19854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85440"/>
              </a:lnTo>
              <a:lnTo>
                <a:pt x="254152" y="1985440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6AAB37-B19B-4880-AF5B-A957281C1B4B}">
      <dsp:nvSpPr>
        <dsp:cNvPr id="0" name=""/>
        <dsp:cNvSpPr/>
      </dsp:nvSpPr>
      <dsp:spPr>
        <a:xfrm>
          <a:off x="2841817" y="1283480"/>
          <a:ext cx="254152" cy="14411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1169"/>
              </a:lnTo>
              <a:lnTo>
                <a:pt x="254152" y="1441169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DE7411-73C3-43BC-8D0B-AD00756E286C}">
      <dsp:nvSpPr>
        <dsp:cNvPr id="0" name=""/>
        <dsp:cNvSpPr/>
      </dsp:nvSpPr>
      <dsp:spPr>
        <a:xfrm>
          <a:off x="2841817" y="1283480"/>
          <a:ext cx="254152" cy="8968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6897"/>
              </a:lnTo>
              <a:lnTo>
                <a:pt x="254152" y="896897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2D56A1-BDCA-48FB-B557-67BB93195E1F}">
      <dsp:nvSpPr>
        <dsp:cNvPr id="0" name=""/>
        <dsp:cNvSpPr/>
      </dsp:nvSpPr>
      <dsp:spPr>
        <a:xfrm>
          <a:off x="2841817" y="1283480"/>
          <a:ext cx="254152" cy="3526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2626"/>
              </a:lnTo>
              <a:lnTo>
                <a:pt x="254152" y="352626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2E8F99-8CB5-4F08-9646-96E6DC1A4157}">
      <dsp:nvSpPr>
        <dsp:cNvPr id="0" name=""/>
        <dsp:cNvSpPr/>
      </dsp:nvSpPr>
      <dsp:spPr>
        <a:xfrm>
          <a:off x="3519555" y="687840"/>
          <a:ext cx="175059" cy="212350"/>
        </a:xfrm>
        <a:custGeom>
          <a:avLst/>
          <a:gdLst/>
          <a:ahLst/>
          <a:cxnLst/>
          <a:rect l="0" t="0" r="0" b="0"/>
          <a:pathLst>
            <a:path>
              <a:moveTo>
                <a:pt x="175059" y="0"/>
              </a:moveTo>
              <a:lnTo>
                <a:pt x="175059" y="131859"/>
              </a:lnTo>
              <a:lnTo>
                <a:pt x="0" y="131859"/>
              </a:lnTo>
              <a:lnTo>
                <a:pt x="0" y="212350"/>
              </a:lnTo>
            </a:path>
          </a:pathLst>
        </a:custGeom>
        <a:noFill/>
        <a:ln w="55000" cap="flat" cmpd="thickThin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2ED8BD-45C9-4919-931F-CF8C95BB8B57}">
      <dsp:nvSpPr>
        <dsp:cNvPr id="0" name=""/>
        <dsp:cNvSpPr/>
      </dsp:nvSpPr>
      <dsp:spPr>
        <a:xfrm>
          <a:off x="1821479" y="1283480"/>
          <a:ext cx="114986" cy="36182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18254"/>
              </a:lnTo>
              <a:lnTo>
                <a:pt x="114986" y="3618254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3F1A5F-2711-4C2B-9AF1-2B8D65F36CB7}">
      <dsp:nvSpPr>
        <dsp:cNvPr id="0" name=""/>
        <dsp:cNvSpPr/>
      </dsp:nvSpPr>
      <dsp:spPr>
        <a:xfrm>
          <a:off x="1821479" y="1283480"/>
          <a:ext cx="114986" cy="30739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73983"/>
              </a:lnTo>
              <a:lnTo>
                <a:pt x="114986" y="3073983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2C478C-040B-4BAB-813B-B2F8D720A2EC}">
      <dsp:nvSpPr>
        <dsp:cNvPr id="0" name=""/>
        <dsp:cNvSpPr/>
      </dsp:nvSpPr>
      <dsp:spPr>
        <a:xfrm>
          <a:off x="1821479" y="1283480"/>
          <a:ext cx="114986" cy="25297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9711"/>
              </a:lnTo>
              <a:lnTo>
                <a:pt x="114986" y="2529711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09FF70-ACA2-49FC-B0FC-8166DC6BBA26}">
      <dsp:nvSpPr>
        <dsp:cNvPr id="0" name=""/>
        <dsp:cNvSpPr/>
      </dsp:nvSpPr>
      <dsp:spPr>
        <a:xfrm>
          <a:off x="1821479" y="1283480"/>
          <a:ext cx="114986" cy="19854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85440"/>
              </a:lnTo>
              <a:lnTo>
                <a:pt x="114986" y="1985440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B237A9-0F97-475D-BBB1-AC3F64569EDF}">
      <dsp:nvSpPr>
        <dsp:cNvPr id="0" name=""/>
        <dsp:cNvSpPr/>
      </dsp:nvSpPr>
      <dsp:spPr>
        <a:xfrm>
          <a:off x="1821479" y="1283480"/>
          <a:ext cx="128471" cy="14411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1169"/>
              </a:lnTo>
              <a:lnTo>
                <a:pt x="128471" y="1441169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6F0A69-920C-49A6-AA73-8C0AB5BA9441}">
      <dsp:nvSpPr>
        <dsp:cNvPr id="0" name=""/>
        <dsp:cNvSpPr/>
      </dsp:nvSpPr>
      <dsp:spPr>
        <a:xfrm>
          <a:off x="1821479" y="1283480"/>
          <a:ext cx="114986" cy="8968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6897"/>
              </a:lnTo>
              <a:lnTo>
                <a:pt x="114986" y="896897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203E58-47DA-48EA-9DC7-08347E5782DF}">
      <dsp:nvSpPr>
        <dsp:cNvPr id="0" name=""/>
        <dsp:cNvSpPr/>
      </dsp:nvSpPr>
      <dsp:spPr>
        <a:xfrm>
          <a:off x="1821479" y="1283480"/>
          <a:ext cx="114986" cy="3526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2626"/>
              </a:lnTo>
              <a:lnTo>
                <a:pt x="114986" y="352626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28414B-9002-4156-A427-6D35F2F84EE7}">
      <dsp:nvSpPr>
        <dsp:cNvPr id="0" name=""/>
        <dsp:cNvSpPr/>
      </dsp:nvSpPr>
      <dsp:spPr>
        <a:xfrm>
          <a:off x="2128110" y="687840"/>
          <a:ext cx="1566504" cy="212350"/>
        </a:xfrm>
        <a:custGeom>
          <a:avLst/>
          <a:gdLst/>
          <a:ahLst/>
          <a:cxnLst/>
          <a:rect l="0" t="0" r="0" b="0"/>
          <a:pathLst>
            <a:path>
              <a:moveTo>
                <a:pt x="1566504" y="0"/>
              </a:moveTo>
              <a:lnTo>
                <a:pt x="1566504" y="131859"/>
              </a:lnTo>
              <a:lnTo>
                <a:pt x="0" y="131859"/>
              </a:lnTo>
              <a:lnTo>
                <a:pt x="0" y="212350"/>
              </a:lnTo>
            </a:path>
          </a:pathLst>
        </a:custGeom>
        <a:noFill/>
        <a:ln w="55000" cap="flat" cmpd="thickThin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3373E7-DC5A-4128-8743-4D256A2684C9}">
      <dsp:nvSpPr>
        <dsp:cNvPr id="0" name=""/>
        <dsp:cNvSpPr/>
      </dsp:nvSpPr>
      <dsp:spPr>
        <a:xfrm>
          <a:off x="158008" y="1283480"/>
          <a:ext cx="240770" cy="36182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18254"/>
              </a:lnTo>
              <a:lnTo>
                <a:pt x="240770" y="3618254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FBE289-0B21-4BC9-B4D7-51484357178E}">
      <dsp:nvSpPr>
        <dsp:cNvPr id="0" name=""/>
        <dsp:cNvSpPr/>
      </dsp:nvSpPr>
      <dsp:spPr>
        <a:xfrm>
          <a:off x="158008" y="1283480"/>
          <a:ext cx="240770" cy="30739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73983"/>
              </a:lnTo>
              <a:lnTo>
                <a:pt x="240770" y="3073983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6E5DAF-3CF8-4A31-BA95-1FE9F760330B}">
      <dsp:nvSpPr>
        <dsp:cNvPr id="0" name=""/>
        <dsp:cNvSpPr/>
      </dsp:nvSpPr>
      <dsp:spPr>
        <a:xfrm>
          <a:off x="158008" y="1283480"/>
          <a:ext cx="240770" cy="25297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9711"/>
              </a:lnTo>
              <a:lnTo>
                <a:pt x="240770" y="2529711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E76B81-4FD7-43B1-8795-489347226751}">
      <dsp:nvSpPr>
        <dsp:cNvPr id="0" name=""/>
        <dsp:cNvSpPr/>
      </dsp:nvSpPr>
      <dsp:spPr>
        <a:xfrm>
          <a:off x="158008" y="1283480"/>
          <a:ext cx="240770" cy="19854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85440"/>
              </a:lnTo>
              <a:lnTo>
                <a:pt x="240770" y="1985440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96BF37-B927-4A06-8E0F-FC8829ABF7D9}">
      <dsp:nvSpPr>
        <dsp:cNvPr id="0" name=""/>
        <dsp:cNvSpPr/>
      </dsp:nvSpPr>
      <dsp:spPr>
        <a:xfrm>
          <a:off x="158008" y="1283480"/>
          <a:ext cx="240770" cy="14411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1169"/>
              </a:lnTo>
              <a:lnTo>
                <a:pt x="240770" y="1441169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AAFBBE-3ECF-43C8-81D3-905B2B9DF28A}">
      <dsp:nvSpPr>
        <dsp:cNvPr id="0" name=""/>
        <dsp:cNvSpPr/>
      </dsp:nvSpPr>
      <dsp:spPr>
        <a:xfrm>
          <a:off x="158008" y="1283480"/>
          <a:ext cx="240770" cy="8968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6897"/>
              </a:lnTo>
              <a:lnTo>
                <a:pt x="240770" y="896897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CDC863-1E56-4D43-95FF-C2FF63F4D748}">
      <dsp:nvSpPr>
        <dsp:cNvPr id="0" name=""/>
        <dsp:cNvSpPr/>
      </dsp:nvSpPr>
      <dsp:spPr>
        <a:xfrm>
          <a:off x="158008" y="1283480"/>
          <a:ext cx="240770" cy="3526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2626"/>
              </a:lnTo>
              <a:lnTo>
                <a:pt x="240770" y="352626"/>
              </a:lnTo>
            </a:path>
          </a:pathLst>
        </a:custGeom>
        <a:noFill/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0635F9-97E4-4675-B5A0-F17AB7B65BB1}">
      <dsp:nvSpPr>
        <dsp:cNvPr id="0" name=""/>
        <dsp:cNvSpPr/>
      </dsp:nvSpPr>
      <dsp:spPr>
        <a:xfrm>
          <a:off x="790040" y="687840"/>
          <a:ext cx="2904575" cy="212350"/>
        </a:xfrm>
        <a:custGeom>
          <a:avLst/>
          <a:gdLst/>
          <a:ahLst/>
          <a:cxnLst/>
          <a:rect l="0" t="0" r="0" b="0"/>
          <a:pathLst>
            <a:path>
              <a:moveTo>
                <a:pt x="2904575" y="0"/>
              </a:moveTo>
              <a:lnTo>
                <a:pt x="2904575" y="131859"/>
              </a:lnTo>
              <a:lnTo>
                <a:pt x="0" y="131859"/>
              </a:lnTo>
              <a:lnTo>
                <a:pt x="0" y="212350"/>
              </a:lnTo>
            </a:path>
          </a:pathLst>
        </a:custGeom>
        <a:noFill/>
        <a:ln w="55000" cap="flat" cmpd="thickThin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745D6F-3FE5-42C2-8C56-7F92C27B99F1}">
      <dsp:nvSpPr>
        <dsp:cNvPr id="0" name=""/>
        <dsp:cNvSpPr/>
      </dsp:nvSpPr>
      <dsp:spPr>
        <a:xfrm>
          <a:off x="2664934" y="399867"/>
          <a:ext cx="2059361" cy="2879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noProof="0" dirty="0" smtClean="0"/>
            <a:t>Doctor’s </a:t>
          </a:r>
          <a:r>
            <a:rPr lang="fr-FR" sz="800" kern="1200" dirty="0" smtClean="0"/>
            <a:t>Office System</a:t>
          </a:r>
          <a:endParaRPr lang="fr-FR" sz="800" kern="1200" dirty="0"/>
        </a:p>
      </dsp:txBody>
      <dsp:txXfrm>
        <a:off x="2664934" y="399867"/>
        <a:ext cx="2059361" cy="287973"/>
      </dsp:txXfrm>
    </dsp:sp>
    <dsp:sp modelId="{4971E7A0-4065-4005-8A48-85E762952B51}">
      <dsp:nvSpPr>
        <dsp:cNvPr id="0" name=""/>
        <dsp:cNvSpPr/>
      </dsp:nvSpPr>
      <dsp:spPr>
        <a:xfrm>
          <a:off x="0" y="900191"/>
          <a:ext cx="1580080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/>
            <a:t>Manage </a:t>
          </a:r>
          <a:r>
            <a:rPr lang="en-US" sz="800" kern="1200" dirty="0" smtClean="0"/>
            <a:t>Patients</a:t>
          </a:r>
          <a:endParaRPr lang="en-US" sz="800" kern="1200" dirty="0"/>
        </a:p>
      </dsp:txBody>
      <dsp:txXfrm>
        <a:off x="0" y="900191"/>
        <a:ext cx="1580080" cy="383289"/>
      </dsp:txXfrm>
    </dsp:sp>
    <dsp:sp modelId="{C3039185-4885-4346-9706-1010CF464D41}">
      <dsp:nvSpPr>
        <dsp:cNvPr id="0" name=""/>
        <dsp:cNvSpPr/>
      </dsp:nvSpPr>
      <dsp:spPr>
        <a:xfrm>
          <a:off x="398778" y="1444462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Add Patient</a:t>
          </a:r>
          <a:endParaRPr lang="en-US" sz="800" kern="1200" dirty="0"/>
        </a:p>
      </dsp:txBody>
      <dsp:txXfrm>
        <a:off x="398778" y="1444462"/>
        <a:ext cx="766579" cy="383289"/>
      </dsp:txXfrm>
    </dsp:sp>
    <dsp:sp modelId="{9F56586E-2085-42AF-BCE0-D2C413206514}">
      <dsp:nvSpPr>
        <dsp:cNvPr id="0" name=""/>
        <dsp:cNvSpPr/>
      </dsp:nvSpPr>
      <dsp:spPr>
        <a:xfrm>
          <a:off x="398778" y="1988733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Modify Patient</a:t>
          </a:r>
          <a:endParaRPr lang="en-US" sz="800" kern="1200" dirty="0"/>
        </a:p>
      </dsp:txBody>
      <dsp:txXfrm>
        <a:off x="398778" y="1988733"/>
        <a:ext cx="766579" cy="383289"/>
      </dsp:txXfrm>
    </dsp:sp>
    <dsp:sp modelId="{8498CE60-4A31-45EB-B4BA-81ADE0E62F2A}">
      <dsp:nvSpPr>
        <dsp:cNvPr id="0" name=""/>
        <dsp:cNvSpPr/>
      </dsp:nvSpPr>
      <dsp:spPr>
        <a:xfrm>
          <a:off x="398778" y="2533004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/>
            <a:t>View all </a:t>
          </a:r>
          <a:r>
            <a:rPr lang="en-US" sz="800" kern="1200" dirty="0" smtClean="0"/>
            <a:t>Patients</a:t>
          </a:r>
          <a:endParaRPr lang="en-US" sz="800" kern="1200" dirty="0"/>
        </a:p>
      </dsp:txBody>
      <dsp:txXfrm>
        <a:off x="398778" y="2533004"/>
        <a:ext cx="766579" cy="383289"/>
      </dsp:txXfrm>
    </dsp:sp>
    <dsp:sp modelId="{658E7AF2-2F66-4D09-91E3-232DDE8A6061}">
      <dsp:nvSpPr>
        <dsp:cNvPr id="0" name=""/>
        <dsp:cNvSpPr/>
      </dsp:nvSpPr>
      <dsp:spPr>
        <a:xfrm>
          <a:off x="398778" y="3077276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/>
            <a:t>View </a:t>
          </a:r>
          <a:r>
            <a:rPr lang="en-US" sz="800" kern="1200" dirty="0" smtClean="0"/>
            <a:t>Patient</a:t>
          </a:r>
          <a:endParaRPr lang="en-US" sz="800" kern="1200" dirty="0"/>
        </a:p>
      </dsp:txBody>
      <dsp:txXfrm>
        <a:off x="398778" y="3077276"/>
        <a:ext cx="766579" cy="383289"/>
      </dsp:txXfrm>
    </dsp:sp>
    <dsp:sp modelId="{FCC4C211-DF71-42F3-9C37-CD452E04E8DE}">
      <dsp:nvSpPr>
        <dsp:cNvPr id="0" name=""/>
        <dsp:cNvSpPr/>
      </dsp:nvSpPr>
      <dsp:spPr>
        <a:xfrm>
          <a:off x="398778" y="3621547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/>
            <a:t>Drop </a:t>
          </a:r>
          <a:r>
            <a:rPr lang="en-US" sz="800" kern="1200" dirty="0" smtClean="0"/>
            <a:t>Patient</a:t>
          </a:r>
          <a:endParaRPr lang="en-US" sz="800" kern="1200" dirty="0"/>
        </a:p>
      </dsp:txBody>
      <dsp:txXfrm>
        <a:off x="398778" y="3621547"/>
        <a:ext cx="766579" cy="383289"/>
      </dsp:txXfrm>
    </dsp:sp>
    <dsp:sp modelId="{434E5EE0-7B64-4BC3-BB59-5852A55EC5BA}">
      <dsp:nvSpPr>
        <dsp:cNvPr id="0" name=""/>
        <dsp:cNvSpPr/>
      </dsp:nvSpPr>
      <dsp:spPr>
        <a:xfrm>
          <a:off x="398778" y="4165818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/>
            <a:t>Search by: Name or CIN</a:t>
          </a:r>
        </a:p>
      </dsp:txBody>
      <dsp:txXfrm>
        <a:off x="398778" y="4165818"/>
        <a:ext cx="766579" cy="383289"/>
      </dsp:txXfrm>
    </dsp:sp>
    <dsp:sp modelId="{41CE3861-D561-45EB-947F-0E9FD774A8A2}">
      <dsp:nvSpPr>
        <dsp:cNvPr id="0" name=""/>
        <dsp:cNvSpPr/>
      </dsp:nvSpPr>
      <dsp:spPr>
        <a:xfrm>
          <a:off x="398778" y="4710090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/>
            <a:t>Sort by: Name or CIN</a:t>
          </a:r>
        </a:p>
      </dsp:txBody>
      <dsp:txXfrm>
        <a:off x="398778" y="4710090"/>
        <a:ext cx="766579" cy="383289"/>
      </dsp:txXfrm>
    </dsp:sp>
    <dsp:sp modelId="{622DBD3F-247F-4FE4-812B-AA1EF0784095}">
      <dsp:nvSpPr>
        <dsp:cNvPr id="0" name=""/>
        <dsp:cNvSpPr/>
      </dsp:nvSpPr>
      <dsp:spPr>
        <a:xfrm>
          <a:off x="1744821" y="900191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/>
            <a:t>Manage Employees</a:t>
          </a:r>
        </a:p>
      </dsp:txBody>
      <dsp:txXfrm>
        <a:off x="1744821" y="900191"/>
        <a:ext cx="766579" cy="383289"/>
      </dsp:txXfrm>
    </dsp:sp>
    <dsp:sp modelId="{F2DCF990-A700-4B22-A448-6756095B2DBD}">
      <dsp:nvSpPr>
        <dsp:cNvPr id="0" name=""/>
        <dsp:cNvSpPr/>
      </dsp:nvSpPr>
      <dsp:spPr>
        <a:xfrm>
          <a:off x="1936466" y="1444462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/>
            <a:t>View an Employee</a:t>
          </a:r>
        </a:p>
      </dsp:txBody>
      <dsp:txXfrm>
        <a:off x="1936466" y="1444462"/>
        <a:ext cx="766579" cy="383289"/>
      </dsp:txXfrm>
    </dsp:sp>
    <dsp:sp modelId="{0C10A706-0059-4BD5-9559-1D1074200EB8}">
      <dsp:nvSpPr>
        <dsp:cNvPr id="0" name=""/>
        <dsp:cNvSpPr/>
      </dsp:nvSpPr>
      <dsp:spPr>
        <a:xfrm>
          <a:off x="1936466" y="1988733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/>
            <a:t>View all Employees</a:t>
          </a:r>
        </a:p>
      </dsp:txBody>
      <dsp:txXfrm>
        <a:off x="1936466" y="1988733"/>
        <a:ext cx="766579" cy="383289"/>
      </dsp:txXfrm>
    </dsp:sp>
    <dsp:sp modelId="{945573EB-A4B9-4C20-8978-DDC82CFC75D6}">
      <dsp:nvSpPr>
        <dsp:cNvPr id="0" name=""/>
        <dsp:cNvSpPr/>
      </dsp:nvSpPr>
      <dsp:spPr>
        <a:xfrm>
          <a:off x="1949950" y="2533004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/>
            <a:t>Add </a:t>
          </a:r>
          <a:r>
            <a:rPr lang="en-US" sz="800" kern="1200" dirty="0" smtClean="0"/>
            <a:t>Employee</a:t>
          </a:r>
          <a:endParaRPr lang="en-US" sz="800" kern="1200" dirty="0"/>
        </a:p>
      </dsp:txBody>
      <dsp:txXfrm>
        <a:off x="1949950" y="2533004"/>
        <a:ext cx="766579" cy="383289"/>
      </dsp:txXfrm>
    </dsp:sp>
    <dsp:sp modelId="{E5DB1D2A-5114-4317-8F31-EFFB5ED0410F}">
      <dsp:nvSpPr>
        <dsp:cNvPr id="0" name=""/>
        <dsp:cNvSpPr/>
      </dsp:nvSpPr>
      <dsp:spPr>
        <a:xfrm>
          <a:off x="1936466" y="3077276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Delete Employee</a:t>
          </a:r>
          <a:endParaRPr lang="en-US" sz="800" kern="1200" dirty="0"/>
        </a:p>
      </dsp:txBody>
      <dsp:txXfrm>
        <a:off x="1936466" y="3077276"/>
        <a:ext cx="766579" cy="383289"/>
      </dsp:txXfrm>
    </dsp:sp>
    <dsp:sp modelId="{E6F03880-8057-4920-A8C1-C33027FE619D}">
      <dsp:nvSpPr>
        <dsp:cNvPr id="0" name=""/>
        <dsp:cNvSpPr/>
      </dsp:nvSpPr>
      <dsp:spPr>
        <a:xfrm>
          <a:off x="1936466" y="3621547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/>
            <a:t>Sort Employees by: Name or CIN</a:t>
          </a:r>
        </a:p>
      </dsp:txBody>
      <dsp:txXfrm>
        <a:off x="1936466" y="3621547"/>
        <a:ext cx="766579" cy="383289"/>
      </dsp:txXfrm>
    </dsp:sp>
    <dsp:sp modelId="{FEFBC6DD-043E-4B31-86E1-15273E00E593}">
      <dsp:nvSpPr>
        <dsp:cNvPr id="0" name=""/>
        <dsp:cNvSpPr/>
      </dsp:nvSpPr>
      <dsp:spPr>
        <a:xfrm>
          <a:off x="1936466" y="4165818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/>
            <a:t>Search Employee by: Name or CIN</a:t>
          </a:r>
        </a:p>
      </dsp:txBody>
      <dsp:txXfrm>
        <a:off x="1936466" y="4165818"/>
        <a:ext cx="766579" cy="383289"/>
      </dsp:txXfrm>
    </dsp:sp>
    <dsp:sp modelId="{C959C6AF-A7DE-4838-9126-F752C5828875}">
      <dsp:nvSpPr>
        <dsp:cNvPr id="0" name=""/>
        <dsp:cNvSpPr/>
      </dsp:nvSpPr>
      <dsp:spPr>
        <a:xfrm>
          <a:off x="1936466" y="4710090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/>
            <a:t>Modify Employee</a:t>
          </a:r>
        </a:p>
      </dsp:txBody>
      <dsp:txXfrm>
        <a:off x="1936466" y="4710090"/>
        <a:ext cx="766579" cy="383289"/>
      </dsp:txXfrm>
    </dsp:sp>
    <dsp:sp modelId="{A02B5C86-C3C3-4FAA-9195-19363436DBC2}">
      <dsp:nvSpPr>
        <dsp:cNvPr id="0" name=""/>
        <dsp:cNvSpPr/>
      </dsp:nvSpPr>
      <dsp:spPr>
        <a:xfrm>
          <a:off x="2672382" y="900191"/>
          <a:ext cx="1694347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/>
            <a:t>Manage </a:t>
          </a:r>
          <a:r>
            <a:rPr lang="en-US" sz="800" kern="1200" dirty="0" smtClean="0"/>
            <a:t>Prescriptions</a:t>
          </a:r>
          <a:endParaRPr lang="en-US" sz="800" kern="1200" dirty="0"/>
        </a:p>
      </dsp:txBody>
      <dsp:txXfrm>
        <a:off x="2672382" y="900191"/>
        <a:ext cx="1694347" cy="383289"/>
      </dsp:txXfrm>
    </dsp:sp>
    <dsp:sp modelId="{942CBACE-8706-4680-8577-F0DEA4C1115E}">
      <dsp:nvSpPr>
        <dsp:cNvPr id="0" name=""/>
        <dsp:cNvSpPr/>
      </dsp:nvSpPr>
      <dsp:spPr>
        <a:xfrm>
          <a:off x="3095969" y="1444462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/>
            <a:t>Add </a:t>
          </a:r>
          <a:r>
            <a:rPr lang="en-US" sz="800" kern="1200" dirty="0" smtClean="0"/>
            <a:t>Prescription</a:t>
          </a:r>
          <a:endParaRPr lang="en-US" sz="800" kern="1200" dirty="0"/>
        </a:p>
      </dsp:txBody>
      <dsp:txXfrm>
        <a:off x="3095969" y="1444462"/>
        <a:ext cx="766579" cy="383289"/>
      </dsp:txXfrm>
    </dsp:sp>
    <dsp:sp modelId="{9B3D61FE-B84C-4B8F-B8D4-7ADE331142C8}">
      <dsp:nvSpPr>
        <dsp:cNvPr id="0" name=""/>
        <dsp:cNvSpPr/>
      </dsp:nvSpPr>
      <dsp:spPr>
        <a:xfrm>
          <a:off x="3095969" y="1988733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View Prescription </a:t>
          </a:r>
          <a:endParaRPr lang="en-US" sz="800" kern="1200" dirty="0"/>
        </a:p>
      </dsp:txBody>
      <dsp:txXfrm>
        <a:off x="3095969" y="1988733"/>
        <a:ext cx="766579" cy="383289"/>
      </dsp:txXfrm>
    </dsp:sp>
    <dsp:sp modelId="{00F37CFE-B8AE-428B-93CE-A96F5D22D84C}">
      <dsp:nvSpPr>
        <dsp:cNvPr id="0" name=""/>
        <dsp:cNvSpPr/>
      </dsp:nvSpPr>
      <dsp:spPr>
        <a:xfrm>
          <a:off x="3095969" y="2533004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/>
            <a:t>Modify </a:t>
          </a:r>
          <a:r>
            <a:rPr lang="en-US" sz="800" kern="1200" dirty="0" smtClean="0"/>
            <a:t>Prescription</a:t>
          </a:r>
          <a:endParaRPr lang="en-US" sz="800" kern="1200" dirty="0"/>
        </a:p>
      </dsp:txBody>
      <dsp:txXfrm>
        <a:off x="3095969" y="2533004"/>
        <a:ext cx="766579" cy="383289"/>
      </dsp:txXfrm>
    </dsp:sp>
    <dsp:sp modelId="{4AEC20CE-B4FF-4912-8573-41848BEE0423}">
      <dsp:nvSpPr>
        <dsp:cNvPr id="0" name=""/>
        <dsp:cNvSpPr/>
      </dsp:nvSpPr>
      <dsp:spPr>
        <a:xfrm>
          <a:off x="3095969" y="3077276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/>
            <a:t>Delete </a:t>
          </a:r>
          <a:r>
            <a:rPr lang="en-US" sz="800" kern="1200" dirty="0" smtClean="0"/>
            <a:t>Prescription</a:t>
          </a:r>
          <a:endParaRPr lang="en-US" sz="800" kern="1200" dirty="0"/>
        </a:p>
      </dsp:txBody>
      <dsp:txXfrm>
        <a:off x="3095969" y="3077276"/>
        <a:ext cx="766579" cy="383289"/>
      </dsp:txXfrm>
    </dsp:sp>
    <dsp:sp modelId="{21C70C47-AA39-4FED-88E6-20457319D289}">
      <dsp:nvSpPr>
        <dsp:cNvPr id="0" name=""/>
        <dsp:cNvSpPr/>
      </dsp:nvSpPr>
      <dsp:spPr>
        <a:xfrm>
          <a:off x="3095969" y="3621547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/>
            <a:t>Search </a:t>
          </a:r>
          <a:r>
            <a:rPr lang="en-US" sz="800" kern="1200" dirty="0" smtClean="0"/>
            <a:t>Prescription</a:t>
          </a:r>
          <a:endParaRPr lang="en-US" sz="800" kern="1200" dirty="0"/>
        </a:p>
      </dsp:txBody>
      <dsp:txXfrm>
        <a:off x="3095969" y="3621547"/>
        <a:ext cx="766579" cy="383289"/>
      </dsp:txXfrm>
    </dsp:sp>
    <dsp:sp modelId="{7011EBC7-3BE4-43FB-B490-1A6C0C599BE1}">
      <dsp:nvSpPr>
        <dsp:cNvPr id="0" name=""/>
        <dsp:cNvSpPr/>
      </dsp:nvSpPr>
      <dsp:spPr>
        <a:xfrm>
          <a:off x="3095969" y="4165818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800" kern="1200" dirty="0" smtClean="0"/>
            <a:t>Sort Prescriptions</a:t>
          </a:r>
          <a:endParaRPr lang="fr-FR" sz="800" kern="1200" dirty="0"/>
        </a:p>
      </dsp:txBody>
      <dsp:txXfrm>
        <a:off x="3095969" y="4165818"/>
        <a:ext cx="766579" cy="383289"/>
      </dsp:txXfrm>
    </dsp:sp>
    <dsp:sp modelId="{7AC44FC1-8D32-423D-8D23-18BB41E591F7}">
      <dsp:nvSpPr>
        <dsp:cNvPr id="0" name=""/>
        <dsp:cNvSpPr/>
      </dsp:nvSpPr>
      <dsp:spPr>
        <a:xfrm>
          <a:off x="4527711" y="900191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/>
            <a:t>Manage </a:t>
          </a:r>
          <a:r>
            <a:rPr lang="en-US" sz="800" kern="1200" dirty="0" smtClean="0"/>
            <a:t>Statistics</a:t>
          </a:r>
          <a:endParaRPr lang="en-US" sz="800" kern="1200" dirty="0"/>
        </a:p>
      </dsp:txBody>
      <dsp:txXfrm>
        <a:off x="4527711" y="900191"/>
        <a:ext cx="766579" cy="383289"/>
      </dsp:txXfrm>
    </dsp:sp>
    <dsp:sp modelId="{46131E56-6567-44C0-AB8D-19559207DDC4}">
      <dsp:nvSpPr>
        <dsp:cNvPr id="0" name=""/>
        <dsp:cNvSpPr/>
      </dsp:nvSpPr>
      <dsp:spPr>
        <a:xfrm>
          <a:off x="4719356" y="1444462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View Statistics</a:t>
          </a:r>
          <a:endParaRPr lang="en-US" sz="800" kern="1200" dirty="0"/>
        </a:p>
      </dsp:txBody>
      <dsp:txXfrm>
        <a:off x="4719356" y="1444462"/>
        <a:ext cx="766579" cy="383289"/>
      </dsp:txXfrm>
    </dsp:sp>
    <dsp:sp modelId="{55FDCA74-5C06-4E69-AB82-B577B09ADF78}">
      <dsp:nvSpPr>
        <dsp:cNvPr id="0" name=""/>
        <dsp:cNvSpPr/>
      </dsp:nvSpPr>
      <dsp:spPr>
        <a:xfrm>
          <a:off x="4719356" y="1988733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Search Statistics</a:t>
          </a:r>
        </a:p>
      </dsp:txBody>
      <dsp:txXfrm>
        <a:off x="4719356" y="1988733"/>
        <a:ext cx="766579" cy="383289"/>
      </dsp:txXfrm>
    </dsp:sp>
    <dsp:sp modelId="{C6054CDA-9C0B-4757-AECE-FBCBEFEE0442}">
      <dsp:nvSpPr>
        <dsp:cNvPr id="0" name=""/>
        <dsp:cNvSpPr/>
      </dsp:nvSpPr>
      <dsp:spPr>
        <a:xfrm>
          <a:off x="4719356" y="2533004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/>
            <a:t>Modify </a:t>
          </a:r>
          <a:r>
            <a:rPr lang="en-US" sz="800" kern="1200" dirty="0" smtClean="0"/>
            <a:t>Statistics</a:t>
          </a:r>
          <a:endParaRPr lang="en-US" sz="800" kern="1200" dirty="0"/>
        </a:p>
      </dsp:txBody>
      <dsp:txXfrm>
        <a:off x="4719356" y="2533004"/>
        <a:ext cx="766579" cy="383289"/>
      </dsp:txXfrm>
    </dsp:sp>
    <dsp:sp modelId="{D91A6CF7-7E65-4C29-9EA3-CF1162DCC07B}">
      <dsp:nvSpPr>
        <dsp:cNvPr id="0" name=""/>
        <dsp:cNvSpPr/>
      </dsp:nvSpPr>
      <dsp:spPr>
        <a:xfrm>
          <a:off x="4719356" y="3077276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Update Statistics</a:t>
          </a:r>
          <a:endParaRPr lang="en-US" sz="800" kern="1200" dirty="0"/>
        </a:p>
      </dsp:txBody>
      <dsp:txXfrm>
        <a:off x="4719356" y="3077276"/>
        <a:ext cx="766579" cy="383289"/>
      </dsp:txXfrm>
    </dsp:sp>
    <dsp:sp modelId="{C2345E15-D5B2-4118-9273-4AC6426F12A9}">
      <dsp:nvSpPr>
        <dsp:cNvPr id="0" name=""/>
        <dsp:cNvSpPr/>
      </dsp:nvSpPr>
      <dsp:spPr>
        <a:xfrm>
          <a:off x="5455272" y="900191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/>
            <a:t>Manage </a:t>
          </a:r>
          <a:r>
            <a:rPr lang="en-US" sz="800" kern="1200" dirty="0" smtClean="0"/>
            <a:t> Accounting Transactions</a:t>
          </a:r>
          <a:endParaRPr lang="en-US" sz="800" kern="1200" dirty="0"/>
        </a:p>
      </dsp:txBody>
      <dsp:txXfrm>
        <a:off x="5455272" y="900191"/>
        <a:ext cx="766579" cy="383289"/>
      </dsp:txXfrm>
    </dsp:sp>
    <dsp:sp modelId="{B33C584D-EDBA-48BE-8920-1180A473F164}">
      <dsp:nvSpPr>
        <dsp:cNvPr id="0" name=""/>
        <dsp:cNvSpPr/>
      </dsp:nvSpPr>
      <dsp:spPr>
        <a:xfrm>
          <a:off x="5646916" y="1444462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/>
            <a:t>Add an expense</a:t>
          </a:r>
        </a:p>
      </dsp:txBody>
      <dsp:txXfrm>
        <a:off x="5646916" y="1444462"/>
        <a:ext cx="766579" cy="383289"/>
      </dsp:txXfrm>
    </dsp:sp>
    <dsp:sp modelId="{C9EC484D-C0C6-4A22-964A-59E05D1E943A}">
      <dsp:nvSpPr>
        <dsp:cNvPr id="0" name=""/>
        <dsp:cNvSpPr/>
      </dsp:nvSpPr>
      <dsp:spPr>
        <a:xfrm>
          <a:off x="5646916" y="1988733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/>
            <a:t>Modify an expense</a:t>
          </a:r>
        </a:p>
      </dsp:txBody>
      <dsp:txXfrm>
        <a:off x="5646916" y="1988733"/>
        <a:ext cx="766579" cy="383289"/>
      </dsp:txXfrm>
    </dsp:sp>
    <dsp:sp modelId="{E74160CA-65FC-4A0C-A18E-8B1B9FA87D83}">
      <dsp:nvSpPr>
        <dsp:cNvPr id="0" name=""/>
        <dsp:cNvSpPr/>
      </dsp:nvSpPr>
      <dsp:spPr>
        <a:xfrm>
          <a:off x="5646916" y="2533004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/>
            <a:t>Delete an expense</a:t>
          </a:r>
        </a:p>
      </dsp:txBody>
      <dsp:txXfrm>
        <a:off x="5646916" y="2533004"/>
        <a:ext cx="766579" cy="383289"/>
      </dsp:txXfrm>
    </dsp:sp>
    <dsp:sp modelId="{BB7683D4-6191-497A-BB64-BF28DAF90CE3}">
      <dsp:nvSpPr>
        <dsp:cNvPr id="0" name=""/>
        <dsp:cNvSpPr/>
      </dsp:nvSpPr>
      <dsp:spPr>
        <a:xfrm>
          <a:off x="5646916" y="3077276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/>
            <a:t>View expenses</a:t>
          </a:r>
        </a:p>
      </dsp:txBody>
      <dsp:txXfrm>
        <a:off x="5646916" y="3077276"/>
        <a:ext cx="766579" cy="383289"/>
      </dsp:txXfrm>
    </dsp:sp>
    <dsp:sp modelId="{ED8E8A81-A6FB-43C2-BC0A-F2A15439F89D}">
      <dsp:nvSpPr>
        <dsp:cNvPr id="0" name=""/>
        <dsp:cNvSpPr/>
      </dsp:nvSpPr>
      <dsp:spPr>
        <a:xfrm>
          <a:off x="5646916" y="3621547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Add a revenue</a:t>
          </a:r>
          <a:endParaRPr lang="en-US" sz="800" kern="1200" dirty="0"/>
        </a:p>
      </dsp:txBody>
      <dsp:txXfrm>
        <a:off x="5646916" y="3621547"/>
        <a:ext cx="766579" cy="383289"/>
      </dsp:txXfrm>
    </dsp:sp>
    <dsp:sp modelId="{1DD795FC-CED3-4355-938F-085D09C3B510}">
      <dsp:nvSpPr>
        <dsp:cNvPr id="0" name=""/>
        <dsp:cNvSpPr/>
      </dsp:nvSpPr>
      <dsp:spPr>
        <a:xfrm>
          <a:off x="5646916" y="4165818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Modify a revenue</a:t>
          </a:r>
          <a:endParaRPr lang="en-US" sz="800" kern="1200" dirty="0"/>
        </a:p>
      </dsp:txBody>
      <dsp:txXfrm>
        <a:off x="5646916" y="4165818"/>
        <a:ext cx="766579" cy="383289"/>
      </dsp:txXfrm>
    </dsp:sp>
    <dsp:sp modelId="{7E8A0D8B-9EC6-40B5-8D42-49007D1FB02E}">
      <dsp:nvSpPr>
        <dsp:cNvPr id="0" name=""/>
        <dsp:cNvSpPr/>
      </dsp:nvSpPr>
      <dsp:spPr>
        <a:xfrm>
          <a:off x="5646916" y="4710090"/>
          <a:ext cx="90102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/>
            <a:t>View </a:t>
          </a:r>
          <a:r>
            <a:rPr lang="en-US" sz="800" kern="1200" dirty="0" smtClean="0"/>
            <a:t>revenues</a:t>
          </a:r>
          <a:endParaRPr lang="en-US" sz="800" kern="1200" dirty="0"/>
        </a:p>
      </dsp:txBody>
      <dsp:txXfrm>
        <a:off x="5646916" y="4710090"/>
        <a:ext cx="901029" cy="383289"/>
      </dsp:txXfrm>
    </dsp:sp>
    <dsp:sp modelId="{6CF61BA3-7BB0-4E68-B4F8-E0583AF43F4F}">
      <dsp:nvSpPr>
        <dsp:cNvPr id="0" name=""/>
        <dsp:cNvSpPr/>
      </dsp:nvSpPr>
      <dsp:spPr>
        <a:xfrm>
          <a:off x="6382833" y="900191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Manage Appointments</a:t>
          </a:r>
          <a:endParaRPr lang="en-US" sz="800" kern="1200" dirty="0"/>
        </a:p>
      </dsp:txBody>
      <dsp:txXfrm>
        <a:off x="6382833" y="900191"/>
        <a:ext cx="766579" cy="383289"/>
      </dsp:txXfrm>
    </dsp:sp>
    <dsp:sp modelId="{454FDF45-A8F1-444E-8B88-CA7FDD1695FA}">
      <dsp:nvSpPr>
        <dsp:cNvPr id="0" name=""/>
        <dsp:cNvSpPr/>
      </dsp:nvSpPr>
      <dsp:spPr>
        <a:xfrm>
          <a:off x="6574477" y="1444462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Add Appointment </a:t>
          </a:r>
          <a:endParaRPr lang="en-US" sz="800" kern="1200" dirty="0"/>
        </a:p>
      </dsp:txBody>
      <dsp:txXfrm>
        <a:off x="6574477" y="1444462"/>
        <a:ext cx="766579" cy="383289"/>
      </dsp:txXfrm>
    </dsp:sp>
    <dsp:sp modelId="{21ABB394-9B71-45E8-9812-1E8248D9D510}">
      <dsp:nvSpPr>
        <dsp:cNvPr id="0" name=""/>
        <dsp:cNvSpPr/>
      </dsp:nvSpPr>
      <dsp:spPr>
        <a:xfrm>
          <a:off x="6574477" y="1988733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Modify Appointment</a:t>
          </a:r>
          <a:endParaRPr lang="en-US" sz="800" kern="1200" dirty="0"/>
        </a:p>
      </dsp:txBody>
      <dsp:txXfrm>
        <a:off x="6574477" y="1988733"/>
        <a:ext cx="766579" cy="383289"/>
      </dsp:txXfrm>
    </dsp:sp>
    <dsp:sp modelId="{F22EA178-59D4-424B-BEF7-0756C8451386}">
      <dsp:nvSpPr>
        <dsp:cNvPr id="0" name=""/>
        <dsp:cNvSpPr/>
      </dsp:nvSpPr>
      <dsp:spPr>
        <a:xfrm>
          <a:off x="6574477" y="2533004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Delete Appointment </a:t>
          </a:r>
          <a:endParaRPr lang="en-US" sz="800" kern="1200" dirty="0"/>
        </a:p>
      </dsp:txBody>
      <dsp:txXfrm>
        <a:off x="6574477" y="2533004"/>
        <a:ext cx="766579" cy="383289"/>
      </dsp:txXfrm>
    </dsp:sp>
    <dsp:sp modelId="{C595C981-459D-43C2-81AF-1F85E854FD0D}">
      <dsp:nvSpPr>
        <dsp:cNvPr id="0" name=""/>
        <dsp:cNvSpPr/>
      </dsp:nvSpPr>
      <dsp:spPr>
        <a:xfrm>
          <a:off x="6574477" y="3077276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Search Appointment </a:t>
          </a:r>
          <a:endParaRPr lang="en-US" sz="800" kern="1200" dirty="0"/>
        </a:p>
      </dsp:txBody>
      <dsp:txXfrm>
        <a:off x="6574477" y="3077276"/>
        <a:ext cx="766579" cy="383289"/>
      </dsp:txXfrm>
    </dsp:sp>
    <dsp:sp modelId="{F43EBB54-6E8F-4F1F-8A2F-097E5D7543FC}">
      <dsp:nvSpPr>
        <dsp:cNvPr id="0" name=""/>
        <dsp:cNvSpPr/>
      </dsp:nvSpPr>
      <dsp:spPr>
        <a:xfrm>
          <a:off x="6574477" y="3621547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Sort</a:t>
          </a:r>
        </a:p>
      </dsp:txBody>
      <dsp:txXfrm>
        <a:off x="6574477" y="3621547"/>
        <a:ext cx="766579" cy="383289"/>
      </dsp:txXfrm>
    </dsp:sp>
    <dsp:sp modelId="{ED0AA987-4232-46C5-8F49-AA265E11D1BF}">
      <dsp:nvSpPr>
        <dsp:cNvPr id="0" name=""/>
        <dsp:cNvSpPr/>
      </dsp:nvSpPr>
      <dsp:spPr>
        <a:xfrm>
          <a:off x="6574477" y="4165818"/>
          <a:ext cx="766579" cy="383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/>
            <a:t>View</a:t>
          </a:r>
        </a:p>
      </dsp:txBody>
      <dsp:txXfrm>
        <a:off x="6574477" y="4165818"/>
        <a:ext cx="766579" cy="3832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EDCA30-2ED5-41C4-A072-F195EC56C9D7}" type="datetimeFigureOut">
              <a:rPr lang="en-US" smtClean="0"/>
              <a:pPr/>
              <a:t>5/11/2012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E7E218-9473-4E4E-BA13-22C19D998763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50745D-56EE-4C6D-A416-225A905C5754}" type="slidenum">
              <a:rPr lang="fr-FR" smtClean="0"/>
              <a:pPr/>
              <a:t>9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E7E218-9473-4E4E-BA13-22C19D998763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>
                <a:latin typeface="+mj-lt"/>
              </a:defRPr>
            </a:lvl1pPr>
          </a:lstStyle>
          <a:p>
            <a:r>
              <a:rPr lang="fr-FR" smtClean="0"/>
              <a:t>Cliquez pour modifier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fr-FR" smtClean="0"/>
              <a:t>Cliquez pour modifier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3"/>
            <a:ext cx="4114800" cy="2129814"/>
          </a:xfrm>
        </p:spPr>
        <p:txBody>
          <a:bodyPr/>
          <a:lstStyle>
            <a:lvl1pPr marL="339976" indent="-339976">
              <a:lnSpc>
                <a:spcPct val="90000"/>
              </a:lnSpc>
              <a:defRPr sz="2800"/>
            </a:lvl1pPr>
            <a:lvl2pPr marL="673338" indent="-325424">
              <a:lnSpc>
                <a:spcPct val="90000"/>
              </a:lnSpc>
              <a:defRPr sz="2400"/>
            </a:lvl2pPr>
            <a:lvl3pPr marL="953785" indent="-288384">
              <a:lnSpc>
                <a:spcPct val="90000"/>
              </a:lnSpc>
              <a:defRPr sz="2000"/>
            </a:lvl3pPr>
            <a:lvl4pPr marL="1227618" indent="-273833">
              <a:lnSpc>
                <a:spcPct val="90000"/>
              </a:lnSpc>
              <a:defRPr sz="1800"/>
            </a:lvl4pPr>
            <a:lvl5pPr marL="1516002" indent="-280447">
              <a:lnSpc>
                <a:spcPct val="90000"/>
              </a:lnSpc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3"/>
            <a:ext cx="4114800" cy="2129814"/>
          </a:xfrm>
        </p:spPr>
        <p:txBody>
          <a:bodyPr/>
          <a:lstStyle>
            <a:lvl1pPr marL="347914" indent="-347914">
              <a:lnSpc>
                <a:spcPct val="90000"/>
              </a:lnSpc>
              <a:defRPr sz="2800"/>
            </a:lvl1pPr>
            <a:lvl2pPr marL="673338" indent="-339976">
              <a:lnSpc>
                <a:spcPct val="90000"/>
              </a:lnSpc>
              <a:defRPr sz="2400"/>
            </a:lvl2pPr>
            <a:lvl3pPr marL="961722" indent="-302936">
              <a:lnSpc>
                <a:spcPct val="90000"/>
              </a:lnSpc>
              <a:defRPr sz="2000"/>
            </a:lvl3pPr>
            <a:lvl4pPr marL="1227618" indent="-265896">
              <a:lnSpc>
                <a:spcPct val="90000"/>
              </a:lnSpc>
              <a:defRPr sz="1800"/>
            </a:lvl4pPr>
            <a:lvl5pPr marL="1516002" indent="-273833">
              <a:lnSpc>
                <a:spcPct val="90000"/>
              </a:lnSpc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1553"/>
            <a:ext cx="4114800" cy="692498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5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5"/>
            <a:ext cx="4114800" cy="1537344"/>
          </a:xfrm>
        </p:spPr>
        <p:txBody>
          <a:bodyPr/>
          <a:lstStyle>
            <a:lvl1pPr marL="281770" indent="-281770">
              <a:defRPr sz="2300"/>
            </a:lvl1pPr>
            <a:lvl2pPr marL="562218" indent="-265896">
              <a:defRPr sz="2000"/>
            </a:lvl2pPr>
            <a:lvl3pPr marL="813562" indent="-243407">
              <a:defRPr sz="1800"/>
            </a:lvl3pPr>
            <a:lvl4pPr marL="1050354" indent="-228856">
              <a:defRPr sz="1700"/>
            </a:lvl4pPr>
            <a:lvl5pPr marL="1279210" indent="-206367"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411553"/>
            <a:ext cx="4117019" cy="692498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5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117974" cy="1537344"/>
          </a:xfrm>
        </p:spPr>
        <p:txBody>
          <a:bodyPr/>
          <a:lstStyle>
            <a:lvl1pPr marL="296321" indent="-296321">
              <a:defRPr sz="2300"/>
            </a:lvl1pPr>
            <a:lvl2pPr marL="570155" indent="-273833">
              <a:defRPr sz="2000"/>
            </a:lvl2pPr>
            <a:lvl3pPr marL="821499" indent="-244730">
              <a:defRPr sz="1800"/>
            </a:lvl3pPr>
            <a:lvl4pPr marL="1050354" indent="-236793">
              <a:defRPr sz="1700"/>
            </a:lvl4pPr>
            <a:lvl5pPr marL="1279210" indent="-220919"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fr-FR" smtClean="0"/>
              <a:t>Cliquez pour modifier le style du titre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381000" y="1411553"/>
            <a:ext cx="8382000" cy="2200602"/>
          </a:xfrm>
        </p:spPr>
        <p:txBody>
          <a:bodyPr/>
          <a:lstStyle>
            <a:lvl1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1pPr>
            <a:lvl2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2pPr>
            <a:lvl3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3pPr>
            <a:lvl4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4pPr>
            <a:lvl5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fr-FR" smtClean="0"/>
              <a:t>Cliquez pour modifier le style du titre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381000" y="1411553"/>
            <a:ext cx="8382000" cy="2200602"/>
          </a:xfrm>
        </p:spPr>
        <p:txBody>
          <a:bodyPr/>
          <a:lstStyle>
            <a:lvl1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1pPr>
            <a:lvl2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2pPr>
            <a:lvl3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3pPr>
            <a:lvl4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4pPr>
            <a:lvl5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0" y="6238875"/>
            <a:ext cx="9144001" cy="619125"/>
          </a:xfrm>
          <a:solidFill>
            <a:srgbClr val="FFFF99"/>
          </a:solidFill>
        </p:spPr>
        <p:txBody>
          <a:bodyPr wrap="square" lIns="152394" tIns="76197" rIns="152394" bIns="76197" anchor="b" anchorCtr="0">
            <a:noAutofit/>
          </a:bodyPr>
          <a:lstStyle>
            <a:lvl1pPr algn="r">
              <a:buFont typeface="Arial" pitchFamily="34" charset="0"/>
              <a:buNone/>
              <a:defRPr>
                <a:solidFill>
                  <a:srgbClr val="000000"/>
                </a:solidFill>
                <a:effectLst/>
                <a:latin typeface="+mj-lt"/>
              </a:defRPr>
            </a:lvl1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fr-FR" smtClean="0"/>
              <a:t>Cliquez pour modifier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55399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129903"/>
            <a:ext cx="7772400" cy="27699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6896ECA-C2DA-4AE7-89BE-77A1EB42FAB1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955620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e for slides with Software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722313" y="1905000"/>
            <a:ext cx="8040688" cy="2286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>
                <a:latin typeface="+mj-lt"/>
              </a:defRPr>
            </a:lvl1pPr>
          </a:lstStyle>
          <a:p>
            <a:r>
              <a:rPr lang="fr-FR" smtClean="0"/>
              <a:t>Cliquez pour modifier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fr-FR" smtClean="0"/>
              <a:t>Cliquez pour modifier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>
                <a:latin typeface="+mj-lt"/>
              </a:defRPr>
            </a:lvl1pPr>
          </a:lstStyle>
          <a:p>
            <a:r>
              <a:rPr lang="fr-FR" smtClean="0"/>
              <a:t>Cliquez pour modifier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fr-FR" smtClean="0"/>
              <a:t>Cliquez pour modifier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3"/>
            <a:ext cx="4114800" cy="2129814"/>
          </a:xfrm>
        </p:spPr>
        <p:txBody>
          <a:bodyPr/>
          <a:lstStyle>
            <a:lvl1pPr marL="339976" indent="-339976">
              <a:lnSpc>
                <a:spcPct val="90000"/>
              </a:lnSpc>
              <a:defRPr sz="2800"/>
            </a:lvl1pPr>
            <a:lvl2pPr marL="673338" indent="-325424">
              <a:lnSpc>
                <a:spcPct val="90000"/>
              </a:lnSpc>
              <a:defRPr sz="2400"/>
            </a:lvl2pPr>
            <a:lvl3pPr marL="953785" indent="-288384">
              <a:lnSpc>
                <a:spcPct val="90000"/>
              </a:lnSpc>
              <a:defRPr sz="2000"/>
            </a:lvl3pPr>
            <a:lvl4pPr marL="1227618" indent="-273833">
              <a:lnSpc>
                <a:spcPct val="90000"/>
              </a:lnSpc>
              <a:defRPr sz="1800"/>
            </a:lvl4pPr>
            <a:lvl5pPr marL="1516002" indent="-280447">
              <a:lnSpc>
                <a:spcPct val="90000"/>
              </a:lnSpc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3"/>
            <a:ext cx="4114800" cy="2129814"/>
          </a:xfrm>
        </p:spPr>
        <p:txBody>
          <a:bodyPr/>
          <a:lstStyle>
            <a:lvl1pPr marL="347914" indent="-347914">
              <a:lnSpc>
                <a:spcPct val="90000"/>
              </a:lnSpc>
              <a:defRPr sz="2800"/>
            </a:lvl1pPr>
            <a:lvl2pPr marL="673338" indent="-339976">
              <a:lnSpc>
                <a:spcPct val="90000"/>
              </a:lnSpc>
              <a:defRPr sz="2400"/>
            </a:lvl2pPr>
            <a:lvl3pPr marL="961722" indent="-302936">
              <a:lnSpc>
                <a:spcPct val="90000"/>
              </a:lnSpc>
              <a:defRPr sz="2000"/>
            </a:lvl3pPr>
            <a:lvl4pPr marL="1227618" indent="-265896">
              <a:lnSpc>
                <a:spcPct val="90000"/>
              </a:lnSpc>
              <a:defRPr sz="1800"/>
            </a:lvl4pPr>
            <a:lvl5pPr marL="1516002" indent="-273833">
              <a:lnSpc>
                <a:spcPct val="90000"/>
              </a:lnSpc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1553"/>
            <a:ext cx="4114800" cy="692498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5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5"/>
            <a:ext cx="4114800" cy="1537344"/>
          </a:xfrm>
        </p:spPr>
        <p:txBody>
          <a:bodyPr/>
          <a:lstStyle>
            <a:lvl1pPr marL="281770" indent="-281770">
              <a:defRPr sz="2300"/>
            </a:lvl1pPr>
            <a:lvl2pPr marL="562218" indent="-265896">
              <a:defRPr sz="2000"/>
            </a:lvl2pPr>
            <a:lvl3pPr marL="813562" indent="-243407">
              <a:defRPr sz="1800"/>
            </a:lvl3pPr>
            <a:lvl4pPr marL="1050354" indent="-228856">
              <a:defRPr sz="1700"/>
            </a:lvl4pPr>
            <a:lvl5pPr marL="1279210" indent="-206367"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411553"/>
            <a:ext cx="4117019" cy="692498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5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117974" cy="1537344"/>
          </a:xfrm>
        </p:spPr>
        <p:txBody>
          <a:bodyPr/>
          <a:lstStyle>
            <a:lvl1pPr marL="296321" indent="-296321">
              <a:defRPr sz="2300"/>
            </a:lvl1pPr>
            <a:lvl2pPr marL="570155" indent="-273833">
              <a:defRPr sz="2000"/>
            </a:lvl2pPr>
            <a:lvl3pPr marL="821499" indent="-244730">
              <a:defRPr sz="1800"/>
            </a:lvl3pPr>
            <a:lvl4pPr marL="1050354" indent="-236793">
              <a:defRPr sz="1700"/>
            </a:lvl4pPr>
            <a:lvl5pPr marL="1279210" indent="-220919"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fr-FR" smtClean="0"/>
              <a:t>Cliquez pour modifier le style du titre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381000" y="1411553"/>
            <a:ext cx="8382000" cy="2200602"/>
          </a:xfrm>
        </p:spPr>
        <p:txBody>
          <a:bodyPr/>
          <a:lstStyle>
            <a:lvl1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1pPr>
            <a:lvl2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2pPr>
            <a:lvl3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3pPr>
            <a:lvl4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4pPr>
            <a:lvl5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fr-FR" smtClean="0"/>
              <a:t>Cliquez pour modifier le style du titre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381000" y="1411553"/>
            <a:ext cx="8382000" cy="2200602"/>
          </a:xfrm>
        </p:spPr>
        <p:txBody>
          <a:bodyPr/>
          <a:lstStyle>
            <a:lvl1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1pPr>
            <a:lvl2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2pPr>
            <a:lvl3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3pPr>
            <a:lvl4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4pPr>
            <a:lvl5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0" y="6238875"/>
            <a:ext cx="9144001" cy="619125"/>
          </a:xfrm>
          <a:solidFill>
            <a:srgbClr val="FFFF99"/>
          </a:solidFill>
        </p:spPr>
        <p:txBody>
          <a:bodyPr wrap="square" lIns="152394" tIns="76197" rIns="152394" bIns="76197" anchor="b" anchorCtr="0">
            <a:noAutofit/>
          </a:bodyPr>
          <a:lstStyle>
            <a:lvl1pPr algn="r">
              <a:buFont typeface="Arial" pitchFamily="34" charset="0"/>
              <a:buNone/>
              <a:defRPr>
                <a:solidFill>
                  <a:srgbClr val="000000"/>
                </a:solidFill>
                <a:effectLst/>
                <a:latin typeface="+mj-lt"/>
              </a:defRPr>
            </a:lvl1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</p:spTree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fr-FR" smtClean="0"/>
              <a:t>Cliquez pour modifier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e for slides with Software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722313" y="1905000"/>
            <a:ext cx="8040688" cy="2286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A46206E-A633-4645-8BD6-C099A8F71A2F}" type="datetimeFigureOut">
              <a:rPr lang="fr-FR" smtClean="0"/>
              <a:pPr/>
              <a:t>11/05/2012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07BD9F1-0BD8-4E16-BA41-A17C214A794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19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5.png"/><Relationship Id="rId5" Type="http://schemas.openxmlformats.org/officeDocument/2006/relationships/image" Target="../media/image1.jpeg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fr-FR" smtClean="0"/>
              <a:t>Cliquez pour 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pic>
        <p:nvPicPr>
          <p:cNvPr id="4" name="Picture 3" descr="footer_graphic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0" y="5435827"/>
            <a:ext cx="9144000" cy="1420586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61" r:id="rId12"/>
    <p:sldLayoutId id="2147483709" r:id="rId13"/>
  </p:sldLayoutIdLst>
  <p:transition>
    <p:fade/>
  </p:transition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rgbClr val="FFFFB9"/>
              </a:gs>
              <a:gs pos="36000">
                <a:srgbClr val="FFFF99"/>
              </a:gs>
              <a:gs pos="86000">
                <a:srgbClr val="F6AE1E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7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8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8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8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8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hite rectangle.png"/>
          <p:cNvPicPr>
            <a:picLocks noChangeAspect="1"/>
          </p:cNvPicPr>
          <p:nvPr/>
        </p:nvPicPr>
        <p:blipFill>
          <a:blip r:embed="rId7" cstate="print"/>
          <a:srcRect b="10453"/>
          <a:stretch>
            <a:fillRect/>
          </a:stretch>
        </p:blipFill>
        <p:spPr>
          <a:xfrm>
            <a:off x="0" y="1299706"/>
            <a:ext cx="9144000" cy="555829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2" y="1905000"/>
            <a:ext cx="8040688" cy="21082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</p:sldLayoutIdLst>
  <p:transition>
    <p:fade/>
  </p:transition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25" dirty="0" smtClean="0">
          <a:ln w="3175">
            <a:noFill/>
          </a:ln>
          <a:gradFill flip="none" rotWithShape="1">
            <a:gsLst>
              <a:gs pos="0">
                <a:srgbClr val="FFFFB9"/>
              </a:gs>
              <a:gs pos="36000">
                <a:srgbClr val="FFFF99"/>
              </a:gs>
              <a:gs pos="86000">
                <a:srgbClr val="F6AE1E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0" indent="0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30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1pPr>
      <a:lvl2pPr marL="384954" indent="-7937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8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2pPr>
      <a:lvl3pPr marL="761970" indent="-7937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4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3pPr>
      <a:lvl4pPr marL="1094009" indent="7937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4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4pPr>
      <a:lvl5pPr marL="1426047" indent="0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4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fr-FR" smtClean="0"/>
              <a:t>Cliquez pour 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pic>
        <p:nvPicPr>
          <p:cNvPr id="4" name="Picture 3" descr="footer_graphic.png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0" y="5435827"/>
            <a:ext cx="9144000" cy="1420586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transition>
    <p:fade/>
  </p:transition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rgbClr val="FFFFB9"/>
              </a:gs>
              <a:gs pos="36000">
                <a:srgbClr val="FFFF99"/>
              </a:gs>
              <a:gs pos="86000">
                <a:srgbClr val="F6AE1E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7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7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7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7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hite rectangle.png"/>
          <p:cNvPicPr>
            <a:picLocks noChangeAspect="1"/>
          </p:cNvPicPr>
          <p:nvPr/>
        </p:nvPicPr>
        <p:blipFill>
          <a:blip r:embed="rId6" cstate="print"/>
          <a:srcRect b="10453"/>
          <a:stretch>
            <a:fillRect/>
          </a:stretch>
        </p:blipFill>
        <p:spPr>
          <a:xfrm>
            <a:off x="0" y="1299706"/>
            <a:ext cx="9144000" cy="555829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fr-FR" smtClean="0"/>
              <a:t>Cliquez pour 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2" y="1905000"/>
            <a:ext cx="8040688" cy="21082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707" r:id="rId2"/>
    <p:sldLayoutId id="2147483708" r:id="rId3"/>
  </p:sldLayoutIdLst>
  <p:transition>
    <p:fade/>
  </p:transition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25" dirty="0" smtClean="0">
          <a:ln w="3175">
            <a:noFill/>
          </a:ln>
          <a:gradFill flip="none" rotWithShape="1">
            <a:gsLst>
              <a:gs pos="0">
                <a:srgbClr val="FFFFB9"/>
              </a:gs>
              <a:gs pos="36000">
                <a:srgbClr val="FFFF99"/>
              </a:gs>
              <a:gs pos="86000">
                <a:srgbClr val="F6AE1E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0" indent="0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30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1pPr>
      <a:lvl2pPr marL="384954" indent="-7937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8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2pPr>
      <a:lvl3pPr marL="761970" indent="-7937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4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3pPr>
      <a:lvl4pPr marL="1094009" indent="7937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4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4pPr>
      <a:lvl5pPr marL="1426047" indent="0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4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964"/>
            <a:ext cx="9144000" cy="684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5"/>
          <p:cNvSpPr txBox="1"/>
          <p:nvPr/>
        </p:nvSpPr>
        <p:spPr>
          <a:xfrm>
            <a:off x="0" y="5103674"/>
            <a:ext cx="42839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Team </a:t>
            </a:r>
            <a:r>
              <a:rPr lang="fr-FR" u="sng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members</a:t>
            </a:r>
            <a:r>
              <a:rPr lang="fr-FR" u="sng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: </a:t>
            </a:r>
          </a:p>
          <a:p>
            <a:r>
              <a:rPr lang="fr-F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	</a:t>
            </a:r>
          </a:p>
          <a:p>
            <a:pPr lvl="1">
              <a:buFont typeface="Wingdings" pitchFamily="2" charset="2"/>
              <a:buChar char="q"/>
            </a:pPr>
            <a:r>
              <a:rPr lang="fr-F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</a:t>
            </a:r>
            <a:r>
              <a:rPr lang="fr-FR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Nisrine</a:t>
            </a:r>
            <a:r>
              <a:rPr lang="fr-F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</a:t>
            </a:r>
            <a:r>
              <a:rPr lang="fr-FR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Bnouhanna</a:t>
            </a:r>
            <a:endParaRPr lang="fr-FR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lvl="1">
              <a:buFont typeface="Wingdings" pitchFamily="2" charset="2"/>
              <a:buChar char="q"/>
            </a:pPr>
            <a:r>
              <a:rPr lang="fr-F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</a:t>
            </a:r>
            <a:r>
              <a:rPr lang="fr-FR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Ouadie</a:t>
            </a:r>
            <a:r>
              <a:rPr lang="fr-F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Limouni</a:t>
            </a:r>
          </a:p>
          <a:p>
            <a:pPr lvl="1">
              <a:buFont typeface="Wingdings" pitchFamily="2" charset="2"/>
              <a:buChar char="q"/>
            </a:pPr>
            <a:r>
              <a:rPr lang="fr-F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</a:t>
            </a:r>
            <a:r>
              <a:rPr lang="fr-FR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Achraff</a:t>
            </a:r>
            <a:r>
              <a:rPr lang="fr-F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-</a:t>
            </a:r>
            <a:r>
              <a:rPr lang="fr-FR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Nour</a:t>
            </a:r>
            <a:r>
              <a:rPr lang="fr-F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</a:t>
            </a:r>
            <a:r>
              <a:rPr lang="fr-FR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Meski</a:t>
            </a:r>
            <a:endParaRPr lang="fr-FR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>
              <a:buFont typeface="Wingdings" pitchFamily="2" charset="2"/>
              <a:buChar char="Ø"/>
            </a:pPr>
            <a:endParaRPr lang="fr-FR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763688" y="1772816"/>
            <a:ext cx="547260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b="1" dirty="0" smtClean="0"/>
              <a:t>FINAL PRESENTATION</a:t>
            </a:r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sz="3200" dirty="0" smtClean="0"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60000" endA="900" endPos="58000" dir="5400000" sy="-100000" algn="bl" rotWithShape="0"/>
                </a:effectLst>
              </a:rPr>
              <a:t> Doctor’s Office</a:t>
            </a:r>
          </a:p>
          <a:p>
            <a:pPr algn="ctr">
              <a:buNone/>
            </a:pP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buNone/>
            </a:pPr>
            <a:r>
              <a:rPr lang="en-US" b="1" u="sng" dirty="0" smtClean="0"/>
              <a:t>Owned by:   </a:t>
            </a:r>
            <a:r>
              <a:rPr lang="en-US" dirty="0" smtClean="0"/>
              <a:t>Dr. OUJJARI </a:t>
            </a:r>
            <a:r>
              <a:rPr lang="en-US" dirty="0" err="1" smtClean="0"/>
              <a:t>Abdellah</a:t>
            </a:r>
            <a:endParaRPr lang="en-US" dirty="0" smtClean="0"/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  </a:t>
            </a:r>
            <a:r>
              <a:rPr lang="en-US" u="sng" dirty="0" smtClean="0"/>
              <a:t>Supervised by:   </a:t>
            </a:r>
            <a:r>
              <a:rPr lang="en-US" dirty="0" smtClean="0"/>
              <a:t>Dr. KETTANI </a:t>
            </a:r>
            <a:r>
              <a:rPr lang="en-US" dirty="0" err="1" smtClean="0"/>
              <a:t>Driss</a:t>
            </a:r>
            <a:endParaRPr lang="en-US" dirty="0" smtClean="0"/>
          </a:p>
          <a:p>
            <a:endParaRPr lang="fr-FR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57200" y="704088"/>
            <a:ext cx="8363272" cy="86752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marR="0" lvl="0" indent="0" algn="ctr" defTabSz="91436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-150" normalizeH="0" baseline="0" noProof="0" dirty="0" smtClean="0">
                <a:ln w="3175">
                  <a:noFill/>
                </a:ln>
                <a:gradFill flip="none" rotWithShape="1">
                  <a:gsLst>
                    <a:gs pos="0">
                      <a:srgbClr val="FFFFB9"/>
                    </a:gs>
                    <a:gs pos="36000">
                      <a:srgbClr val="FFFF99"/>
                    </a:gs>
                    <a:gs pos="86000">
                      <a:srgbClr val="F6AE1E"/>
                    </a:gs>
                  </a:gsLst>
                  <a:lin ang="5400000" scaled="0"/>
                  <a:tileRect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Software Engineering</a:t>
            </a:r>
            <a:endParaRPr kumimoji="0" lang="en-US" sz="5400" b="0" i="0" u="none" strike="noStrike" kern="1200" cap="none" spc="-150" normalizeH="0" baseline="0" noProof="0" dirty="0">
              <a:ln w="3175">
                <a:noFill/>
              </a:ln>
              <a:gradFill flip="none" rotWithShape="1">
                <a:gsLst>
                  <a:gs pos="0">
                    <a:srgbClr val="FFFFB9"/>
                  </a:gs>
                  <a:gs pos="36000">
                    <a:srgbClr val="FFFF99"/>
                  </a:gs>
                  <a:gs pos="86000">
                    <a:srgbClr val="F6AE1E"/>
                  </a:gs>
                </a:gsLst>
                <a:lin ang="5400000" scaled="0"/>
                <a:tileRect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Acknowledgment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0"/>
          </p:nvPr>
        </p:nvSpPr>
        <p:spPr>
          <a:xfrm>
            <a:off x="395536" y="1700808"/>
            <a:ext cx="8439472" cy="3557897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			Special thanks to:</a:t>
            </a:r>
          </a:p>
          <a:p>
            <a:pPr>
              <a:buNone/>
            </a:pPr>
            <a:endParaRPr lang="en-US" dirty="0" smtClean="0"/>
          </a:p>
          <a:p>
            <a:r>
              <a:rPr lang="fr-FR" sz="4000" dirty="0" smtClean="0">
                <a:latin typeface="Arabic Typesetting" pitchFamily="66" charset="-78"/>
                <a:cs typeface="Arabic Typesetting" pitchFamily="66" charset="-78"/>
              </a:rPr>
              <a:t>Dr. KETTANI Driss</a:t>
            </a:r>
          </a:p>
          <a:p>
            <a:pPr>
              <a:buNone/>
            </a:pPr>
            <a:endParaRPr lang="fr-FR" sz="4000" dirty="0" smtClean="0">
              <a:latin typeface="Arabic Typesetting" pitchFamily="66" charset="-78"/>
              <a:cs typeface="Arabic Typesetting" pitchFamily="66" charset="-78"/>
            </a:endParaRPr>
          </a:p>
          <a:p>
            <a:r>
              <a:rPr lang="fr-FR" sz="4000" dirty="0" smtClean="0">
                <a:latin typeface="Arabic Typesetting" pitchFamily="66" charset="-78"/>
                <a:cs typeface="Arabic Typesetting" pitchFamily="66" charset="-78"/>
              </a:rPr>
              <a:t>Dr. OUJJARI</a:t>
            </a:r>
            <a:r>
              <a:rPr lang="en-US" sz="4000" dirty="0" smtClean="0">
                <a:latin typeface="Arabic Typesetting" pitchFamily="66" charset="-78"/>
                <a:cs typeface="Arabic Typesetting" pitchFamily="66" charset="-78"/>
              </a:rPr>
              <a:t> </a:t>
            </a:r>
            <a:r>
              <a:rPr lang="en-US" sz="4000" dirty="0" err="1" smtClean="0">
                <a:latin typeface="Arabic Typesetting" pitchFamily="66" charset="-78"/>
                <a:cs typeface="Arabic Typesetting" pitchFamily="66" charset="-78"/>
              </a:rPr>
              <a:t>Abdellah</a:t>
            </a:r>
            <a:endParaRPr lang="en-US" sz="4000" dirty="0" smtClean="0">
              <a:latin typeface="Arabic Typesetting" pitchFamily="66" charset="-78"/>
              <a:cs typeface="Arabic Typesetting" pitchFamily="66" charset="-78"/>
            </a:endParaRPr>
          </a:p>
          <a:p>
            <a:endParaRPr lang="fr-FR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Team Members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Diagramme 8"/>
          <p:cNvGraphicFramePr/>
          <p:nvPr/>
        </p:nvGraphicFramePr>
        <p:xfrm>
          <a:off x="1475656" y="16288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Outline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>
          <a:xfrm>
            <a:off x="107504" y="1196752"/>
            <a:ext cx="8382000" cy="5318379"/>
          </a:xfrm>
        </p:spPr>
        <p:txBody>
          <a:bodyPr/>
          <a:lstStyle/>
          <a:p>
            <a:r>
              <a:rPr lang="en-US" dirty="0" smtClean="0"/>
              <a:t>Introduction to Software Engineering</a:t>
            </a:r>
          </a:p>
          <a:p>
            <a:r>
              <a:rPr lang="en-US" dirty="0" smtClean="0"/>
              <a:t>Project Context and feasibility study</a:t>
            </a:r>
          </a:p>
          <a:p>
            <a:r>
              <a:rPr lang="en-US" dirty="0" smtClean="0"/>
              <a:t>Software Engineering Model and process</a:t>
            </a:r>
          </a:p>
          <a:p>
            <a:r>
              <a:rPr lang="en-US" dirty="0" smtClean="0"/>
              <a:t>Requirement Engineering</a:t>
            </a:r>
          </a:p>
          <a:p>
            <a:r>
              <a:rPr lang="en-US" dirty="0" smtClean="0"/>
              <a:t>Conceptual Process Modeling</a:t>
            </a:r>
          </a:p>
          <a:p>
            <a:r>
              <a:rPr lang="en-US" dirty="0" smtClean="0"/>
              <a:t>Conceptual Data Modeling</a:t>
            </a:r>
          </a:p>
          <a:p>
            <a:r>
              <a:rPr lang="en-US" dirty="0" smtClean="0"/>
              <a:t>Design phase</a:t>
            </a:r>
          </a:p>
          <a:p>
            <a:r>
              <a:rPr lang="en-US" dirty="0" smtClean="0"/>
              <a:t>Graphical User interface</a:t>
            </a:r>
          </a:p>
          <a:p>
            <a:r>
              <a:rPr lang="en-US" dirty="0" smtClean="0"/>
              <a:t>Conclusion </a:t>
            </a:r>
          </a:p>
          <a:p>
            <a:endParaRPr lang="fr-FR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-612576" y="188640"/>
            <a:ext cx="9966176" cy="664797"/>
          </a:xfrm>
        </p:spPr>
        <p:txBody>
          <a:bodyPr/>
          <a:lstStyle/>
          <a:p>
            <a:pPr algn="ctr"/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Introduction to Software Engineering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>
          <a:xfrm>
            <a:off x="323528" y="1772816"/>
            <a:ext cx="8382000" cy="4798237"/>
          </a:xfrm>
        </p:spPr>
        <p:txBody>
          <a:bodyPr/>
          <a:lstStyle/>
          <a:p>
            <a:endParaRPr lang="fr-FR" sz="3600" dirty="0" smtClean="0"/>
          </a:p>
          <a:p>
            <a:r>
              <a:rPr lang="fr-FR" sz="3600" dirty="0" smtClean="0"/>
              <a:t>What is Software Engineering ?</a:t>
            </a:r>
          </a:p>
          <a:p>
            <a:endParaRPr lang="en-US" sz="3600" dirty="0" smtClean="0">
              <a:latin typeface="Cambria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3600" dirty="0" smtClean="0">
              <a:latin typeface="Cambria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Cambria" pitchFamily="18" charset="0"/>
                <a:cs typeface="Times New Roman" pitchFamily="18" charset="0"/>
              </a:rPr>
              <a:t>Why do we need Software Engineering ?</a:t>
            </a:r>
          </a:p>
          <a:p>
            <a:pPr lvl="1">
              <a:buNone/>
            </a:pPr>
            <a:endParaRPr lang="en-US" sz="1800" dirty="0" smtClean="0">
              <a:latin typeface="Cambria" pitchFamily="18" charset="0"/>
              <a:cs typeface="Times New Roman" pitchFamily="18" charset="0"/>
            </a:endParaRPr>
          </a:p>
          <a:p>
            <a:pPr lvl="1">
              <a:buNone/>
            </a:pPr>
            <a:endParaRPr lang="en-US" sz="1400" dirty="0" smtClean="0">
              <a:latin typeface="Cambria" pitchFamily="18" charset="0"/>
              <a:cs typeface="Times New Roman" pitchFamily="18" charset="0"/>
            </a:endParaRPr>
          </a:p>
          <a:p>
            <a:pPr lvl="1"/>
            <a:endParaRPr lang="en-US" sz="1400" dirty="0" smtClean="0">
              <a:latin typeface="Cambria" pitchFamily="18" charset="0"/>
              <a:cs typeface="Times New Roman" pitchFamily="18" charset="0"/>
            </a:endParaRPr>
          </a:p>
          <a:p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-1980728" y="116632"/>
            <a:ext cx="8382000" cy="664797"/>
          </a:xfrm>
        </p:spPr>
        <p:txBody>
          <a:bodyPr/>
          <a:lstStyle/>
          <a:p>
            <a:pPr algn="ctr"/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Project Context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251520" y="980728"/>
            <a:ext cx="7992888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Font typeface="Wingdings" pitchFamily="2" charset="2"/>
              <a:buChar char="v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  Our Project is about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developing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 an information system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that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handles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 the management of a </a:t>
            </a: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Doctor’s</a:t>
            </a:r>
            <a:r>
              <a:rPr lang="fr-FR" sz="2800" b="1" u="sng" dirty="0" smtClean="0">
                <a:latin typeface="Times New Roman" pitchFamily="18" charset="0"/>
                <a:cs typeface="Times New Roman" pitchFamily="18" charset="0"/>
              </a:rPr>
              <a:t> office.</a:t>
            </a:r>
          </a:p>
          <a:p>
            <a:pPr>
              <a:buFont typeface="Arial" pitchFamily="34" charset="0"/>
              <a:buChar char="•"/>
            </a:pPr>
            <a:endParaRPr lang="fr-FR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fr-FR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Clr>
                <a:schemeClr val="accent1"/>
              </a:buClr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A doctor’s office that started in 1997</a:t>
            </a:r>
          </a:p>
          <a:p>
            <a:pPr lvl="1">
              <a:buClr>
                <a:schemeClr val="accent1"/>
              </a:buClr>
            </a:pPr>
            <a:endParaRPr lang="fr-FR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Clr>
                <a:schemeClr val="accent1"/>
              </a:buClr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The owner is Dr.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Oujjari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Abdellah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Cardiologist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lvl="1">
              <a:buClr>
                <a:schemeClr val="accent1"/>
              </a:buClr>
            </a:pPr>
            <a:endParaRPr lang="fr-FR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Clr>
                <a:schemeClr val="accent1"/>
              </a:buClr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The office is located in Meknes</a:t>
            </a:r>
          </a:p>
          <a:p>
            <a:pPr>
              <a:buFont typeface="Arial" pitchFamily="34" charset="0"/>
              <a:buChar char="•"/>
            </a:pPr>
            <a:endParaRPr lang="fr-FR" dirty="0" smtClean="0">
              <a:latin typeface="Times New Roman" pitchFamily="18" charset="0"/>
              <a:cs typeface="Times New Roman" pitchFamily="18" charset="0"/>
            </a:endParaRPr>
          </a:p>
          <a:p>
            <a:endParaRPr lang="fr-FR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79512" y="836712"/>
            <a:ext cx="8964488" cy="766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Description of the current situation: </a:t>
            </a:r>
          </a:p>
          <a:p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Doctor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Oujjari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manages his office manually with the help of his secretary, by storing information in cards and forms.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Advantages of the new system to be implemented:</a:t>
            </a:r>
          </a:p>
          <a:p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Automation of the business</a:t>
            </a:r>
          </a:p>
          <a:p>
            <a:pPr lvl="2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Managing Appointments, Patients, Transactions …</a:t>
            </a:r>
          </a:p>
          <a:p>
            <a:pPr lvl="2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Saving time </a:t>
            </a:r>
          </a:p>
          <a:p>
            <a:pPr lvl="2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Gaining efficiency</a:t>
            </a:r>
          </a:p>
          <a:p>
            <a:pPr lvl="1">
              <a:buFont typeface="Arial" pitchFamily="34" charset="0"/>
              <a:buChar char="•"/>
            </a:pP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endParaRPr lang="fr-FR" sz="2800" u="sng" dirty="0" smtClean="0"/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	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-1980728" y="0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0" marR="0" lvl="0" indent="0" algn="ctr" defTabSz="91436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800" b="0" i="0" u="none" strike="noStrike" kern="1200" cap="none" spc="-150" normalizeH="0" baseline="0" noProof="0" dirty="0" err="1" smtClean="0">
                <a:ln w="3175">
                  <a:noFill/>
                </a:ln>
                <a:gradFill flip="none" rotWithShape="1">
                  <a:gsLst>
                    <a:gs pos="0">
                      <a:srgbClr val="FFFFB9"/>
                    </a:gs>
                    <a:gs pos="36000">
                      <a:srgbClr val="FFFF99"/>
                    </a:gs>
                    <a:gs pos="86000">
                      <a:srgbClr val="F6AE1E"/>
                    </a:gs>
                  </a:gsLst>
                  <a:lin ang="5400000" scaled="0"/>
                  <a:tileRect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Feasibility</a:t>
            </a:r>
            <a:r>
              <a:rPr lang="fr-FR" sz="4800" spc="-150" dirty="0" smtClean="0">
                <a:ln w="3175">
                  <a:noFill/>
                </a:ln>
                <a:gradFill flip="none" rotWithShape="1">
                  <a:gsLst>
                    <a:gs pos="0">
                      <a:srgbClr val="FFFFB9"/>
                    </a:gs>
                    <a:gs pos="36000">
                      <a:srgbClr val="FFFF99"/>
                    </a:gs>
                    <a:gs pos="86000">
                      <a:srgbClr val="F6AE1E"/>
                    </a:gs>
                  </a:gsLst>
                  <a:lin ang="5400000" scaled="0"/>
                  <a:tileRect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4800" spc="-150" dirty="0" err="1" smtClean="0">
                <a:ln w="3175">
                  <a:noFill/>
                </a:ln>
                <a:gradFill flip="none" rotWithShape="1">
                  <a:gsLst>
                    <a:gs pos="0">
                      <a:srgbClr val="FFFFB9"/>
                    </a:gs>
                    <a:gs pos="36000">
                      <a:srgbClr val="FFFF99"/>
                    </a:gs>
                    <a:gs pos="86000">
                      <a:srgbClr val="F6AE1E"/>
                    </a:gs>
                  </a:gsLst>
                  <a:lin ang="5400000" scaled="0"/>
                  <a:tileRect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Study</a:t>
            </a:r>
            <a:endParaRPr kumimoji="0" lang="fr-FR" sz="4800" b="0" i="0" u="none" strike="noStrike" kern="1200" cap="none" spc="-150" normalizeH="0" baseline="0" noProof="0" dirty="0" smtClean="0">
              <a:ln w="3175">
                <a:noFill/>
              </a:ln>
              <a:gradFill flip="none" rotWithShape="1">
                <a:gsLst>
                  <a:gs pos="0">
                    <a:srgbClr val="FFFFB9"/>
                  </a:gs>
                  <a:gs pos="36000">
                    <a:srgbClr val="FFFF99"/>
                  </a:gs>
                  <a:gs pos="86000">
                    <a:srgbClr val="F6AE1E"/>
                  </a:gs>
                </a:gsLst>
                <a:lin ang="5400000" scaled="0"/>
                <a:tileRect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116632"/>
            <a:ext cx="8382000" cy="664797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Software engineering model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>
          <a:xfrm>
            <a:off x="323528" y="1052736"/>
            <a:ext cx="8382000" cy="304698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 smtClean="0"/>
              <a:t>We used the </a:t>
            </a:r>
            <a:r>
              <a:rPr lang="en-US" sz="2400" u="sng" dirty="0" smtClean="0"/>
              <a:t>Incremental</a:t>
            </a:r>
            <a:r>
              <a:rPr lang="en-US" sz="2400" dirty="0" smtClean="0"/>
              <a:t> Model </a:t>
            </a:r>
          </a:p>
          <a:p>
            <a:pPr lvl="1">
              <a:lnSpc>
                <a:spcPct val="150000"/>
              </a:lnSpc>
              <a:buNone/>
            </a:pPr>
            <a:r>
              <a:rPr lang="en-US" sz="2000" b="1" dirty="0" smtClean="0"/>
              <a:t>Advantages </a:t>
            </a:r>
            <a:r>
              <a:rPr lang="en-US" sz="2000" dirty="0" smtClean="0"/>
              <a:t>: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smtClean="0"/>
              <a:t>Good compromise between the waterfall model and the Prototyping model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smtClean="0"/>
              <a:t>Helps anticipating and preventing eventual malfunctioning or </a:t>
            </a:r>
            <a:r>
              <a:rPr lang="en-US" sz="2000" dirty="0" err="1" smtClean="0"/>
              <a:t>unsatisfactoty</a:t>
            </a:r>
            <a:r>
              <a:rPr lang="en-US" sz="2000" dirty="0" smtClean="0"/>
              <a:t> results	</a:t>
            </a:r>
          </a:p>
        </p:txBody>
      </p:sp>
      <p:pic>
        <p:nvPicPr>
          <p:cNvPr id="5" name="Image 4" descr="incremental model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15861" y="4177777"/>
            <a:ext cx="4896543" cy="2303706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12576" y="0"/>
            <a:ext cx="8305800" cy="908720"/>
          </a:xfrm>
        </p:spPr>
        <p:txBody>
          <a:bodyPr>
            <a:noAutofit/>
          </a:bodyPr>
          <a:lstStyle/>
          <a:p>
            <a:pPr algn="ctr"/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Software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Engineering Process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3528" y="1571612"/>
            <a:ext cx="1944216" cy="56124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</a:rPr>
              <a:t>Requirements Engineering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19672" y="2428868"/>
            <a:ext cx="2088232" cy="6400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prstClr val="black"/>
                </a:solidFill>
              </a:rPr>
              <a:t>System &amp; Software design</a:t>
            </a:r>
            <a:endParaRPr lang="fr-FR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3848" y="3357562"/>
            <a:ext cx="2160240" cy="64750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</a:rPr>
              <a:t>Coding / Programming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16016" y="4357694"/>
            <a:ext cx="2304256" cy="6554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</a:rPr>
              <a:t>Integration and System Testing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44208" y="5357826"/>
            <a:ext cx="2232248" cy="66346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</a:rPr>
              <a:t>Operation and Maintenance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43808" y="285293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>
              <a:solidFill>
                <a:prstClr val="black"/>
              </a:solidFill>
            </a:endParaRPr>
          </a:p>
        </p:txBody>
      </p:sp>
      <p:cxnSp>
        <p:nvCxnSpPr>
          <p:cNvPr id="40" name="Shape 39"/>
          <p:cNvCxnSpPr>
            <a:stCxn id="8" idx="3"/>
            <a:endCxn id="9" idx="0"/>
          </p:cNvCxnSpPr>
          <p:nvPr/>
        </p:nvCxnSpPr>
        <p:spPr>
          <a:xfrm>
            <a:off x="5364088" y="3681313"/>
            <a:ext cx="504056" cy="676381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hape 41"/>
          <p:cNvCxnSpPr>
            <a:stCxn id="5" idx="3"/>
            <a:endCxn id="8" idx="0"/>
          </p:cNvCxnSpPr>
          <p:nvPr/>
        </p:nvCxnSpPr>
        <p:spPr>
          <a:xfrm>
            <a:off x="3707904" y="2748914"/>
            <a:ext cx="576064" cy="608648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hape 50"/>
          <p:cNvCxnSpPr>
            <a:stCxn id="4" idx="3"/>
            <a:endCxn id="5" idx="0"/>
          </p:cNvCxnSpPr>
          <p:nvPr/>
        </p:nvCxnSpPr>
        <p:spPr>
          <a:xfrm>
            <a:off x="2267744" y="1852234"/>
            <a:ext cx="396044" cy="576634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hape 56"/>
          <p:cNvCxnSpPr>
            <a:stCxn id="9" idx="3"/>
            <a:endCxn id="10" idx="0"/>
          </p:cNvCxnSpPr>
          <p:nvPr/>
        </p:nvCxnSpPr>
        <p:spPr>
          <a:xfrm>
            <a:off x="7020272" y="4685435"/>
            <a:ext cx="540060" cy="672391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hape 60"/>
          <p:cNvCxnSpPr>
            <a:stCxn id="10" idx="1"/>
            <a:endCxn id="9" idx="2"/>
          </p:cNvCxnSpPr>
          <p:nvPr/>
        </p:nvCxnSpPr>
        <p:spPr>
          <a:xfrm rot="10800000">
            <a:off x="5868144" y="5013177"/>
            <a:ext cx="576064" cy="676381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hape 62"/>
          <p:cNvCxnSpPr>
            <a:stCxn id="10" idx="1"/>
            <a:endCxn id="8" idx="2"/>
          </p:cNvCxnSpPr>
          <p:nvPr/>
        </p:nvCxnSpPr>
        <p:spPr>
          <a:xfrm rot="10800000">
            <a:off x="4283968" y="4005065"/>
            <a:ext cx="2160240" cy="1684493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hape 64"/>
          <p:cNvCxnSpPr>
            <a:stCxn id="10" idx="1"/>
            <a:endCxn id="5" idx="2"/>
          </p:cNvCxnSpPr>
          <p:nvPr/>
        </p:nvCxnSpPr>
        <p:spPr>
          <a:xfrm rot="10800000">
            <a:off x="2663788" y="3068961"/>
            <a:ext cx="3780420" cy="2620597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hape 66"/>
          <p:cNvCxnSpPr>
            <a:stCxn id="10" idx="1"/>
            <a:endCxn id="4" idx="2"/>
          </p:cNvCxnSpPr>
          <p:nvPr/>
        </p:nvCxnSpPr>
        <p:spPr>
          <a:xfrm rot="10800000">
            <a:off x="1295636" y="2132857"/>
            <a:ext cx="5148572" cy="3556701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02426091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7772400" cy="553998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Requirements Engineering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="" xmlns:p14="http://schemas.microsoft.com/office/powerpoint/2010/main" val="1526385420"/>
              </p:ext>
            </p:extLst>
          </p:nvPr>
        </p:nvGraphicFramePr>
        <p:xfrm>
          <a:off x="611560" y="1772816"/>
          <a:ext cx="7488832" cy="4248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1622267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9512" y="116632"/>
            <a:ext cx="8382000" cy="664797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Functional Requirements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9512" y="800957"/>
            <a:ext cx="3888432" cy="605704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 smtClean="0"/>
              <a:t>Manage Patients</a:t>
            </a:r>
          </a:p>
          <a:p>
            <a:pPr lvl="1">
              <a:lnSpc>
                <a:spcPct val="100000"/>
              </a:lnSpc>
            </a:pPr>
            <a:r>
              <a:rPr lang="en-US" sz="2400" dirty="0" smtClean="0"/>
              <a:t>Explore Patients</a:t>
            </a:r>
          </a:p>
          <a:p>
            <a:pPr lvl="1">
              <a:lnSpc>
                <a:spcPct val="100000"/>
              </a:lnSpc>
            </a:pPr>
            <a:r>
              <a:rPr lang="en-US" sz="2400" dirty="0" smtClean="0"/>
              <a:t>Exploit Patients</a:t>
            </a:r>
          </a:p>
          <a:p>
            <a:pPr lvl="1">
              <a:lnSpc>
                <a:spcPct val="100000"/>
              </a:lnSpc>
            </a:pPr>
            <a:endParaRPr lang="en-US" sz="2400" dirty="0" smtClean="0"/>
          </a:p>
          <a:p>
            <a:pPr>
              <a:lnSpc>
                <a:spcPct val="100000"/>
              </a:lnSpc>
            </a:pPr>
            <a:r>
              <a:rPr lang="en-US" sz="2400" dirty="0" smtClean="0"/>
              <a:t>Manage Employees</a:t>
            </a:r>
          </a:p>
          <a:p>
            <a:pPr lvl="1">
              <a:lnSpc>
                <a:spcPct val="100000"/>
              </a:lnSpc>
            </a:pPr>
            <a:r>
              <a:rPr lang="en-US" sz="2400" dirty="0" smtClean="0"/>
              <a:t>Explore Employees</a:t>
            </a:r>
          </a:p>
          <a:p>
            <a:pPr lvl="1">
              <a:lnSpc>
                <a:spcPct val="100000"/>
              </a:lnSpc>
            </a:pPr>
            <a:r>
              <a:rPr lang="en-US" sz="2400" dirty="0" smtClean="0"/>
              <a:t>Exploit Employees</a:t>
            </a:r>
          </a:p>
          <a:p>
            <a:pPr lvl="1">
              <a:lnSpc>
                <a:spcPct val="100000"/>
              </a:lnSpc>
            </a:pPr>
            <a:endParaRPr lang="en-US" sz="2400" dirty="0" smtClean="0"/>
          </a:p>
          <a:p>
            <a:pPr lvl="0">
              <a:lnSpc>
                <a:spcPct val="100000"/>
              </a:lnSpc>
              <a:defRPr/>
            </a:pPr>
            <a:r>
              <a:rPr lang="en-US" sz="2400" dirty="0" smtClean="0"/>
              <a:t>Manage Accounting Transactions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400" dirty="0" smtClean="0"/>
              <a:t>Exploit Expanses 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400" dirty="0" smtClean="0"/>
              <a:t>Explore Expanses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400" dirty="0" smtClean="0"/>
              <a:t>Exploit Revenues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400" dirty="0" smtClean="0"/>
              <a:t>Explore Revenues</a:t>
            </a:r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5292080" y="980728"/>
            <a:ext cx="3851920" cy="1268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400" marR="0" lvl="1" indent="-396875" algn="l" defTabSz="9143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endParaRPr kumimoji="0" lang="en-US" sz="1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396875" algn="l" defTabSz="9143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endParaRPr kumimoji="0" lang="en-US" sz="1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96875" marR="0" lvl="0" indent="-396875" algn="l" defTabSz="9143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96875" marR="0" lvl="0" indent="-396875" algn="l" defTabSz="9143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96875" marR="0" lvl="0" indent="-396875" algn="l" defTabSz="91436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Content Placeholder 4"/>
          <p:cNvSpPr txBox="1">
            <a:spLocks/>
          </p:cNvSpPr>
          <p:nvPr/>
        </p:nvSpPr>
        <p:spPr>
          <a:xfrm>
            <a:off x="4572000" y="836712"/>
            <a:ext cx="4176464" cy="52445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6875" marR="0" lvl="0" indent="-396875" algn="l" defTabSz="9143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Manage Prescriptions</a:t>
            </a:r>
          </a:p>
          <a:p>
            <a:pPr marL="914400" marR="0" lvl="1" indent="-396875" algn="l" defTabSz="9143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Explore Prescriptions</a:t>
            </a:r>
          </a:p>
          <a:p>
            <a:pPr marL="914400" marR="0" lvl="1" indent="-396875" algn="l" defTabSz="9143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Exploit Prescriptions</a:t>
            </a:r>
          </a:p>
          <a:p>
            <a:pPr marL="914400" marR="0" lvl="1" indent="-396875" algn="l" defTabSz="9143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96875" marR="0" lvl="0" indent="-396875" algn="l" defTabSz="9143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Manage Appointments</a:t>
            </a:r>
          </a:p>
          <a:p>
            <a:pPr marL="914400" marR="0" lvl="1" indent="-396875" algn="l" defTabSz="9143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Explore Appointments</a:t>
            </a:r>
          </a:p>
          <a:p>
            <a:pPr marL="914400" marR="0" lvl="1" indent="-396875" algn="l" defTabSz="9143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Exploit Appointments</a:t>
            </a:r>
          </a:p>
          <a:p>
            <a:pPr marL="914400" marR="0" lvl="1" indent="-396875" algn="l" defTabSz="9143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96875" marR="0" lvl="0" indent="-396875" algn="l" defTabSz="9143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Manage Statistics</a:t>
            </a:r>
          </a:p>
          <a:p>
            <a:pPr marL="914400" marR="0" lvl="1" indent="-396875" algn="l" defTabSz="9143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Explore Statistics</a:t>
            </a:r>
          </a:p>
          <a:p>
            <a:pPr marL="914400" marR="0" lvl="1" indent="-396875" algn="l" defTabSz="9143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Exploit Statistics</a:t>
            </a:r>
          </a:p>
          <a:p>
            <a:pPr marL="396875" marR="0" lvl="0" indent="-396875" algn="l" defTabSz="9143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1806467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116632"/>
            <a:ext cx="10764688" cy="1182588"/>
          </a:xfrm>
        </p:spPr>
        <p:txBody>
          <a:bodyPr>
            <a:noAutofit/>
          </a:bodyPr>
          <a:lstStyle/>
          <a:p>
            <a:r>
              <a:rPr lang="en-US" sz="4600" dirty="0" smtClean="0">
                <a:latin typeface="Times New Roman" pitchFamily="18" charset="0"/>
                <a:cs typeface="Times New Roman" pitchFamily="18" charset="0"/>
              </a:rPr>
              <a:t>Non-Functional &amp; Domain Requirements</a:t>
            </a:r>
            <a:endParaRPr lang="en-US" sz="4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9512" y="1196752"/>
            <a:ext cx="8640960" cy="4896544"/>
          </a:xfrm>
        </p:spPr>
        <p:txBody>
          <a:bodyPr>
            <a:normAutofit fontScale="85000" lnSpcReduction="10000"/>
          </a:bodyPr>
          <a:lstStyle/>
          <a:p>
            <a:pPr lvl="1">
              <a:lnSpc>
                <a:spcPct val="200000"/>
              </a:lnSpc>
              <a:buNone/>
            </a:pPr>
            <a:r>
              <a:rPr lang="en-GB" sz="2600" b="1" u="sng" dirty="0" smtClean="0">
                <a:latin typeface="+mj-lt"/>
              </a:rPr>
              <a:t>Non-Functional Requirements :</a:t>
            </a:r>
          </a:p>
          <a:p>
            <a:pPr>
              <a:lnSpc>
                <a:spcPct val="200000"/>
              </a:lnSpc>
            </a:pPr>
            <a:r>
              <a:rPr lang="en-GB" sz="2600" dirty="0" smtClean="0">
                <a:latin typeface="+mj-lt"/>
              </a:rPr>
              <a:t>Technology:</a:t>
            </a:r>
          </a:p>
          <a:p>
            <a:pPr lvl="1">
              <a:lnSpc>
                <a:spcPct val="200000"/>
              </a:lnSpc>
            </a:pPr>
            <a:r>
              <a:rPr lang="en-GB" sz="2600" dirty="0" smtClean="0">
                <a:latin typeface="+mj-lt"/>
              </a:rPr>
              <a:t>French interface</a:t>
            </a:r>
          </a:p>
          <a:p>
            <a:pPr lvl="1">
              <a:lnSpc>
                <a:spcPct val="200000"/>
              </a:lnSpc>
            </a:pPr>
            <a:r>
              <a:rPr lang="en-GB" sz="2600" dirty="0" smtClean="0">
                <a:latin typeface="+mj-lt"/>
              </a:rPr>
              <a:t>User Friendly Graphical User Interface</a:t>
            </a:r>
          </a:p>
          <a:p>
            <a:pPr>
              <a:lnSpc>
                <a:spcPct val="200000"/>
              </a:lnSpc>
            </a:pPr>
            <a:r>
              <a:rPr lang="en-GB" sz="2600" dirty="0" smtClean="0">
                <a:latin typeface="+mj-lt"/>
              </a:rPr>
              <a:t>Time Constraint: 3 months to develop the software</a:t>
            </a:r>
          </a:p>
          <a:p>
            <a:pPr lvl="1">
              <a:lnSpc>
                <a:spcPct val="200000"/>
              </a:lnSpc>
              <a:buNone/>
            </a:pPr>
            <a:r>
              <a:rPr lang="en-GB" sz="2600" b="1" u="sng" dirty="0" smtClean="0">
                <a:latin typeface="+mj-lt"/>
              </a:rPr>
              <a:t>Domain Requirements :</a:t>
            </a:r>
          </a:p>
          <a:p>
            <a:pPr>
              <a:lnSpc>
                <a:spcPct val="200000"/>
              </a:lnSpc>
            </a:pPr>
            <a:r>
              <a:rPr lang="en-GB" sz="2600" dirty="0" smtClean="0">
                <a:latin typeface="+mj-lt"/>
              </a:rPr>
              <a:t>Respect the forms used by the doctor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75596936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Magic Matrix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3817776610"/>
              </p:ext>
            </p:extLst>
          </p:nvPr>
        </p:nvGraphicFramePr>
        <p:xfrm>
          <a:off x="539552" y="1772816"/>
          <a:ext cx="8229600" cy="37490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362200"/>
                <a:gridCol w="1905000"/>
                <a:gridCol w="1905000"/>
                <a:gridCol w="2057400"/>
              </a:tblGrid>
              <a:tr h="937260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Data</a:t>
                      </a:r>
                      <a:endParaRPr kumimoji="0" lang="en-US" sz="28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User</a:t>
                      </a:r>
                    </a:p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Process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93726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Consistency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X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X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X</a:t>
                      </a:r>
                      <a:endParaRPr lang="en-US" sz="2400" dirty="0"/>
                    </a:p>
                  </a:txBody>
                  <a:tcPr/>
                </a:tc>
              </a:tr>
              <a:tr h="93726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Precision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X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X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X</a:t>
                      </a:r>
                      <a:endParaRPr lang="en-US" sz="2400" dirty="0"/>
                    </a:p>
                  </a:txBody>
                  <a:tcPr/>
                </a:tc>
              </a:tr>
              <a:tr h="93726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Completeness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X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X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X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51793361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System </a:t>
            </a:r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Models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67464" cy="3287054"/>
          </a:xfrm>
        </p:spPr>
        <p:txBody>
          <a:bodyPr/>
          <a:lstStyle/>
          <a:p>
            <a:endParaRPr lang="fr-FR" dirty="0" smtClean="0"/>
          </a:p>
          <a:p>
            <a:r>
              <a:rPr lang="fr-FR" dirty="0" smtClean="0"/>
              <a:t>Tools </a:t>
            </a:r>
            <a:r>
              <a:rPr lang="fr-FR" dirty="0" err="1" smtClean="0"/>
              <a:t>that</a:t>
            </a:r>
            <a:r>
              <a:rPr lang="fr-FR" dirty="0" smtClean="0"/>
              <a:t> help analyse the </a:t>
            </a:r>
            <a:r>
              <a:rPr lang="fr-FR" dirty="0" err="1" smtClean="0"/>
              <a:t>different</a:t>
            </a:r>
            <a:r>
              <a:rPr lang="fr-FR" dirty="0" smtClean="0"/>
              <a:t> relations </a:t>
            </a:r>
            <a:r>
              <a:rPr lang="fr-FR" dirty="0" err="1" smtClean="0"/>
              <a:t>between</a:t>
            </a:r>
            <a:r>
              <a:rPr lang="fr-FR" dirty="0" smtClean="0"/>
              <a:t> the data, the </a:t>
            </a:r>
            <a:r>
              <a:rPr lang="fr-FR" dirty="0" err="1" smtClean="0"/>
              <a:t>users</a:t>
            </a:r>
            <a:r>
              <a:rPr lang="fr-FR" dirty="0" smtClean="0"/>
              <a:t>, and the </a:t>
            </a:r>
            <a:r>
              <a:rPr lang="fr-FR" dirty="0" err="1" smtClean="0"/>
              <a:t>processes</a:t>
            </a:r>
            <a:r>
              <a:rPr lang="fr-FR" dirty="0" smtClean="0"/>
              <a:t>.</a:t>
            </a:r>
          </a:p>
          <a:p>
            <a:pPr>
              <a:buNone/>
            </a:pPr>
            <a:endParaRPr lang="fr-FR" dirty="0" smtClean="0"/>
          </a:p>
          <a:p>
            <a:r>
              <a:rPr lang="fr-FR" dirty="0" smtClean="0"/>
              <a:t>Merise </a:t>
            </a:r>
            <a:r>
              <a:rPr lang="fr-FR" dirty="0" err="1" smtClean="0"/>
              <a:t>Approach</a:t>
            </a:r>
            <a:r>
              <a:rPr lang="fr-FR" dirty="0" smtClean="0"/>
              <a:t>: </a:t>
            </a:r>
            <a:r>
              <a:rPr lang="en-US" sz="2800" dirty="0" smtClean="0"/>
              <a:t>Systemic French method that aims at unifying standards and practices in information technology and projects management.</a:t>
            </a:r>
            <a:endParaRPr lang="fr-FR" sz="28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Context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Diagram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3305520"/>
          </a:xfrm>
        </p:spPr>
        <p:txBody>
          <a:bodyPr/>
          <a:lstStyle/>
          <a:p>
            <a:r>
              <a:rPr lang="en-US" dirty="0" smtClean="0"/>
              <a:t>The Context diagram represents the highest level view of the system’s workflow</a:t>
            </a:r>
          </a:p>
          <a:p>
            <a:pPr lvl="1"/>
            <a:r>
              <a:rPr lang="en-US" dirty="0" smtClean="0"/>
              <a:t>It allows us to get a general view of all the </a:t>
            </a:r>
            <a:r>
              <a:rPr lang="en-US" u="sng" dirty="0" smtClean="0"/>
              <a:t>interactions</a:t>
            </a:r>
            <a:r>
              <a:rPr lang="en-US" dirty="0" smtClean="0"/>
              <a:t> between </a:t>
            </a:r>
            <a:r>
              <a:rPr lang="en-US" u="sng" dirty="0" smtClean="0"/>
              <a:t>data</a:t>
            </a:r>
            <a:r>
              <a:rPr lang="en-US" dirty="0" smtClean="0"/>
              <a:t>, </a:t>
            </a:r>
            <a:r>
              <a:rPr lang="en-US" u="sng" dirty="0" smtClean="0"/>
              <a:t>users</a:t>
            </a:r>
            <a:r>
              <a:rPr lang="en-US" dirty="0" smtClean="0"/>
              <a:t>, and </a:t>
            </a:r>
            <a:r>
              <a:rPr lang="en-US" u="sng" dirty="0" smtClean="0"/>
              <a:t>processes.</a:t>
            </a:r>
          </a:p>
          <a:p>
            <a:pPr lvl="1">
              <a:buNone/>
            </a:pPr>
            <a:endParaRPr lang="fr-FR" dirty="0" smtClean="0"/>
          </a:p>
          <a:p>
            <a:r>
              <a:rPr lang="fr-FR" b="1" dirty="0" smtClean="0"/>
              <a:t>Merise</a:t>
            </a:r>
            <a:r>
              <a:rPr lang="fr-FR" dirty="0" smtClean="0"/>
              <a:t> symbolism and Semantic:</a:t>
            </a:r>
          </a:p>
          <a:p>
            <a:endParaRPr lang="fr-FR" dirty="0"/>
          </a:p>
        </p:txBody>
      </p:sp>
      <p:pic>
        <p:nvPicPr>
          <p:cNvPr id="4" name="Imag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4221088"/>
            <a:ext cx="914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Image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5301208"/>
            <a:ext cx="152400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 5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31640" y="5805264"/>
            <a:ext cx="914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/>
          <p:nvPr/>
        </p:nvSpPr>
        <p:spPr>
          <a:xfrm>
            <a:off x="2411760" y="4725144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Stands for process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3059832" y="5373216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Stands for data store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2483768" y="6309320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Stands for user</a:t>
            </a:r>
            <a:endParaRPr lang="fr-FR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930"/>
            <a:ext cx="9144000" cy="6849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2555776" y="0"/>
            <a:ext cx="6588224" cy="1329595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Context Diagram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692696"/>
            <a:ext cx="8496944" cy="6048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Conceptual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Process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Models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>
          <a:xfrm>
            <a:off x="1907704" y="980728"/>
            <a:ext cx="5472608" cy="443198"/>
          </a:xfrm>
        </p:spPr>
        <p:txBody>
          <a:bodyPr/>
          <a:lstStyle/>
          <a:p>
            <a:pPr>
              <a:buNone/>
            </a:pPr>
            <a:r>
              <a:rPr lang="fr-FR" dirty="0" smtClean="0"/>
              <a:t>Exemple: Manage Prescriptions </a:t>
            </a:r>
            <a:endParaRPr lang="fr-FR" dirty="0"/>
          </a:p>
        </p:txBody>
      </p:sp>
      <p:pic>
        <p:nvPicPr>
          <p:cNvPr id="5" name="Picture 9"/>
          <p:cNvPicPr/>
          <p:nvPr/>
        </p:nvPicPr>
        <p:blipFill>
          <a:blip r:embed="rId2" cstate="print">
            <a:extLst>
              <a:ext uri="{28A0092B-C50C-407E-A947-70E740481C1C}">
                <a14:useLocalDpi xmlns:lc="http://schemas.openxmlformats.org/drawingml/2006/lockedCanvas" xmlns:pic="http://schemas.openxmlformats.org/drawingml/2006/picture" xmlns="" xmlns:wpc="http://schemas.microsoft.com/office/word/2010/wordprocessingCanvas" xmlns:mc="http://schemas.openxmlformats.org/markup-compatibility/2006" xmlns:o="urn:schemas-microsoft-com:office:office" xmlns:v="urn:schemas-microsoft-com:vml" xmlns:wp14="http://schemas.microsoft.com/office/word/2010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xmlns:wne="http://schemas.microsoft.com/office/word/2006/wordml" xmlns:wp="http://schemas.openxmlformats.org/drawingml/2006/wordprocessingDrawing" xmlns:m="http://schemas.openxmlformats.org/officeDocument/2006/math" xmlns:ve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484784"/>
            <a:ext cx="6912768" cy="5184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Conceptual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Process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Models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>
          <a:xfrm>
            <a:off x="2771800" y="980728"/>
            <a:ext cx="3672408" cy="443198"/>
          </a:xfrm>
        </p:spPr>
        <p:txBody>
          <a:bodyPr/>
          <a:lstStyle/>
          <a:p>
            <a:pPr>
              <a:buNone/>
            </a:pPr>
            <a:r>
              <a:rPr lang="fr-FR" dirty="0" smtClean="0"/>
              <a:t>Explore Prescriptions</a:t>
            </a:r>
            <a:endParaRPr lang="fr-FR" dirty="0"/>
          </a:p>
        </p:txBody>
      </p:sp>
      <p:pic>
        <p:nvPicPr>
          <p:cNvPr id="6" name="Picture 12"/>
          <p:cNvPicPr/>
          <p:nvPr/>
        </p:nvPicPr>
        <p:blipFill>
          <a:blip r:embed="rId2" cstate="print">
            <a:extLst>
              <a:ext uri="{28A0092B-C50C-407E-A947-70E740481C1C}">
                <a14:useLocalDpi xmlns:lc="http://schemas.openxmlformats.org/drawingml/2006/lockedCanvas" xmlns:pic="http://schemas.openxmlformats.org/drawingml/2006/picture" xmlns="" xmlns:wpc="http://schemas.microsoft.com/office/word/2010/wordprocessingCanvas" xmlns:mc="http://schemas.openxmlformats.org/markup-compatibility/2006" xmlns:o="urn:schemas-microsoft-com:office:office" xmlns:v="urn:schemas-microsoft-com:vml" xmlns:wp14="http://schemas.microsoft.com/office/word/2010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xmlns:wne="http://schemas.microsoft.com/office/word/2006/wordml" xmlns:wp="http://schemas.openxmlformats.org/drawingml/2006/wordprocessingDrawing" xmlns:m="http://schemas.openxmlformats.org/officeDocument/2006/math" xmlns:ve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683568" y="1484784"/>
            <a:ext cx="7776864" cy="5040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Conceptual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Architecture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Diagram 28"/>
          <p:cNvGraphicFramePr/>
          <p:nvPr/>
        </p:nvGraphicFramePr>
        <p:xfrm>
          <a:off x="-1332656" y="908720"/>
          <a:ext cx="12169352" cy="8064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1329595"/>
          </a:xfrm>
        </p:spPr>
        <p:txBody>
          <a:bodyPr/>
          <a:lstStyle/>
          <a:p>
            <a:r>
              <a:rPr lang="fr-FR" dirty="0" err="1" smtClean="0"/>
              <a:t>Magic</a:t>
            </a:r>
            <a:r>
              <a:rPr lang="fr-FR" dirty="0" smtClean="0"/>
              <a:t> </a:t>
            </a:r>
            <a:r>
              <a:rPr lang="fr-FR" dirty="0" err="1" smtClean="0"/>
              <a:t>Matrix</a:t>
            </a:r>
            <a:r>
              <a:rPr lang="fr-FR" dirty="0" smtClean="0"/>
              <a:t> </a:t>
            </a:r>
            <a:r>
              <a:rPr lang="fr-FR" dirty="0" err="1" smtClean="0"/>
              <a:t>after</a:t>
            </a:r>
            <a:r>
              <a:rPr lang="fr-FR" dirty="0" smtClean="0"/>
              <a:t> the </a:t>
            </a:r>
            <a:r>
              <a:rPr lang="fr-FR" dirty="0" err="1" smtClean="0"/>
              <a:t>Conceptual</a:t>
            </a:r>
            <a:r>
              <a:rPr lang="fr-FR" dirty="0" smtClean="0"/>
              <a:t> </a:t>
            </a:r>
            <a:r>
              <a:rPr lang="fr-FR" dirty="0" err="1" smtClean="0"/>
              <a:t>process</a:t>
            </a:r>
            <a:r>
              <a:rPr lang="fr-FR" dirty="0" smtClean="0"/>
              <a:t> </a:t>
            </a:r>
            <a:r>
              <a:rPr lang="fr-FR" dirty="0" err="1" smtClean="0"/>
              <a:t>modeling</a:t>
            </a:r>
            <a:endParaRPr lang="fr-FR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3817776610"/>
              </p:ext>
            </p:extLst>
          </p:nvPr>
        </p:nvGraphicFramePr>
        <p:xfrm>
          <a:off x="467544" y="2276872"/>
          <a:ext cx="8229600" cy="37490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362200"/>
                <a:gridCol w="1905000"/>
                <a:gridCol w="1905000"/>
                <a:gridCol w="2057400"/>
              </a:tblGrid>
              <a:tr h="937260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Data</a:t>
                      </a:r>
                      <a:endParaRPr kumimoji="0" lang="en-US" sz="28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User</a:t>
                      </a:r>
                    </a:p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Process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93726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Consistency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20%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30%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97%</a:t>
                      </a:r>
                      <a:endParaRPr lang="en-US" sz="2400" dirty="0"/>
                    </a:p>
                  </a:txBody>
                  <a:tcPr/>
                </a:tc>
              </a:tr>
              <a:tr h="93726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Precision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15%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45%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97%</a:t>
                      </a:r>
                      <a:endParaRPr lang="en-US" sz="2400" dirty="0"/>
                    </a:p>
                  </a:txBody>
                  <a:tcPr/>
                </a:tc>
              </a:tr>
              <a:tr h="93726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Completeness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10%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40%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95%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Data Dictionary</a:t>
            </a:r>
            <a:endParaRPr lang="en-US" dirty="0"/>
          </a:p>
        </p:txBody>
      </p:sp>
      <p:sp>
        <p:nvSpPr>
          <p:cNvPr id="6" name="ZoneTexte 5"/>
          <p:cNvSpPr txBox="1"/>
          <p:nvPr/>
        </p:nvSpPr>
        <p:spPr>
          <a:xfrm>
            <a:off x="4355976" y="2060848"/>
            <a:ext cx="478802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Meetings </a:t>
            </a:r>
            <a:r>
              <a:rPr lang="en-US" sz="2400" dirty="0"/>
              <a:t>held with the </a:t>
            </a:r>
            <a:r>
              <a:rPr lang="en-US" sz="2400" dirty="0" smtClean="0"/>
              <a:t>client</a:t>
            </a:r>
          </a:p>
          <a:p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Forms used in the doctor’s office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/>
              <a:t> </a:t>
            </a:r>
            <a:r>
              <a:rPr lang="en-US" sz="2400" dirty="0" err="1" smtClean="0"/>
              <a:t>Ordonnance</a:t>
            </a:r>
            <a:endParaRPr lang="en-US" sz="2400" dirty="0" smtClean="0"/>
          </a:p>
          <a:p>
            <a:pPr lvl="1">
              <a:buFont typeface="Wingdings" pitchFamily="2" charset="2"/>
              <a:buChar char="ü"/>
            </a:pPr>
            <a:r>
              <a:rPr lang="en-US" sz="2400" dirty="0"/>
              <a:t> </a:t>
            </a:r>
            <a:r>
              <a:rPr lang="en-US" sz="2400" dirty="0" smtClean="0"/>
              <a:t>Fiche du Patient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/>
              <a:t> </a:t>
            </a:r>
            <a:r>
              <a:rPr lang="en-US" sz="2400" dirty="0" err="1" smtClean="0"/>
              <a:t>Renseignements</a:t>
            </a:r>
            <a:r>
              <a:rPr lang="en-US" sz="2400" dirty="0" smtClean="0"/>
              <a:t> </a:t>
            </a:r>
            <a:r>
              <a:rPr lang="en-US" sz="2400" dirty="0" err="1" smtClean="0"/>
              <a:t>sur</a:t>
            </a:r>
            <a:r>
              <a:rPr lang="en-US" sz="2400" dirty="0" smtClean="0"/>
              <a:t> les </a:t>
            </a:r>
            <a:r>
              <a:rPr lang="en-US" sz="2400" dirty="0" err="1" smtClean="0"/>
              <a:t>Employés</a:t>
            </a:r>
            <a:endParaRPr lang="en-US" sz="2400" dirty="0"/>
          </a:p>
          <a:p>
            <a:pPr lvl="1">
              <a:buFont typeface="Wingdings" pitchFamily="2" charset="2"/>
              <a:buChar char="ü"/>
            </a:pPr>
            <a:endParaRPr lang="en-US" sz="2400" dirty="0" smtClean="0"/>
          </a:p>
        </p:txBody>
      </p:sp>
      <p:pic>
        <p:nvPicPr>
          <p:cNvPr id="7" name="Picture 47"/>
          <p:cNvPicPr/>
          <p:nvPr/>
        </p:nvPicPr>
        <p:blipFill>
          <a:blip r:embed="rId2" cstate="print">
            <a:extLst>
              <a:ext uri="{28A0092B-C50C-407E-A947-70E740481C1C}">
                <a14:useLocalDpi xmlns="" xmlns:wpc="http://schemas.microsoft.com/office/word/2010/wordprocessingCanvas" xmlns:mc="http://schemas.openxmlformats.org/markup-compatibility/2006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/>
          <a:stretch>
            <a:fillRect/>
          </a:stretch>
        </p:blipFill>
        <p:spPr bwMode="auto">
          <a:xfrm>
            <a:off x="395536" y="1412776"/>
            <a:ext cx="3888432" cy="5184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Data Dictionary</a:t>
            </a:r>
            <a:endParaRPr lang="en-US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395536" y="1124744"/>
          <a:ext cx="8352927" cy="5327904"/>
        </p:xfrm>
        <a:graphic>
          <a:graphicData uri="http://schemas.openxmlformats.org/drawingml/2006/table">
            <a:tbl>
              <a:tblPr>
                <a:tableStyleId>{327F97BB-C833-4FB7-BDE5-3F7075034690}</a:tableStyleId>
              </a:tblPr>
              <a:tblGrid>
                <a:gridCol w="1868186"/>
                <a:gridCol w="1595285"/>
                <a:gridCol w="1313122"/>
                <a:gridCol w="1427672"/>
                <a:gridCol w="1074753"/>
                <a:gridCol w="1073909"/>
              </a:tblGrid>
              <a:tr h="8647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/>
                        <a:t>Attribute Name with the corresponding identifier</a:t>
                      </a:r>
                      <a:endParaRPr lang="fr-FR" sz="16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25951" marR="259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600"/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/>
                        <a:t>Form </a:t>
                      </a:r>
                      <a:endParaRPr lang="fr-FR" sz="16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25951" marR="259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600"/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/>
                        <a:t>Attribute Name in English</a:t>
                      </a:r>
                      <a:endParaRPr lang="fr-FR" sz="16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25951" marR="259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600"/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/>
                        <a:t>Description</a:t>
                      </a:r>
                      <a:endParaRPr lang="fr-FR" sz="16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25951" marR="259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/>
                        <a:t>Inductive/</a:t>
                      </a:r>
                      <a:br>
                        <a:rPr lang="en-US" sz="1600"/>
                      </a:br>
                      <a:r>
                        <a:rPr lang="en-US" sz="1600"/>
                        <a:t>Deductive</a:t>
                      </a:r>
                      <a:endParaRPr lang="fr-FR" sz="16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25951" marR="259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600"/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/>
                        <a:t>Countable/</a:t>
                      </a:r>
                      <a:br>
                        <a:rPr lang="en-US" sz="1600"/>
                      </a:br>
                      <a:r>
                        <a:rPr lang="en-US" sz="1600"/>
                        <a:t>Non-Countable</a:t>
                      </a:r>
                      <a:endParaRPr lang="fr-FR" sz="16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25951" marR="259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47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600"/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/>
                        <a:t>Nom de Patient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/>
                        <a:t>Nom_Patient</a:t>
                      </a:r>
                      <a:endParaRPr lang="fr-FR" sz="16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25951" marR="259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/>
                        <a:t>Ordonnance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/>
                        <a:t>Fiche de Patient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/>
                        <a:t>Fiche de Rendez-vous</a:t>
                      </a:r>
                      <a:endParaRPr lang="fr-FR" sz="16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25951" marR="259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600"/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/>
                        <a:t>Last Name</a:t>
                      </a:r>
                      <a:endParaRPr lang="fr-FR" sz="16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25951" marR="259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/>
                        <a:t>last name of the patient</a:t>
                      </a:r>
                      <a:endParaRPr lang="fr-FR" sz="16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25951" marR="259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/>
                        <a:t>D</a:t>
                      </a:r>
                      <a:endParaRPr lang="fr-FR" sz="16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25951" marR="259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/>
                        <a:t>NC</a:t>
                      </a:r>
                      <a:endParaRPr lang="fr-FR" sz="16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25951" marR="259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47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600"/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/>
                        <a:t>Prénom de Patient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/>
                        <a:t>Prénom_Patient</a:t>
                      </a:r>
                      <a:endParaRPr lang="fr-FR" sz="16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25951" marR="259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/>
                        <a:t>Ordonnance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/>
                        <a:t>Fiche de Patient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/>
                        <a:t>Fiche de Rendez-vous</a:t>
                      </a:r>
                      <a:endParaRPr lang="fr-FR" sz="16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25951" marR="259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600"/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/>
                        <a:t>First Name</a:t>
                      </a:r>
                      <a:endParaRPr lang="fr-FR" sz="16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25951" marR="259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/>
                        <a:t>First name of the patient</a:t>
                      </a:r>
                      <a:endParaRPr lang="fr-FR" sz="16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25951" marR="259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/>
                        <a:t>D</a:t>
                      </a:r>
                      <a:endParaRPr lang="fr-FR" sz="16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25951" marR="259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/>
                        <a:t>NC</a:t>
                      </a:r>
                      <a:endParaRPr lang="fr-FR" sz="16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25951" marR="259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47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600"/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/>
                        <a:t>Né le: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/>
                        <a:t>Date_Naissance</a:t>
                      </a:r>
                      <a:endParaRPr lang="fr-FR" sz="16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25951" marR="259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600"/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/>
                        <a:t>Fiche de Patient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/>
                        <a:t>  Renseignements sur les Employés</a:t>
                      </a:r>
                      <a:endParaRPr lang="fr-FR" sz="16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25951" marR="259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 err="1"/>
                        <a:t>Birth</a:t>
                      </a:r>
                      <a:r>
                        <a:rPr lang="fr-FR" sz="1600" dirty="0"/>
                        <a:t> date</a:t>
                      </a:r>
                      <a:endParaRPr lang="fr-FR" sz="16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25951" marR="259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/>
                        <a:t>birth date of the patient</a:t>
                      </a:r>
                      <a:endParaRPr lang="fr-FR" sz="16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25951" marR="259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/>
                        <a:t>D</a:t>
                      </a:r>
                      <a:endParaRPr lang="fr-FR" sz="16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25951" marR="259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/>
                        <a:t>NC</a:t>
                      </a:r>
                      <a:endParaRPr lang="fr-FR" sz="16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25951" marR="259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535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/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/>
                        <a:t>Addresse</a:t>
                      </a:r>
                      <a:endParaRPr lang="fr-FR" sz="1600"/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/>
                        <a:t>Addresse</a:t>
                      </a:r>
                      <a:endParaRPr lang="fr-FR" sz="16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25951" marR="259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/>
                        <a:t>Fiche de Patient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/>
                        <a:t>Renseignements sur les Employés</a:t>
                      </a:r>
                      <a:endParaRPr lang="fr-FR" sz="16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25951" marR="259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/>
                        <a:t>Address</a:t>
                      </a:r>
                      <a:endParaRPr lang="fr-FR" sz="16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25951" marR="259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/>
                        <a:t>The address of the patient</a:t>
                      </a:r>
                      <a:endParaRPr lang="fr-FR" sz="16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25951" marR="259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/>
                        <a:t>D</a:t>
                      </a:r>
                      <a:endParaRPr lang="fr-FR" sz="16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25951" marR="259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/>
                        <a:t>NC</a:t>
                      </a:r>
                      <a:endParaRPr lang="fr-FR" sz="16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25951" marR="259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Data Dictionary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316835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Data dictionary anomalies: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/>
              <a:t> </a:t>
            </a:r>
            <a:r>
              <a:rPr lang="en-US" b="1" dirty="0" smtClean="0"/>
              <a:t>Redundancy: </a:t>
            </a:r>
            <a:r>
              <a:rPr lang="en-US" dirty="0" smtClean="0"/>
              <a:t>The same set of characters standing for the same meaning appears in many forms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/>
              <a:t> </a:t>
            </a:r>
            <a:r>
              <a:rPr lang="en-US" b="1" dirty="0" smtClean="0"/>
              <a:t>Homonyms: </a:t>
            </a:r>
            <a:r>
              <a:rPr lang="en-US" dirty="0" smtClean="0"/>
              <a:t>Same set of characters that appears in different forms but stands for different meaning</a:t>
            </a:r>
            <a:endParaRPr lang="en-US" b="1" dirty="0" smtClean="0"/>
          </a:p>
          <a:p>
            <a:pPr lvl="1">
              <a:buFont typeface="Wingdings" pitchFamily="2" charset="2"/>
              <a:buChar char="ü"/>
            </a:pPr>
            <a:r>
              <a:rPr lang="en-US" dirty="0"/>
              <a:t> </a:t>
            </a:r>
            <a:r>
              <a:rPr lang="en-US" b="1" dirty="0" smtClean="0"/>
              <a:t>Synonyms: </a:t>
            </a:r>
            <a:r>
              <a:rPr lang="en-US" dirty="0" smtClean="0">
                <a:latin typeface="Cambria" pitchFamily="18" charset="0"/>
              </a:rPr>
              <a:t>Different names that appear in different forms but stand for the same meaning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/>
        </p:nvGraphicFramePr>
        <p:xfrm>
          <a:off x="539552" y="5157192"/>
          <a:ext cx="8208911" cy="1512168"/>
        </p:xfrm>
        <a:graphic>
          <a:graphicData uri="http://schemas.openxmlformats.org/drawingml/2006/table">
            <a:tbl>
              <a:tblPr>
                <a:tableStyleId>{327F97BB-C833-4FB7-BDE5-3F7075034690}</a:tableStyleId>
              </a:tblPr>
              <a:tblGrid>
                <a:gridCol w="2376263"/>
                <a:gridCol w="2592288"/>
                <a:gridCol w="3240360"/>
              </a:tblGrid>
              <a:tr h="378042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/>
                        <a:t>Attribute in French</a:t>
                      </a:r>
                      <a:endParaRPr lang="fr-FR" sz="11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/>
                        <a:t>Proposed Solution to Differentiate</a:t>
                      </a:r>
                      <a:endParaRPr lang="fr-FR" sz="11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8042">
                <a:tc rowSpan="3"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200" dirty="0"/>
                    </a:p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/>
                        <a:t>Nom </a:t>
                      </a:r>
                      <a:endParaRPr lang="fr-FR" sz="11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/>
                        <a:t>Nom de patient</a:t>
                      </a:r>
                      <a:endParaRPr lang="fr-FR" sz="11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/>
                        <a:t>Last name of the patient</a:t>
                      </a:r>
                      <a:endParaRPr lang="fr-FR" sz="11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0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/>
                        <a:t>Nom d’employé</a:t>
                      </a:r>
                      <a:endParaRPr lang="fr-FR" sz="11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/>
                        <a:t>Last name of the employee</a:t>
                      </a:r>
                      <a:endParaRPr lang="fr-FR" sz="11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0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/>
                        <a:t>Nom de </a:t>
                      </a:r>
                      <a:r>
                        <a:rPr lang="en-US" sz="1200" dirty="0" err="1"/>
                        <a:t>docteur</a:t>
                      </a:r>
                      <a:endParaRPr lang="fr-FR" sz="11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/>
                        <a:t>Last name of the doctor</a:t>
                      </a:r>
                      <a:endParaRPr lang="fr-FR" sz="11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ZoneTexte 7"/>
          <p:cNvSpPr txBox="1"/>
          <p:nvPr/>
        </p:nvSpPr>
        <p:spPr>
          <a:xfrm>
            <a:off x="539552" y="4437112"/>
            <a:ext cx="20319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200" dirty="0" smtClean="0"/>
              <a:t>Example:</a:t>
            </a:r>
            <a:endParaRPr lang="en-US" sz="3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382000" cy="664797"/>
          </a:xfrm>
        </p:spPr>
        <p:txBody>
          <a:bodyPr>
            <a:normAutofit fontScale="90000"/>
          </a:bodyPr>
          <a:lstStyle/>
          <a:p>
            <a:r>
              <a:rPr lang="en-US" dirty="0"/>
              <a:t>Entity Relationship Model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067944" y="1412776"/>
            <a:ext cx="1080120" cy="18722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 dirty="0" smtClean="0">
              <a:solidFill>
                <a:schemeClr val="tx1"/>
              </a:solidFill>
            </a:endParaRPr>
          </a:p>
          <a:p>
            <a:endParaRPr lang="en-US" sz="1100" dirty="0">
              <a:solidFill>
                <a:schemeClr val="tx1"/>
              </a:solidFill>
            </a:endParaRPr>
          </a:p>
          <a:p>
            <a:r>
              <a:rPr lang="en-US" sz="1100" dirty="0" smtClean="0">
                <a:solidFill>
                  <a:schemeClr val="tx1"/>
                </a:solidFill>
              </a:rPr>
              <a:t>Patient</a:t>
            </a:r>
            <a:endParaRPr lang="en-US" sz="1100" dirty="0">
              <a:solidFill>
                <a:schemeClr val="tx1"/>
              </a:solidFill>
            </a:endParaRPr>
          </a:p>
          <a:p>
            <a:endParaRPr lang="en-US" sz="1100" dirty="0" smtClean="0">
              <a:solidFill>
                <a:schemeClr val="tx1"/>
              </a:solidFill>
            </a:endParaRPr>
          </a:p>
          <a:p>
            <a:r>
              <a:rPr lang="en-US" sz="1100" dirty="0" smtClean="0">
                <a:solidFill>
                  <a:schemeClr val="tx1"/>
                </a:solidFill>
              </a:rPr>
              <a:t>Identifier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First name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Last name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Phone</a:t>
            </a:r>
          </a:p>
          <a:p>
            <a:r>
              <a:rPr lang="en-US" sz="1100" dirty="0" err="1" smtClean="0">
                <a:solidFill>
                  <a:schemeClr val="tx1"/>
                </a:solidFill>
              </a:rPr>
              <a:t>Birthdate</a:t>
            </a:r>
            <a:endParaRPr lang="en-US" sz="1100" dirty="0" smtClean="0">
              <a:solidFill>
                <a:schemeClr val="tx1"/>
              </a:solidFill>
            </a:endParaRPr>
          </a:p>
          <a:p>
            <a:r>
              <a:rPr lang="en-US" sz="1100" dirty="0" smtClean="0">
                <a:solidFill>
                  <a:schemeClr val="tx1"/>
                </a:solidFill>
              </a:rPr>
              <a:t>Address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Profession</a:t>
            </a:r>
          </a:p>
          <a:p>
            <a:r>
              <a:rPr lang="en-US" sz="1100" dirty="0" err="1" smtClean="0">
                <a:solidFill>
                  <a:schemeClr val="tx1"/>
                </a:solidFill>
              </a:rPr>
              <a:t>Mutualist</a:t>
            </a:r>
            <a:endParaRPr lang="en-US" sz="1100" dirty="0" smtClean="0">
              <a:solidFill>
                <a:schemeClr val="tx1"/>
              </a:solidFill>
            </a:endParaRPr>
          </a:p>
          <a:p>
            <a:r>
              <a:rPr lang="en-US" sz="1100" dirty="0" smtClean="0">
                <a:solidFill>
                  <a:schemeClr val="tx1"/>
                </a:solidFill>
              </a:rPr>
              <a:t>General Info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 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10" name="Connecteur droit 9"/>
          <p:cNvCxnSpPr/>
          <p:nvPr/>
        </p:nvCxnSpPr>
        <p:spPr>
          <a:xfrm>
            <a:off x="4067944" y="1700808"/>
            <a:ext cx="10801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67544" y="4797152"/>
            <a:ext cx="936104" cy="1800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 smtClean="0">
              <a:solidFill>
                <a:schemeClr val="tx1"/>
              </a:solidFill>
            </a:endParaRPr>
          </a:p>
          <a:p>
            <a:endParaRPr lang="en-US" sz="1100" dirty="0" smtClean="0">
              <a:solidFill>
                <a:schemeClr val="tx1"/>
              </a:solidFill>
            </a:endParaRPr>
          </a:p>
          <a:p>
            <a:r>
              <a:rPr lang="en-US" sz="1100" dirty="0" smtClean="0">
                <a:solidFill>
                  <a:schemeClr val="tx1"/>
                </a:solidFill>
              </a:rPr>
              <a:t>Secretary</a:t>
            </a:r>
            <a:endParaRPr lang="en-US" sz="1100" dirty="0">
              <a:solidFill>
                <a:schemeClr val="tx1"/>
              </a:solidFill>
            </a:endParaRPr>
          </a:p>
          <a:p>
            <a:endParaRPr lang="en-US" sz="1100" dirty="0" smtClean="0">
              <a:solidFill>
                <a:schemeClr val="tx1"/>
              </a:solidFill>
            </a:endParaRPr>
          </a:p>
          <a:p>
            <a:r>
              <a:rPr lang="en-US" sz="1100" dirty="0" smtClean="0">
                <a:solidFill>
                  <a:schemeClr val="tx1"/>
                </a:solidFill>
              </a:rPr>
              <a:t>Identifier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First name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Last name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Phone</a:t>
            </a:r>
          </a:p>
          <a:p>
            <a:r>
              <a:rPr lang="en-US" sz="1100" dirty="0" err="1" smtClean="0">
                <a:solidFill>
                  <a:schemeClr val="tx1"/>
                </a:solidFill>
              </a:rPr>
              <a:t>Birthdate</a:t>
            </a:r>
            <a:endParaRPr lang="en-US" sz="1100" dirty="0" smtClean="0">
              <a:solidFill>
                <a:schemeClr val="tx1"/>
              </a:solidFill>
            </a:endParaRPr>
          </a:p>
          <a:p>
            <a:r>
              <a:rPr lang="en-US" sz="1100" dirty="0" smtClean="0">
                <a:solidFill>
                  <a:schemeClr val="tx1"/>
                </a:solidFill>
              </a:rPr>
              <a:t>Address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General Info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Salary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 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051720" y="2780928"/>
            <a:ext cx="1080120" cy="1800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 dirty="0" smtClean="0">
              <a:solidFill>
                <a:schemeClr val="tx1"/>
              </a:solidFill>
            </a:endParaRPr>
          </a:p>
          <a:p>
            <a:endParaRPr lang="en-US" sz="1100" dirty="0">
              <a:solidFill>
                <a:schemeClr val="tx1"/>
              </a:solidFill>
            </a:endParaRPr>
          </a:p>
          <a:p>
            <a:r>
              <a:rPr lang="en-US" sz="1100" dirty="0" smtClean="0">
                <a:solidFill>
                  <a:schemeClr val="tx1"/>
                </a:solidFill>
              </a:rPr>
              <a:t>Transaction</a:t>
            </a:r>
            <a:endParaRPr lang="en-US" sz="1100" dirty="0">
              <a:solidFill>
                <a:schemeClr val="tx1"/>
              </a:solidFill>
            </a:endParaRPr>
          </a:p>
          <a:p>
            <a:endParaRPr lang="en-US" sz="1100" dirty="0" smtClean="0">
              <a:solidFill>
                <a:schemeClr val="tx1"/>
              </a:solidFill>
            </a:endParaRPr>
          </a:p>
          <a:p>
            <a:r>
              <a:rPr lang="en-US" sz="1100" dirty="0" smtClean="0">
                <a:solidFill>
                  <a:schemeClr val="tx1"/>
                </a:solidFill>
              </a:rPr>
              <a:t>Identifier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Date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Amount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Type of transaction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Type of </a:t>
            </a:r>
            <a:r>
              <a:rPr lang="en-US" sz="1100" dirty="0" err="1" smtClean="0">
                <a:solidFill>
                  <a:schemeClr val="tx1"/>
                </a:solidFill>
              </a:rPr>
              <a:t>payement</a:t>
            </a:r>
            <a:endParaRPr lang="en-US" sz="1100" dirty="0" smtClean="0">
              <a:solidFill>
                <a:schemeClr val="tx1"/>
              </a:solidFill>
            </a:endParaRPr>
          </a:p>
          <a:p>
            <a:r>
              <a:rPr lang="en-US" sz="1100" dirty="0" smtClean="0">
                <a:solidFill>
                  <a:schemeClr val="tx1"/>
                </a:solidFill>
              </a:rPr>
              <a:t>General Info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 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524328" y="1484784"/>
            <a:ext cx="1368152" cy="1728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 dirty="0" smtClean="0">
              <a:solidFill>
                <a:schemeClr val="tx1"/>
              </a:solidFill>
            </a:endParaRPr>
          </a:p>
          <a:p>
            <a:endParaRPr lang="en-US" sz="1100" dirty="0" smtClean="0">
              <a:solidFill>
                <a:schemeClr val="tx1"/>
              </a:solidFill>
            </a:endParaRPr>
          </a:p>
          <a:p>
            <a:r>
              <a:rPr lang="en-US" sz="1100" dirty="0" smtClean="0">
                <a:solidFill>
                  <a:schemeClr val="tx1"/>
                </a:solidFill>
              </a:rPr>
              <a:t>Medical description</a:t>
            </a:r>
            <a:endParaRPr lang="en-US" sz="1100" dirty="0">
              <a:solidFill>
                <a:schemeClr val="tx1"/>
              </a:solidFill>
            </a:endParaRPr>
          </a:p>
          <a:p>
            <a:endParaRPr lang="en-US" sz="1100" dirty="0" smtClean="0">
              <a:solidFill>
                <a:schemeClr val="tx1"/>
              </a:solidFill>
            </a:endParaRPr>
          </a:p>
          <a:p>
            <a:r>
              <a:rPr lang="en-US" sz="1100" dirty="0" smtClean="0">
                <a:solidFill>
                  <a:schemeClr val="tx1"/>
                </a:solidFill>
              </a:rPr>
              <a:t>Identifier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Date of visit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Date of next visit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symptoms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Prescriptions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Medical tests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Type of payment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General Info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 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95536" y="1628800"/>
            <a:ext cx="1080120" cy="13681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 dirty="0">
              <a:solidFill>
                <a:schemeClr val="tx1"/>
              </a:solidFill>
            </a:endParaRPr>
          </a:p>
          <a:p>
            <a:r>
              <a:rPr lang="en-US" sz="1100" dirty="0" smtClean="0">
                <a:solidFill>
                  <a:schemeClr val="tx1"/>
                </a:solidFill>
              </a:rPr>
              <a:t>Appointment</a:t>
            </a:r>
            <a:endParaRPr lang="en-US" sz="1100" dirty="0">
              <a:solidFill>
                <a:schemeClr val="tx1"/>
              </a:solidFill>
            </a:endParaRPr>
          </a:p>
          <a:p>
            <a:endParaRPr lang="en-US" sz="1100" dirty="0" smtClean="0">
              <a:solidFill>
                <a:schemeClr val="tx1"/>
              </a:solidFill>
            </a:endParaRPr>
          </a:p>
          <a:p>
            <a:r>
              <a:rPr lang="en-US" sz="1100" dirty="0" smtClean="0">
                <a:solidFill>
                  <a:schemeClr val="tx1"/>
                </a:solidFill>
              </a:rPr>
              <a:t>Identifier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Date 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Time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Motif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General Info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131840" y="4869160"/>
            <a:ext cx="1080120" cy="1800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 dirty="0" smtClean="0">
              <a:solidFill>
                <a:schemeClr val="tx1"/>
              </a:solidFill>
            </a:endParaRPr>
          </a:p>
          <a:p>
            <a:endParaRPr lang="en-US" sz="1100" dirty="0">
              <a:solidFill>
                <a:schemeClr val="tx1"/>
              </a:solidFill>
            </a:endParaRPr>
          </a:p>
          <a:p>
            <a:r>
              <a:rPr lang="en-US" sz="1100" dirty="0" smtClean="0">
                <a:solidFill>
                  <a:schemeClr val="tx1"/>
                </a:solidFill>
              </a:rPr>
              <a:t>Waiting List </a:t>
            </a:r>
            <a:endParaRPr lang="en-US" sz="1100" dirty="0">
              <a:solidFill>
                <a:schemeClr val="tx1"/>
              </a:solidFill>
            </a:endParaRPr>
          </a:p>
          <a:p>
            <a:endParaRPr lang="en-US" sz="1100" dirty="0" smtClean="0">
              <a:solidFill>
                <a:schemeClr val="tx1"/>
              </a:solidFill>
            </a:endParaRPr>
          </a:p>
          <a:p>
            <a:r>
              <a:rPr lang="en-US" sz="1100" dirty="0" smtClean="0">
                <a:solidFill>
                  <a:schemeClr val="tx1"/>
                </a:solidFill>
              </a:rPr>
              <a:t>Identifier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Date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Amount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Type of transaction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Type of </a:t>
            </a:r>
            <a:r>
              <a:rPr lang="en-US" sz="1100" dirty="0" err="1" smtClean="0">
                <a:solidFill>
                  <a:schemeClr val="tx1"/>
                </a:solidFill>
              </a:rPr>
              <a:t>payement</a:t>
            </a:r>
            <a:endParaRPr lang="en-US" sz="1100" dirty="0" smtClean="0">
              <a:solidFill>
                <a:schemeClr val="tx1"/>
              </a:solidFill>
            </a:endParaRPr>
          </a:p>
          <a:p>
            <a:r>
              <a:rPr lang="en-US" sz="1100" dirty="0" smtClean="0">
                <a:solidFill>
                  <a:schemeClr val="tx1"/>
                </a:solidFill>
              </a:rPr>
              <a:t>General Info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 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740352" y="3356992"/>
            <a:ext cx="1080120" cy="1800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 dirty="0" smtClean="0">
              <a:solidFill>
                <a:schemeClr val="tx1"/>
              </a:solidFill>
            </a:endParaRPr>
          </a:p>
          <a:p>
            <a:endParaRPr lang="en-US" sz="1100" dirty="0">
              <a:solidFill>
                <a:schemeClr val="tx1"/>
              </a:solidFill>
            </a:endParaRPr>
          </a:p>
          <a:p>
            <a:r>
              <a:rPr lang="en-US" sz="1100" dirty="0" smtClean="0">
                <a:solidFill>
                  <a:schemeClr val="tx1"/>
                </a:solidFill>
              </a:rPr>
              <a:t>Statistics</a:t>
            </a:r>
            <a:endParaRPr lang="en-US" sz="1100" dirty="0">
              <a:solidFill>
                <a:schemeClr val="tx1"/>
              </a:solidFill>
            </a:endParaRPr>
          </a:p>
          <a:p>
            <a:endParaRPr lang="en-US" sz="1100" dirty="0" smtClean="0">
              <a:solidFill>
                <a:schemeClr val="tx1"/>
              </a:solidFill>
            </a:endParaRPr>
          </a:p>
          <a:p>
            <a:r>
              <a:rPr lang="en-US" sz="1100" dirty="0" smtClean="0">
                <a:solidFill>
                  <a:schemeClr val="tx1"/>
                </a:solidFill>
              </a:rPr>
              <a:t>Identifier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Date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Type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Value 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Type of </a:t>
            </a:r>
            <a:r>
              <a:rPr lang="en-US" sz="1100" dirty="0" err="1" smtClean="0">
                <a:solidFill>
                  <a:schemeClr val="tx1"/>
                </a:solidFill>
              </a:rPr>
              <a:t>payement</a:t>
            </a:r>
            <a:endParaRPr lang="en-US" sz="1100" dirty="0" smtClean="0">
              <a:solidFill>
                <a:schemeClr val="tx1"/>
              </a:solidFill>
            </a:endParaRPr>
          </a:p>
          <a:p>
            <a:r>
              <a:rPr lang="en-US" sz="1100" dirty="0" smtClean="0">
                <a:solidFill>
                  <a:schemeClr val="tx1"/>
                </a:solidFill>
              </a:rPr>
              <a:t>General Info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 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21" name="Connecteur droit 20"/>
          <p:cNvCxnSpPr/>
          <p:nvPr/>
        </p:nvCxnSpPr>
        <p:spPr>
          <a:xfrm>
            <a:off x="395536" y="1916832"/>
            <a:ext cx="10801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>
            <a:off x="1475656" y="2132856"/>
            <a:ext cx="25922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2915816" y="1916832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491880" y="2060848"/>
            <a:ext cx="360040" cy="14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0,n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63688" y="2060848"/>
            <a:ext cx="360040" cy="14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1,1</a:t>
            </a:r>
          </a:p>
        </p:txBody>
      </p:sp>
      <p:sp>
        <p:nvSpPr>
          <p:cNvPr id="38" name="Ellipse 37"/>
          <p:cNvSpPr/>
          <p:nvPr/>
        </p:nvSpPr>
        <p:spPr>
          <a:xfrm>
            <a:off x="2339752" y="1916832"/>
            <a:ext cx="936104" cy="43204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 dirty="0" smtClean="0">
                <a:solidFill>
                  <a:schemeClr val="tx1"/>
                </a:solidFill>
              </a:rPr>
              <a:t>takes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588224" y="2060848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Connecteur droit 52"/>
          <p:cNvCxnSpPr/>
          <p:nvPr/>
        </p:nvCxnSpPr>
        <p:spPr>
          <a:xfrm>
            <a:off x="5148064" y="2060848"/>
            <a:ext cx="23762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/>
          <p:cNvCxnSpPr>
            <a:stCxn id="18" idx="2"/>
            <a:endCxn id="12" idx="0"/>
          </p:cNvCxnSpPr>
          <p:nvPr/>
        </p:nvCxnSpPr>
        <p:spPr>
          <a:xfrm>
            <a:off x="935596" y="2996952"/>
            <a:ext cx="0" cy="18002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5724128" y="4869160"/>
            <a:ext cx="1080120" cy="1728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 dirty="0" smtClean="0">
              <a:solidFill>
                <a:schemeClr val="tx1"/>
              </a:solidFill>
            </a:endParaRPr>
          </a:p>
          <a:p>
            <a:endParaRPr lang="en-US" sz="1100" dirty="0">
              <a:solidFill>
                <a:schemeClr val="tx1"/>
              </a:solidFill>
            </a:endParaRPr>
          </a:p>
          <a:p>
            <a:r>
              <a:rPr lang="en-US" sz="1100" dirty="0" smtClean="0">
                <a:solidFill>
                  <a:schemeClr val="tx1"/>
                </a:solidFill>
              </a:rPr>
              <a:t>Doctor</a:t>
            </a:r>
            <a:endParaRPr lang="en-US" sz="1100" dirty="0">
              <a:solidFill>
                <a:schemeClr val="tx1"/>
              </a:solidFill>
            </a:endParaRPr>
          </a:p>
          <a:p>
            <a:endParaRPr lang="en-US" sz="1100" dirty="0" smtClean="0">
              <a:solidFill>
                <a:schemeClr val="tx1"/>
              </a:solidFill>
            </a:endParaRPr>
          </a:p>
          <a:p>
            <a:r>
              <a:rPr lang="en-US" sz="1100" dirty="0" smtClean="0">
                <a:solidFill>
                  <a:schemeClr val="tx1"/>
                </a:solidFill>
              </a:rPr>
              <a:t>Identifier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First name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Last name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Phone</a:t>
            </a:r>
          </a:p>
          <a:p>
            <a:r>
              <a:rPr lang="en-US" sz="1100" dirty="0" err="1" smtClean="0">
                <a:solidFill>
                  <a:schemeClr val="tx1"/>
                </a:solidFill>
              </a:rPr>
              <a:t>Birthdate</a:t>
            </a:r>
            <a:endParaRPr lang="en-US" sz="1100" dirty="0" smtClean="0">
              <a:solidFill>
                <a:schemeClr val="tx1"/>
              </a:solidFill>
            </a:endParaRPr>
          </a:p>
          <a:p>
            <a:r>
              <a:rPr lang="en-US" sz="1100" dirty="0" smtClean="0">
                <a:solidFill>
                  <a:schemeClr val="tx1"/>
                </a:solidFill>
              </a:rPr>
              <a:t>Address</a:t>
            </a:r>
          </a:p>
          <a:p>
            <a:r>
              <a:rPr lang="en-US" sz="1100" dirty="0" smtClean="0">
                <a:solidFill>
                  <a:schemeClr val="tx1"/>
                </a:solidFill>
              </a:rPr>
              <a:t>General Info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 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70" name="Connecteur droit 69"/>
          <p:cNvCxnSpPr/>
          <p:nvPr/>
        </p:nvCxnSpPr>
        <p:spPr>
          <a:xfrm>
            <a:off x="1403648" y="5805264"/>
            <a:ext cx="172819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77"/>
          <p:cNvCxnSpPr>
            <a:endCxn id="66" idx="1"/>
          </p:cNvCxnSpPr>
          <p:nvPr/>
        </p:nvCxnSpPr>
        <p:spPr>
          <a:xfrm>
            <a:off x="4211960" y="5733256"/>
            <a:ext cx="15121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Forme 79"/>
          <p:cNvCxnSpPr>
            <a:stCxn id="8" idx="2"/>
          </p:cNvCxnSpPr>
          <p:nvPr/>
        </p:nvCxnSpPr>
        <p:spPr>
          <a:xfrm rot="5400000">
            <a:off x="3473878" y="2942946"/>
            <a:ext cx="792088" cy="1476164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2483768" y="5589240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2699792" y="5733256"/>
            <a:ext cx="360040" cy="14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0,n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475656" y="5733256"/>
            <a:ext cx="360040" cy="14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1,1</a:t>
            </a:r>
          </a:p>
        </p:txBody>
      </p:sp>
      <p:sp>
        <p:nvSpPr>
          <p:cNvPr id="84" name="Ellipse 83"/>
          <p:cNvSpPr/>
          <p:nvPr/>
        </p:nvSpPr>
        <p:spPr>
          <a:xfrm>
            <a:off x="1907704" y="5589240"/>
            <a:ext cx="720080" cy="43204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dirty="0" smtClean="0">
                <a:solidFill>
                  <a:schemeClr val="tx1"/>
                </a:solidFill>
              </a:rPr>
              <a:t>Create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5148064" y="5517232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4283968" y="5661248"/>
            <a:ext cx="360040" cy="14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>
                <a:solidFill>
                  <a:schemeClr val="tx1"/>
                </a:solidFill>
              </a:rPr>
              <a:t>1,1</a:t>
            </a:r>
          </a:p>
        </p:txBody>
      </p:sp>
      <p:sp>
        <p:nvSpPr>
          <p:cNvPr id="88" name="Ellipse 87"/>
          <p:cNvSpPr/>
          <p:nvPr/>
        </p:nvSpPr>
        <p:spPr>
          <a:xfrm>
            <a:off x="4644008" y="5517232"/>
            <a:ext cx="576064" cy="43204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800" dirty="0" smtClean="0">
                <a:solidFill>
                  <a:schemeClr val="tx1"/>
                </a:solidFill>
              </a:rPr>
              <a:t>View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5292080" y="5661248"/>
            <a:ext cx="360040" cy="14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>
                <a:solidFill>
                  <a:schemeClr val="tx1"/>
                </a:solidFill>
              </a:rPr>
              <a:t>1,1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4328" y="5517232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9" name="Connecteur en angle 108"/>
          <p:cNvCxnSpPr>
            <a:endCxn id="20" idx="2"/>
          </p:cNvCxnSpPr>
          <p:nvPr/>
        </p:nvCxnSpPr>
        <p:spPr>
          <a:xfrm flipV="1">
            <a:off x="6804248" y="5157192"/>
            <a:ext cx="1476164" cy="1008112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 111"/>
          <p:cNvSpPr/>
          <p:nvPr/>
        </p:nvSpPr>
        <p:spPr>
          <a:xfrm>
            <a:off x="8460432" y="5877272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Ellipse 112"/>
          <p:cNvSpPr/>
          <p:nvPr/>
        </p:nvSpPr>
        <p:spPr>
          <a:xfrm>
            <a:off x="7956376" y="5877272"/>
            <a:ext cx="576064" cy="43204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800" dirty="0" smtClean="0">
                <a:solidFill>
                  <a:schemeClr val="tx1"/>
                </a:solidFill>
              </a:rPr>
              <a:t>View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7164288" y="6093296"/>
            <a:ext cx="360040" cy="14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0,n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100392" y="5517232"/>
            <a:ext cx="360040" cy="14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1;1</a:t>
            </a:r>
          </a:p>
        </p:txBody>
      </p:sp>
      <p:sp>
        <p:nvSpPr>
          <p:cNvPr id="117" name="Ellipse 116"/>
          <p:cNvSpPr/>
          <p:nvPr/>
        </p:nvSpPr>
        <p:spPr>
          <a:xfrm>
            <a:off x="4355976" y="3789040"/>
            <a:ext cx="576064" cy="43204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800" dirty="0" smtClean="0">
                <a:solidFill>
                  <a:schemeClr val="tx1"/>
                </a:solidFill>
              </a:rPr>
              <a:t>Pay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3635896" y="4005064"/>
            <a:ext cx="360040" cy="14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1</a:t>
            </a:r>
            <a:r>
              <a:rPr lang="en-US" sz="1000" dirty="0" smtClean="0">
                <a:solidFill>
                  <a:schemeClr val="tx1"/>
                </a:solidFill>
              </a:rPr>
              <a:t>,n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427984" y="3501008"/>
            <a:ext cx="360040" cy="14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1</a:t>
            </a:r>
            <a:r>
              <a:rPr lang="en-US" sz="1000" dirty="0" smtClean="0">
                <a:solidFill>
                  <a:schemeClr val="tx1"/>
                </a:solidFill>
              </a:rPr>
              <a:t>,n</a:t>
            </a:r>
          </a:p>
        </p:txBody>
      </p:sp>
      <p:cxnSp>
        <p:nvCxnSpPr>
          <p:cNvPr id="120" name="Connecteur droit 119"/>
          <p:cNvCxnSpPr/>
          <p:nvPr/>
        </p:nvCxnSpPr>
        <p:spPr>
          <a:xfrm>
            <a:off x="2051720" y="3068960"/>
            <a:ext cx="10801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120"/>
          <p:cNvCxnSpPr/>
          <p:nvPr/>
        </p:nvCxnSpPr>
        <p:spPr>
          <a:xfrm>
            <a:off x="467544" y="5085184"/>
            <a:ext cx="93610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122"/>
          <p:cNvCxnSpPr/>
          <p:nvPr/>
        </p:nvCxnSpPr>
        <p:spPr>
          <a:xfrm>
            <a:off x="3131840" y="5157192"/>
            <a:ext cx="10801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123"/>
          <p:cNvCxnSpPr/>
          <p:nvPr/>
        </p:nvCxnSpPr>
        <p:spPr>
          <a:xfrm>
            <a:off x="5724128" y="5229200"/>
            <a:ext cx="10801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eur droit 124"/>
          <p:cNvCxnSpPr/>
          <p:nvPr/>
        </p:nvCxnSpPr>
        <p:spPr>
          <a:xfrm>
            <a:off x="7740352" y="3717032"/>
            <a:ext cx="10801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eur droit 125"/>
          <p:cNvCxnSpPr/>
          <p:nvPr/>
        </p:nvCxnSpPr>
        <p:spPr>
          <a:xfrm>
            <a:off x="7524328" y="1772816"/>
            <a:ext cx="136815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Ellipse 127"/>
          <p:cNvSpPr/>
          <p:nvPr/>
        </p:nvSpPr>
        <p:spPr>
          <a:xfrm>
            <a:off x="6084168" y="1844824"/>
            <a:ext cx="792088" cy="43204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 dirty="0" smtClean="0">
                <a:solidFill>
                  <a:schemeClr val="tx1"/>
                </a:solidFill>
              </a:rPr>
              <a:t>Has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7092280" y="1988840"/>
            <a:ext cx="360040" cy="14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0,n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508104" y="1988840"/>
            <a:ext cx="360040" cy="14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1,1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b="1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The magic matrix after the Conceptual data Model 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0" y="4572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755576" y="5805264"/>
            <a:ext cx="64772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400" b="1" dirty="0" smtClean="0">
                <a:solidFill>
                  <a:schemeClr val="bg1"/>
                </a:solidFill>
              </a:rPr>
              <a:t> Considerable development of the magic matrix</a:t>
            </a:r>
            <a:endParaRPr lang="en-US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3817776610"/>
              </p:ext>
            </p:extLst>
          </p:nvPr>
        </p:nvGraphicFramePr>
        <p:xfrm>
          <a:off x="539552" y="1772816"/>
          <a:ext cx="8229600" cy="37490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362200"/>
                <a:gridCol w="1905000"/>
                <a:gridCol w="1905000"/>
                <a:gridCol w="2057400"/>
              </a:tblGrid>
              <a:tr h="937260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Data</a:t>
                      </a:r>
                      <a:endParaRPr kumimoji="0" lang="en-US" sz="28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User</a:t>
                      </a:r>
                    </a:p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Process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93726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Consistency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90%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85%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97%</a:t>
                      </a:r>
                      <a:endParaRPr lang="en-US" sz="2400" dirty="0"/>
                    </a:p>
                  </a:txBody>
                  <a:tcPr/>
                </a:tc>
              </a:tr>
              <a:tr h="93726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Precision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80%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90%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97%</a:t>
                      </a:r>
                      <a:endParaRPr lang="en-US" sz="2400" dirty="0"/>
                    </a:p>
                  </a:txBody>
                  <a:tcPr/>
                </a:tc>
              </a:tr>
              <a:tr h="93726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Completeness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95%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90%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95%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US" sz="7200" dirty="0" smtClean="0"/>
          </a:p>
          <a:p>
            <a:pPr algn="ctr">
              <a:buNone/>
            </a:pPr>
            <a:endParaRPr lang="en-US" sz="7200" dirty="0" smtClean="0"/>
          </a:p>
          <a:p>
            <a:pPr algn="ctr">
              <a:buNone/>
            </a:pPr>
            <a:r>
              <a:rPr lang="en-US" sz="7200" dirty="0" smtClean="0"/>
              <a:t>Design Phase </a:t>
            </a:r>
            <a:endParaRPr lang="en-US" sz="7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Design </a:t>
            </a:r>
            <a:br>
              <a:rPr lang="en-US" dirty="0" smtClean="0"/>
            </a:br>
            <a:r>
              <a:rPr lang="en-US" dirty="0" smtClean="0"/>
              <a:t>		Technology Enablers 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51520" y="1844824"/>
            <a:ext cx="6777317" cy="446449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Programming</a:t>
            </a:r>
            <a:r>
              <a:rPr kumimoji="0" lang="fr-F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Language: </a:t>
            </a:r>
            <a:r>
              <a:rPr kumimoji="0" lang="en-US" sz="32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Java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6858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</a:t>
            </a:r>
          </a:p>
          <a:p>
            <a:pPr marL="6858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The used IDE: </a:t>
            </a:r>
            <a:r>
              <a:rPr kumimoji="0" lang="en-US" sz="32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JBUILDER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The database tool: </a:t>
            </a:r>
            <a:r>
              <a:rPr kumimoji="0" lang="en-US" sz="3200" b="0" i="0" u="sng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Jdatastore</a:t>
            </a:r>
            <a:endParaRPr kumimoji="0" lang="en-US" sz="3200" b="0" i="0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  <p:pic>
        <p:nvPicPr>
          <p:cNvPr id="7" name="Picture 6" descr="JBuilder2007_Boxshot_10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516216" y="3356992"/>
            <a:ext cx="1270000" cy="14351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4" descr="C:\Users\Abdellah\Desktop\11971055981382663610sagar_ns_database.svg.med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516216" y="5157192"/>
            <a:ext cx="1368152" cy="11810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http://www.cahierdescharges.com/blog/wp-content/uploads/2011/10/java-langage-programmation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04248" y="1844824"/>
            <a:ext cx="720080" cy="11552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Functional</a:t>
            </a:r>
            <a:r>
              <a:rPr lang="fr-FR" dirty="0" smtClean="0"/>
              <a:t> Architecture</a:t>
            </a:r>
            <a:endParaRPr lang="fr-FR" dirty="0"/>
          </a:p>
        </p:txBody>
      </p:sp>
      <p:graphicFrame>
        <p:nvGraphicFramePr>
          <p:cNvPr id="4" name="Diagramme 2"/>
          <p:cNvGraphicFramePr>
            <a:graphicFrameLocks/>
          </p:cNvGraphicFramePr>
          <p:nvPr/>
        </p:nvGraphicFramePr>
        <p:xfrm>
          <a:off x="539552" y="908720"/>
          <a:ext cx="7344816" cy="55446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</a:t>
            </a:r>
            <a:r>
              <a:rPr lang="fr-FR" dirty="0" smtClean="0"/>
              <a:t> Interface</a:t>
            </a:r>
            <a:endParaRPr lang="fr-F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628800"/>
            <a:ext cx="8048527" cy="3672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268760"/>
            <a:ext cx="6192687" cy="3632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Interactions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3528" y="1124744"/>
            <a:ext cx="8382000" cy="3323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i="1" dirty="0" smtClean="0"/>
              <a:t>Example: Add Patient</a:t>
            </a:r>
            <a:endParaRPr lang="en-US" sz="2400" i="1" dirty="0"/>
          </a:p>
        </p:txBody>
      </p:sp>
      <p:sp>
        <p:nvSpPr>
          <p:cNvPr id="4" name="Rectangle à coins arrondis 3"/>
          <p:cNvSpPr/>
          <p:nvPr/>
        </p:nvSpPr>
        <p:spPr bwMode="auto">
          <a:xfrm>
            <a:off x="2555776" y="3140968"/>
            <a:ext cx="1512168" cy="1584176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36" tIns="45718" rIns="91436" bIns="45718" numCol="1" rtlCol="0" anchor="ctr" anchorCtr="0" compatLnSpc="1">
            <a:prstTxWarp prst="textNoShape">
              <a:avLst/>
            </a:prstTxWarp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ln w="50800"/>
                <a:solidFill>
                  <a:schemeClr val="tx1"/>
                </a:solidFill>
                <a:latin typeface="+mj-lt"/>
              </a:rPr>
              <a:t>Enter the attributes of the Patient to be added </a:t>
            </a:r>
          </a:p>
        </p:txBody>
      </p:sp>
      <p:sp>
        <p:nvSpPr>
          <p:cNvPr id="5" name="Rectangle à coins arrondis 4"/>
          <p:cNvSpPr/>
          <p:nvPr/>
        </p:nvSpPr>
        <p:spPr bwMode="auto">
          <a:xfrm>
            <a:off x="4644008" y="3140968"/>
            <a:ext cx="1512168" cy="1584176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36" tIns="45718" rIns="91436" bIns="45718" numCol="1" rtlCol="0" anchor="ctr" anchorCtr="0" compatLnSpc="1">
            <a:prstTxWarp prst="textNoShape">
              <a:avLst/>
            </a:prstTxWarp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GB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r>
              <a:rPr lang="en-GB" b="1" dirty="0" smtClean="0">
                <a:ln w="50800"/>
                <a:solidFill>
                  <a:schemeClr val="tx1"/>
                </a:solidFill>
              </a:rPr>
              <a:t>Validate the addition of the new Patient</a:t>
            </a:r>
            <a:endParaRPr lang="fr-FR" b="1" dirty="0" smtClean="0">
              <a:ln w="50800"/>
              <a:solidFill>
                <a:schemeClr val="tx1"/>
              </a:solidFill>
            </a:endParaRPr>
          </a:p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r>
              <a:rPr lang="en-US" sz="23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</a:p>
        </p:txBody>
      </p:sp>
      <p:sp>
        <p:nvSpPr>
          <p:cNvPr id="6" name="Rectangle à coins arrondis 5"/>
          <p:cNvSpPr/>
          <p:nvPr/>
        </p:nvSpPr>
        <p:spPr bwMode="auto">
          <a:xfrm>
            <a:off x="6732240" y="3140968"/>
            <a:ext cx="1512168" cy="1584176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36" tIns="45718" rIns="91436" bIns="45718" numCol="1" rtlCol="0" anchor="ctr" anchorCtr="0" compatLnSpc="1">
            <a:prstTxWarp prst="textNoShape">
              <a:avLst/>
            </a:prstTxWarp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GB" sz="24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r>
              <a:rPr lang="en-GB" sz="2400" b="1" dirty="0" smtClean="0">
                <a:ln w="50800"/>
                <a:solidFill>
                  <a:schemeClr val="tx1"/>
                </a:solidFill>
              </a:rPr>
              <a:t> </a:t>
            </a:r>
            <a:r>
              <a:rPr lang="en-GB" b="1" dirty="0" smtClean="0">
                <a:ln w="50800"/>
                <a:solidFill>
                  <a:schemeClr val="tx1"/>
                </a:solidFill>
              </a:rPr>
              <a:t>Send the added data to the database</a:t>
            </a:r>
            <a:endParaRPr lang="fr-FR" b="1" dirty="0" smtClean="0">
              <a:ln w="50800"/>
              <a:solidFill>
                <a:schemeClr val="tx1"/>
              </a:solidFill>
            </a:endParaRPr>
          </a:p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z="2300" b="1" dirty="0" smtClean="0">
              <a:ln w="50800"/>
              <a:solidFill>
                <a:schemeClr val="bg1">
                  <a:shade val="50000"/>
                </a:schemeClr>
              </a:solidFill>
              <a:latin typeface="Segoe" pitchFamily="34" charset="0"/>
            </a:endParaRPr>
          </a:p>
        </p:txBody>
      </p:sp>
      <p:sp>
        <p:nvSpPr>
          <p:cNvPr id="10241" name="Rectangle 1"/>
          <p:cNvSpPr>
            <a:spLocks noChangeArrowheads="1"/>
          </p:cNvSpPr>
          <p:nvPr/>
        </p:nvSpPr>
        <p:spPr bwMode="auto">
          <a:xfrm>
            <a:off x="4716016" y="5373216"/>
            <a:ext cx="21050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000" b="1" dirty="0" smtClean="0">
                <a:latin typeface="Calibri" pitchFamily="34" charset="0"/>
                <a:cs typeface="Arial" pitchFamily="34" charset="0"/>
              </a:rPr>
              <a:t>Confirm Addition</a:t>
            </a:r>
            <a:endParaRPr kumimoji="0" lang="en-GB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3" name="Connecteur droit 12"/>
          <p:cNvCxnSpPr/>
          <p:nvPr/>
        </p:nvCxnSpPr>
        <p:spPr>
          <a:xfrm>
            <a:off x="7452320" y="4725144"/>
            <a:ext cx="0" cy="8640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H="1">
            <a:off x="6588224" y="5589240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endCxn id="5" idx="0"/>
          </p:cNvCxnSpPr>
          <p:nvPr/>
        </p:nvCxnSpPr>
        <p:spPr>
          <a:xfrm flipH="1">
            <a:off x="5400092" y="2348880"/>
            <a:ext cx="36004" cy="792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2" name="Straight Connector 35"/>
          <p:cNvSpPr>
            <a:spLocks noChangeShapeType="1"/>
          </p:cNvSpPr>
          <p:nvPr/>
        </p:nvSpPr>
        <p:spPr bwMode="auto">
          <a:xfrm>
            <a:off x="2123728" y="4005064"/>
            <a:ext cx="457200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43" name="Straight Connector 39"/>
          <p:cNvSpPr>
            <a:spLocks noChangeShapeType="1"/>
          </p:cNvSpPr>
          <p:nvPr/>
        </p:nvSpPr>
        <p:spPr bwMode="auto">
          <a:xfrm>
            <a:off x="3203848" y="2564904"/>
            <a:ext cx="0" cy="576064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44" name="Straight Connector 34"/>
          <p:cNvSpPr>
            <a:spLocks noChangeShapeType="1"/>
          </p:cNvSpPr>
          <p:nvPr/>
        </p:nvSpPr>
        <p:spPr bwMode="auto">
          <a:xfrm>
            <a:off x="4067944" y="4077072"/>
            <a:ext cx="593725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Straight Connector 34"/>
          <p:cNvSpPr>
            <a:spLocks noChangeShapeType="1"/>
          </p:cNvSpPr>
          <p:nvPr/>
        </p:nvSpPr>
        <p:spPr bwMode="auto">
          <a:xfrm>
            <a:off x="6156176" y="4005064"/>
            <a:ext cx="593725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Rectangle 1"/>
          <p:cNvSpPr>
            <a:spLocks noChangeArrowheads="1"/>
          </p:cNvSpPr>
          <p:nvPr/>
        </p:nvSpPr>
        <p:spPr bwMode="auto">
          <a:xfrm>
            <a:off x="611560" y="3861048"/>
            <a:ext cx="21050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000" b="1" dirty="0" smtClean="0">
                <a:latin typeface="Calibri" pitchFamily="34" charset="0"/>
                <a:cs typeface="Arial" pitchFamily="34" charset="0"/>
              </a:rPr>
              <a:t>Add Patient</a:t>
            </a:r>
            <a:endParaRPr kumimoji="0" lang="en-GB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Rectangle 1"/>
          <p:cNvSpPr>
            <a:spLocks noChangeArrowheads="1"/>
          </p:cNvSpPr>
          <p:nvPr/>
        </p:nvSpPr>
        <p:spPr bwMode="auto">
          <a:xfrm>
            <a:off x="2123728" y="1727230"/>
            <a:ext cx="210506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b="1" dirty="0" smtClean="0">
                <a:latin typeface="Calibri" pitchFamily="34" charset="0"/>
                <a:cs typeface="Arial" pitchFamily="34" charset="0"/>
              </a:rPr>
              <a:t>Check the validity of the data entered one by one </a:t>
            </a:r>
            <a:endParaRPr kumimoji="0" lang="en-GB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4788024" y="1582634"/>
            <a:ext cx="18002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Arial" pitchFamily="34" charset="0"/>
              </a:rPr>
              <a:t>Check if the </a:t>
            </a:r>
            <a:r>
              <a:rPr lang="en-US" b="1" dirty="0" smtClean="0">
                <a:latin typeface="Calibri" pitchFamily="34" charset="0"/>
                <a:ea typeface="Calibri" pitchFamily="34" charset="0"/>
                <a:cs typeface="Arial" pitchFamily="34" charset="0"/>
              </a:rPr>
              <a:t>Patient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Arial" pitchFamily="34" charset="0"/>
              </a:rPr>
              <a:t> exists or not</a:t>
            </a:r>
            <a:endParaRPr kumimoji="0" 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19672" y="2852936"/>
            <a:ext cx="61206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dirty="0" smtClean="0"/>
              <a:t>Graphical User Interface</a:t>
            </a:r>
            <a:endParaRPr lang="en-US" sz="4000" dirty="0"/>
          </a:p>
        </p:txBody>
      </p:sp>
      <p:sp>
        <p:nvSpPr>
          <p:cNvPr id="5" name="ZoneTexte 4"/>
          <p:cNvSpPr txBox="1"/>
          <p:nvPr/>
        </p:nvSpPr>
        <p:spPr>
          <a:xfrm>
            <a:off x="3779912" y="4077072"/>
            <a:ext cx="38164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dirty="0" smtClean="0"/>
              <a:t> User friendly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 Simple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 User oriented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Graphical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User Interface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>
          <a:xfrm>
            <a:off x="3059832" y="1052736"/>
            <a:ext cx="2952328" cy="443198"/>
          </a:xfrm>
        </p:spPr>
        <p:txBody>
          <a:bodyPr/>
          <a:lstStyle/>
          <a:p>
            <a:pPr>
              <a:buNone/>
            </a:pPr>
            <a:r>
              <a:rPr lang="fr-FR" dirty="0" err="1" smtClean="0"/>
              <a:t>Secretary’s</a:t>
            </a:r>
            <a:r>
              <a:rPr lang="fr-FR" dirty="0" smtClean="0"/>
              <a:t> </a:t>
            </a:r>
            <a:r>
              <a:rPr lang="fr-FR" dirty="0" err="1" smtClean="0"/>
              <a:t>view</a:t>
            </a:r>
            <a:endParaRPr lang="fr-F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1772816"/>
            <a:ext cx="6200775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Graphical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User Interface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>
          <a:xfrm>
            <a:off x="3419872" y="980728"/>
            <a:ext cx="2462808" cy="443198"/>
          </a:xfrm>
        </p:spPr>
        <p:txBody>
          <a:bodyPr/>
          <a:lstStyle/>
          <a:p>
            <a:pPr>
              <a:buNone/>
            </a:pPr>
            <a:r>
              <a:rPr lang="fr-FR" dirty="0" err="1" smtClean="0"/>
              <a:t>Doctor’s</a:t>
            </a:r>
            <a:r>
              <a:rPr lang="fr-FR" dirty="0" smtClean="0"/>
              <a:t> </a:t>
            </a:r>
            <a:r>
              <a:rPr lang="fr-FR" dirty="0" err="1" smtClean="0"/>
              <a:t>view</a:t>
            </a:r>
            <a:endParaRPr lang="fr-FR" dirty="0"/>
          </a:p>
        </p:txBody>
      </p:sp>
      <p:pic>
        <p:nvPicPr>
          <p:cNvPr id="4" name="Picture 30"/>
          <p:cNvPicPr/>
          <p:nvPr/>
        </p:nvPicPr>
        <p:blipFill>
          <a:blip r:embed="rId2" cstate="print">
            <a:extLst>
              <a:ext uri="{28A0092B-C50C-407E-A947-70E740481C1C}">
                <a14:useLocalDpi xmlns:lc="http://schemas.openxmlformats.org/drawingml/2006/lockedCanvas" xmlns:pic="http://schemas.openxmlformats.org/drawingml/2006/picture" xmlns="" xmlns:wpc="http://schemas.microsoft.com/office/word/2010/wordprocessingCanvas" xmlns:mc="http://schemas.openxmlformats.org/markup-compatibility/2006" xmlns:o="urn:schemas-microsoft-com:office:office" xmlns:v="urn:schemas-microsoft-com:vml" xmlns:wp14="http://schemas.microsoft.com/office/word/2010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xmlns:wne="http://schemas.microsoft.com/office/word/2006/wordml" xmlns:wp="http://schemas.openxmlformats.org/drawingml/2006/wordprocessingDrawing" xmlns:m="http://schemas.openxmlformats.org/officeDocument/2006/math" xmlns:ve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988840"/>
            <a:ext cx="6408712" cy="4121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Graphical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User interface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>
          <a:xfrm>
            <a:off x="2123728" y="908720"/>
            <a:ext cx="4335016" cy="443198"/>
          </a:xfrm>
        </p:spPr>
        <p:txBody>
          <a:bodyPr/>
          <a:lstStyle/>
          <a:p>
            <a:pPr>
              <a:buNone/>
            </a:pPr>
            <a:r>
              <a:rPr lang="fr-FR" dirty="0" smtClean="0"/>
              <a:t>Manage Patients Interface</a:t>
            </a:r>
            <a:endParaRPr lang="fr-FR" dirty="0"/>
          </a:p>
        </p:txBody>
      </p:sp>
      <p:pic>
        <p:nvPicPr>
          <p:cNvPr id="4" name="Imag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556792"/>
            <a:ext cx="6912768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			Conclusion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683568" y="3068960"/>
            <a:ext cx="7704856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 smtClean="0"/>
              <a:t>  Good understanding of software engineering processes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endParaRPr lang="en-US" dirty="0" smtClean="0"/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 smtClean="0"/>
              <a:t>  Acquired experience: real life project 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endParaRPr lang="en-US" dirty="0" smtClean="0"/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 smtClean="0"/>
              <a:t>  Software engineering team spirit 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251520" y="2060848"/>
            <a:ext cx="4355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u="sng" dirty="0" smtClean="0"/>
              <a:t>Learning </a:t>
            </a:r>
            <a:r>
              <a:rPr lang="fr-FR" sz="2400" b="1" u="sng" dirty="0" err="1" smtClean="0"/>
              <a:t>outcomes</a:t>
            </a:r>
            <a:r>
              <a:rPr lang="fr-FR" sz="2400" b="1" u="sng" dirty="0" smtClean="0"/>
              <a:t> : </a:t>
            </a:r>
            <a:endParaRPr lang="fr-FR" sz="2400" b="1" u="sng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71600" y="2924944"/>
            <a:ext cx="8382000" cy="1138773"/>
          </a:xfrm>
        </p:spPr>
        <p:txBody>
          <a:bodyPr/>
          <a:lstStyle/>
          <a:p>
            <a:r>
              <a:rPr lang="fr-FR" sz="8000" i="1" dirty="0" err="1" smtClean="0">
                <a:latin typeface="Amienne" pitchFamily="82" charset="0"/>
              </a:rPr>
              <a:t>Thank</a:t>
            </a:r>
            <a:r>
              <a:rPr lang="fr-FR" sz="8000" i="1" dirty="0" smtClean="0">
                <a:latin typeface="Amienne" pitchFamily="82" charset="0"/>
              </a:rPr>
              <a:t> </a:t>
            </a:r>
            <a:r>
              <a:rPr lang="fr-FR" sz="8000" i="1" dirty="0" err="1" smtClean="0">
                <a:latin typeface="Amienne" pitchFamily="82" charset="0"/>
              </a:rPr>
              <a:t>you</a:t>
            </a:r>
            <a:r>
              <a:rPr lang="fr-FR" sz="8000" i="1" dirty="0" smtClean="0">
                <a:latin typeface="Amienne" pitchFamily="82" charset="0"/>
              </a:rPr>
              <a:t> for </a:t>
            </a:r>
            <a:r>
              <a:rPr lang="fr-FR" sz="8000" i="1" dirty="0" err="1" smtClean="0">
                <a:latin typeface="Amienne" pitchFamily="82" charset="0"/>
              </a:rPr>
              <a:t>your</a:t>
            </a:r>
            <a:r>
              <a:rPr lang="fr-FR" sz="8000" i="1" dirty="0" smtClean="0">
                <a:latin typeface="Amienne" pitchFamily="82" charset="0"/>
              </a:rPr>
              <a:t> attention !</a:t>
            </a:r>
            <a:endParaRPr lang="fr-FR" sz="8000" i="1" dirty="0">
              <a:latin typeface="Amienne" pitchFamily="82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S010286717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White with Courier font for code slides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FF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09728" tIns="54864" rIns="109728" bIns="54864" numCol="1" rtlCol="0" anchor="ctr" anchorCtr="0" compatLnSpc="1">
        <a:prstTxWarp prst="textNoShape">
          <a:avLst/>
        </a:prstTxWarp>
      </a:bodyPr>
      <a:lstStyle>
        <a:defPPr marL="0" marR="0" indent="0" algn="ctr" defTabSz="10969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800" b="0" i="0" u="none" strike="noStrike" cap="none" normalizeH="0" baseline="0" dirty="0" smtClean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7-00134_MS_Qwest_template_Segoe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Rotond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1_White with Courier font for code slides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FF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09728" tIns="54864" rIns="109728" bIns="54864" numCol="1" rtlCol="0" anchor="ctr" anchorCtr="0" compatLnSpc="1">
        <a:prstTxWarp prst="textNoShape">
          <a:avLst/>
        </a:prstTxWarp>
      </a:bodyPr>
      <a:lstStyle>
        <a:defPPr marL="0" marR="0" indent="0" algn="ctr" defTabSz="10969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800" b="0" i="0" u="none" strike="noStrike" cap="none" normalizeH="0" baseline="0" dirty="0" smtClean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8D45093-9C65-46FB-9332-B88902DC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TS010286717</Template>
  <TotalTime>1229</TotalTime>
  <Words>1220</Words>
  <Application>Microsoft Office PowerPoint</Application>
  <PresentationFormat>Affichage à l'écran (4:3)</PresentationFormat>
  <Paragraphs>630</Paragraphs>
  <Slides>37</Slides>
  <Notes>2</Notes>
  <HiddenSlides>0</HiddenSlides>
  <MMClips>0</MMClips>
  <ScaleCrop>false</ScaleCrop>
  <HeadingPairs>
    <vt:vector size="4" baseType="variant">
      <vt:variant>
        <vt:lpstr>Thème</vt:lpstr>
      </vt:variant>
      <vt:variant>
        <vt:i4>4</vt:i4>
      </vt:variant>
      <vt:variant>
        <vt:lpstr>Titres des diapositives</vt:lpstr>
      </vt:variant>
      <vt:variant>
        <vt:i4>37</vt:i4>
      </vt:variant>
    </vt:vector>
  </HeadingPairs>
  <TitlesOfParts>
    <vt:vector size="41" baseType="lpstr">
      <vt:lpstr>TS010286717</vt:lpstr>
      <vt:lpstr>White with Courier font for code slides</vt:lpstr>
      <vt:lpstr>7-00134_MS_Qwest_template_Segoe</vt:lpstr>
      <vt:lpstr>1_White with Courier font for code slides</vt:lpstr>
      <vt:lpstr>Diapositive 1</vt:lpstr>
      <vt:lpstr>Acknowledgment</vt:lpstr>
      <vt:lpstr>Team Members</vt:lpstr>
      <vt:lpstr>Outline </vt:lpstr>
      <vt:lpstr>Introduction to Software Engineering</vt:lpstr>
      <vt:lpstr>Project Context</vt:lpstr>
      <vt:lpstr>Diapositive 7</vt:lpstr>
      <vt:lpstr>Software engineering model </vt:lpstr>
      <vt:lpstr>Software Engineering Process</vt:lpstr>
      <vt:lpstr>Requirements Engineering</vt:lpstr>
      <vt:lpstr>Functional Requirements</vt:lpstr>
      <vt:lpstr>Non-Functional &amp; Domain Requirements</vt:lpstr>
      <vt:lpstr>Magic Matrix</vt:lpstr>
      <vt:lpstr>System Models</vt:lpstr>
      <vt:lpstr>Context Diagram</vt:lpstr>
      <vt:lpstr> Context Diagram </vt:lpstr>
      <vt:lpstr>Conceptual Process Models</vt:lpstr>
      <vt:lpstr>Conceptual Process Models</vt:lpstr>
      <vt:lpstr>Conceptual Architecture</vt:lpstr>
      <vt:lpstr>Magic Matrix after the Conceptual process modeling</vt:lpstr>
      <vt:lpstr>Data Dictionary</vt:lpstr>
      <vt:lpstr>Data Dictionary</vt:lpstr>
      <vt:lpstr>Data Dictionary</vt:lpstr>
      <vt:lpstr>Entity Relationship Model  </vt:lpstr>
      <vt:lpstr>The magic matrix after the Conceptual data Model :</vt:lpstr>
      <vt:lpstr>Diapositive 26</vt:lpstr>
      <vt:lpstr>Design    Technology Enablers </vt:lpstr>
      <vt:lpstr>Functional Architecture</vt:lpstr>
      <vt:lpstr>Functions Interface</vt:lpstr>
      <vt:lpstr>Diapositive 30</vt:lpstr>
      <vt:lpstr>Functions Interactions</vt:lpstr>
      <vt:lpstr>Diapositive 32</vt:lpstr>
      <vt:lpstr>Graphical User Interface</vt:lpstr>
      <vt:lpstr>Graphical User Interface</vt:lpstr>
      <vt:lpstr>Graphical User interface</vt:lpstr>
      <vt:lpstr>   Conclusion</vt:lpstr>
      <vt:lpstr>Thank you for your attention 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AIESEC</dc:title>
  <dc:creator>user</dc:creator>
  <cp:lastModifiedBy>hp</cp:lastModifiedBy>
  <cp:revision>77</cp:revision>
  <dcterms:created xsi:type="dcterms:W3CDTF">2011-12-09T19:36:41Z</dcterms:created>
  <dcterms:modified xsi:type="dcterms:W3CDTF">2012-05-11T06:53:37Z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TC102867179990</vt:lpwstr>
  </property>
</Properties>
</file>